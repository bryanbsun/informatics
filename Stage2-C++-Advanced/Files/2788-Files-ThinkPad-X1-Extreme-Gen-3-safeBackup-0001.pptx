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41" r:id="rId3"/>
    <p:sldId id="348" r:id="rId4"/>
    <p:sldId id="342" r:id="rId5"/>
    <p:sldId id="350" r:id="rId6"/>
    <p:sldId id="352" r:id="rId7"/>
    <p:sldId id="357" r:id="rId8"/>
    <p:sldId id="361" r:id="rId9"/>
    <p:sldId id="362" r:id="rId10"/>
    <p:sldId id="363" r:id="rId11"/>
    <p:sldId id="261" r:id="rId12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74701-419F-9442-B1B7-E05BD2B8EF11}" v="1350" dt="2025-11-02T04:05:32.3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016" autoAdjust="0"/>
    <p:restoredTop sz="94660"/>
  </p:normalViewPr>
  <p:slideViewPr>
    <p:cSldViewPr snapToGrid="0">
      <p:cViewPr varScale="1">
        <p:scale>
          <a:sx n="85" d="100"/>
          <a:sy n="85" d="100"/>
        </p:scale>
        <p:origin x="20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undo redo custSel modSld">
      <pc:chgData name="Bryan Sun" userId="851caa7714272873" providerId="LiveId" clId="{1DF0C224-3A3E-55A6-A8D1-F8F2208D385B}" dt="2025-11-02T02:11:24.916" v="1873"/>
      <pc:docMkLst>
        <pc:docMk/>
      </pc:docMkLst>
      <pc:sldChg chg="modSp mod">
        <pc:chgData name="Bryan Sun" userId="851caa7714272873" providerId="LiveId" clId="{1DF0C224-3A3E-55A6-A8D1-F8F2208D385B}" dt="2025-10-22T12:02:45.195" v="25" actId="404"/>
        <pc:sldMkLst>
          <pc:docMk/>
          <pc:sldMk cId="806275777" sldId="256"/>
        </pc:sldMkLst>
        <pc:spChg chg="mod">
          <ac:chgData name="Bryan Sun" userId="851caa7714272873" providerId="LiveId" clId="{1DF0C224-3A3E-55A6-A8D1-F8F2208D385B}" dt="2025-10-22T12:01:51.593" v="8" actId="20577"/>
          <ac:spMkLst>
            <pc:docMk/>
            <pc:sldMk cId="806275777" sldId="256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5-10-22T12:02:45.195" v="25" actId="404"/>
          <ac:spMkLst>
            <pc:docMk/>
            <pc:sldMk cId="806275777" sldId="256"/>
            <ac:spMk id="4" creationId="{00000000-0000-0000-0000-000000000000}"/>
          </ac:spMkLst>
        </pc:spChg>
      </pc:sldChg>
      <pc:sldChg chg="addSp modSp mod">
        <pc:chgData name="Bryan Sun" userId="851caa7714272873" providerId="LiveId" clId="{1DF0C224-3A3E-55A6-A8D1-F8F2208D385B}" dt="2025-10-25T22:39:21.168" v="1230" actId="20577"/>
        <pc:sldMkLst>
          <pc:docMk/>
          <pc:sldMk cId="1727142192" sldId="341"/>
        </pc:sldMkLst>
        <pc:spChg chg="add mod">
          <ac:chgData name="Bryan Sun" userId="851caa7714272873" providerId="LiveId" clId="{1DF0C224-3A3E-55A6-A8D1-F8F2208D385B}" dt="2025-10-25T12:15:36.385" v="917" actId="122"/>
          <ac:spMkLst>
            <pc:docMk/>
            <pc:sldMk cId="1727142192" sldId="341"/>
            <ac:spMk id="2" creationId="{DA564990-1491-4713-F56B-597FDA81C5E1}"/>
          </ac:spMkLst>
        </pc:spChg>
        <pc:spChg chg="mod">
          <ac:chgData name="Bryan Sun" userId="851caa7714272873" providerId="LiveId" clId="{1DF0C224-3A3E-55A6-A8D1-F8F2208D385B}" dt="2025-10-25T22:39:21.168" v="1230" actId="20577"/>
          <ac:spMkLst>
            <pc:docMk/>
            <pc:sldMk cId="1727142192" sldId="341"/>
            <ac:spMk id="3" creationId="{364B6489-5513-4724-81F7-F874B8C60D21}"/>
          </ac:spMkLst>
        </pc:spChg>
        <pc:spChg chg="mod">
          <ac:chgData name="Bryan Sun" userId="851caa7714272873" providerId="LiveId" clId="{1DF0C224-3A3E-55A6-A8D1-F8F2208D385B}" dt="2025-10-25T12:17:21.153" v="968" actId="20577"/>
          <ac:spMkLst>
            <pc:docMk/>
            <pc:sldMk cId="1727142192" sldId="341"/>
            <ac:spMk id="5" creationId="{B9C26A64-B8C3-4EFC-9CD7-58C7C9B5398D}"/>
          </ac:spMkLst>
        </pc:spChg>
        <pc:spChg chg="mod">
          <ac:chgData name="Bryan Sun" userId="851caa7714272873" providerId="LiveId" clId="{1DF0C224-3A3E-55A6-A8D1-F8F2208D385B}" dt="2025-10-25T22:38:27.989" v="1213" actId="1076"/>
          <ac:spMkLst>
            <pc:docMk/>
            <pc:sldMk cId="1727142192" sldId="341"/>
            <ac:spMk id="6" creationId="{81D45D1A-C10D-44EF-B3FF-5D6E46805401}"/>
          </ac:spMkLst>
        </pc:spChg>
        <pc:spChg chg="mod">
          <ac:chgData name="Bryan Sun" userId="851caa7714272873" providerId="LiveId" clId="{1DF0C224-3A3E-55A6-A8D1-F8F2208D385B}" dt="2025-10-22T12:01:14.906" v="3" actId="2711"/>
          <ac:spMkLst>
            <pc:docMk/>
            <pc:sldMk cId="1727142192" sldId="341"/>
            <ac:spMk id="7" creationId="{F8D2572B-AD75-4860-89AD-27D193E42FAE}"/>
          </ac:spMkLst>
        </pc:spChg>
        <pc:spChg chg="add mod">
          <ac:chgData name="Bryan Sun" userId="851caa7714272873" providerId="LiveId" clId="{1DF0C224-3A3E-55A6-A8D1-F8F2208D385B}" dt="2025-10-25T12:15:11.756" v="899" actId="688"/>
          <ac:spMkLst>
            <pc:docMk/>
            <pc:sldMk cId="1727142192" sldId="341"/>
            <ac:spMk id="8" creationId="{0DF93510-38B2-E253-4B86-A7F3F2C7B1CA}"/>
          </ac:spMkLst>
        </pc:spChg>
        <pc:spChg chg="add mod">
          <ac:chgData name="Bryan Sun" userId="851caa7714272873" providerId="LiveId" clId="{1DF0C224-3A3E-55A6-A8D1-F8F2208D385B}" dt="2025-10-25T12:15:43.949" v="919" actId="122"/>
          <ac:spMkLst>
            <pc:docMk/>
            <pc:sldMk cId="1727142192" sldId="341"/>
            <ac:spMk id="9" creationId="{46E3B0CE-7C9F-4090-622A-24E6DC851CD9}"/>
          </ac:spMkLst>
        </pc:spChg>
        <pc:picChg chg="mod">
          <ac:chgData name="Bryan Sun" userId="851caa7714272873" providerId="LiveId" clId="{1DF0C224-3A3E-55A6-A8D1-F8F2208D385B}" dt="2025-10-22T12:01:14.906" v="3" actId="2711"/>
          <ac:picMkLst>
            <pc:docMk/>
            <pc:sldMk cId="1727142192" sldId="341"/>
            <ac:picMk id="4" creationId="{DA7F137E-29E8-EF4E-B734-7F2194BC324F}"/>
          </ac:picMkLst>
        </pc:picChg>
      </pc:sldChg>
      <pc:sldChg chg="modSp mod modAnim">
        <pc:chgData name="Bryan Sun" userId="851caa7714272873" providerId="LiveId" clId="{1DF0C224-3A3E-55A6-A8D1-F8F2208D385B}" dt="2025-10-25T22:49:22.550" v="1530" actId="20577"/>
        <pc:sldMkLst>
          <pc:docMk/>
          <pc:sldMk cId="815367437" sldId="342"/>
        </pc:sldMkLst>
        <pc:spChg chg="mod">
          <ac:chgData name="Bryan Sun" userId="851caa7714272873" providerId="LiveId" clId="{1DF0C224-3A3E-55A6-A8D1-F8F2208D385B}" dt="2025-10-25T12:20:22.837" v="1027" actId="2711"/>
          <ac:spMkLst>
            <pc:docMk/>
            <pc:sldMk cId="815367437" sldId="342"/>
            <ac:spMk id="3" creationId="{364B6489-5513-4724-81F7-F874B8C60D21}"/>
          </ac:spMkLst>
        </pc:spChg>
        <pc:spChg chg="mod">
          <ac:chgData name="Bryan Sun" userId="851caa7714272873" providerId="LiveId" clId="{1DF0C224-3A3E-55A6-A8D1-F8F2208D385B}" dt="2025-10-25T12:21:03.586" v="1029" actId="20577"/>
          <ac:spMkLst>
            <pc:docMk/>
            <pc:sldMk cId="815367437" sldId="342"/>
            <ac:spMk id="4" creationId="{97818D57-704A-0241-80FE-088934D28197}"/>
          </ac:spMkLst>
        </pc:spChg>
        <pc:spChg chg="mod">
          <ac:chgData name="Bryan Sun" userId="851caa7714272873" providerId="LiveId" clId="{1DF0C224-3A3E-55A6-A8D1-F8F2208D385B}" dt="2025-10-25T12:20:22.837" v="1027" actId="2711"/>
          <ac:spMkLst>
            <pc:docMk/>
            <pc:sldMk cId="815367437" sldId="342"/>
            <ac:spMk id="5" creationId="{D7E9B2F5-5E83-4801-AC6B-47AF1488A3C7}"/>
          </ac:spMkLst>
        </pc:spChg>
        <pc:spChg chg="mod">
          <ac:chgData name="Bryan Sun" userId="851caa7714272873" providerId="LiveId" clId="{1DF0C224-3A3E-55A6-A8D1-F8F2208D385B}" dt="2025-10-25T12:20:22.837" v="1027" actId="2711"/>
          <ac:spMkLst>
            <pc:docMk/>
            <pc:sldMk cId="815367437" sldId="342"/>
            <ac:spMk id="6" creationId="{046000D9-01A6-4B4C-B87F-EB85D1EC06B9}"/>
          </ac:spMkLst>
        </pc:spChg>
        <pc:spChg chg="mod">
          <ac:chgData name="Bryan Sun" userId="851caa7714272873" providerId="LiveId" clId="{1DF0C224-3A3E-55A6-A8D1-F8F2208D385B}" dt="2025-10-25T22:49:22.550" v="1530" actId="20577"/>
          <ac:spMkLst>
            <pc:docMk/>
            <pc:sldMk cId="815367437" sldId="342"/>
            <ac:spMk id="8" creationId="{B89FE863-43B6-46F9-A6C5-F37F7D091190}"/>
          </ac:spMkLst>
        </pc:spChg>
      </pc:sldChg>
      <pc:sldChg chg="addSp delSp modSp mod modAnim">
        <pc:chgData name="Bryan Sun" userId="851caa7714272873" providerId="LiveId" clId="{1DF0C224-3A3E-55A6-A8D1-F8F2208D385B}" dt="2025-10-25T22:49:02.326" v="1529" actId="20577"/>
        <pc:sldMkLst>
          <pc:docMk/>
          <pc:sldMk cId="2939101759" sldId="348"/>
        </pc:sldMkLst>
        <pc:spChg chg="add mod">
          <ac:chgData name="Bryan Sun" userId="851caa7714272873" providerId="LiveId" clId="{1DF0C224-3A3E-55A6-A8D1-F8F2208D385B}" dt="2025-10-25T22:46:21.826" v="1384" actId="1038"/>
          <ac:spMkLst>
            <pc:docMk/>
            <pc:sldMk cId="2939101759" sldId="348"/>
            <ac:spMk id="2" creationId="{A3B4DA47-3863-1338-D36B-2BB1B2E92622}"/>
          </ac:spMkLst>
        </pc:spChg>
        <pc:spChg chg="mod">
          <ac:chgData name="Bryan Sun" userId="851caa7714272873" providerId="LiveId" clId="{1DF0C224-3A3E-55A6-A8D1-F8F2208D385B}" dt="2025-10-22T12:08:20.979" v="201" actId="20577"/>
          <ac:spMkLst>
            <pc:docMk/>
            <pc:sldMk cId="2939101759" sldId="348"/>
            <ac:spMk id="3" creationId="{364B6489-5513-4724-81F7-F874B8C60D21}"/>
          </ac:spMkLst>
        </pc:spChg>
        <pc:spChg chg="add mod">
          <ac:chgData name="Bryan Sun" userId="851caa7714272873" providerId="LiveId" clId="{1DF0C224-3A3E-55A6-A8D1-F8F2208D385B}" dt="2025-10-25T22:47:13.909" v="1405" actId="1038"/>
          <ac:spMkLst>
            <pc:docMk/>
            <pc:sldMk cId="2939101759" sldId="348"/>
            <ac:spMk id="5" creationId="{2AEF951F-4462-152A-6622-A53BF236057B}"/>
          </ac:spMkLst>
        </pc:spChg>
        <pc:spChg chg="mod">
          <ac:chgData name="Bryan Sun" userId="851caa7714272873" providerId="LiveId" clId="{1DF0C224-3A3E-55A6-A8D1-F8F2208D385B}" dt="2025-10-22T12:04:13.016" v="28" actId="2711"/>
          <ac:spMkLst>
            <pc:docMk/>
            <pc:sldMk cId="2939101759" sldId="348"/>
            <ac:spMk id="6" creationId="{D7708649-DEC0-EF42-8A7C-7E9406DFF0D7}"/>
          </ac:spMkLst>
        </pc:spChg>
        <pc:spChg chg="mod">
          <ac:chgData name="Bryan Sun" userId="851caa7714272873" providerId="LiveId" clId="{1DF0C224-3A3E-55A6-A8D1-F8F2208D385B}" dt="2025-10-25T12:19:56.122" v="1025" actId="20577"/>
          <ac:spMkLst>
            <pc:docMk/>
            <pc:sldMk cId="2939101759" sldId="348"/>
            <ac:spMk id="7" creationId="{DDD1ECFD-9032-458B-8BD2-DCB9D428D01A}"/>
          </ac:spMkLst>
        </pc:spChg>
        <pc:spChg chg="mod">
          <ac:chgData name="Bryan Sun" userId="851caa7714272873" providerId="LiveId" clId="{1DF0C224-3A3E-55A6-A8D1-F8F2208D385B}" dt="2025-10-22T12:07:58.157" v="178" actId="20577"/>
          <ac:spMkLst>
            <pc:docMk/>
            <pc:sldMk cId="2939101759" sldId="348"/>
            <ac:spMk id="8" creationId="{B837DCD0-A54A-42A2-B30E-D8A89642C564}"/>
          </ac:spMkLst>
        </pc:spChg>
        <pc:spChg chg="mod">
          <ac:chgData name="Bryan Sun" userId="851caa7714272873" providerId="LiveId" clId="{1DF0C224-3A3E-55A6-A8D1-F8F2208D385B}" dt="2025-10-22T12:04:22.770" v="41" actId="20577"/>
          <ac:spMkLst>
            <pc:docMk/>
            <pc:sldMk cId="2939101759" sldId="348"/>
            <ac:spMk id="9" creationId="{EB5FCF6F-A941-4B44-B194-1E6B086551E6}"/>
          </ac:spMkLst>
        </pc:spChg>
        <pc:spChg chg="add mod">
          <ac:chgData name="Bryan Sun" userId="851caa7714272873" providerId="LiveId" clId="{1DF0C224-3A3E-55A6-A8D1-F8F2208D385B}" dt="2025-10-25T22:43:31.934" v="1322" actId="1036"/>
          <ac:spMkLst>
            <pc:docMk/>
            <pc:sldMk cId="2939101759" sldId="348"/>
            <ac:spMk id="11" creationId="{E1CF7DC3-84FB-E6CA-6419-7B98D4FB12B7}"/>
          </ac:spMkLst>
        </pc:spChg>
        <pc:spChg chg="add mod">
          <ac:chgData name="Bryan Sun" userId="851caa7714272873" providerId="LiveId" clId="{1DF0C224-3A3E-55A6-A8D1-F8F2208D385B}" dt="2025-10-25T22:45:04.071" v="1366" actId="14100"/>
          <ac:spMkLst>
            <pc:docMk/>
            <pc:sldMk cId="2939101759" sldId="348"/>
            <ac:spMk id="12" creationId="{8DD63FE0-AFEE-1588-01E6-873595634A57}"/>
          </ac:spMkLst>
        </pc:spChg>
        <pc:spChg chg="add mod">
          <ac:chgData name="Bryan Sun" userId="851caa7714272873" providerId="LiveId" clId="{1DF0C224-3A3E-55A6-A8D1-F8F2208D385B}" dt="2025-10-25T22:47:38.548" v="1436" actId="14100"/>
          <ac:spMkLst>
            <pc:docMk/>
            <pc:sldMk cId="2939101759" sldId="348"/>
            <ac:spMk id="14" creationId="{3B05468F-237E-B3E8-A3BF-BA2A273F2AA5}"/>
          </ac:spMkLst>
        </pc:spChg>
        <pc:spChg chg="add mod">
          <ac:chgData name="Bryan Sun" userId="851caa7714272873" providerId="LiveId" clId="{1DF0C224-3A3E-55A6-A8D1-F8F2208D385B}" dt="2025-10-25T22:47:55.478" v="1457" actId="20577"/>
          <ac:spMkLst>
            <pc:docMk/>
            <pc:sldMk cId="2939101759" sldId="348"/>
            <ac:spMk id="15" creationId="{9A80D037-DCDD-E932-5B63-9BF541A96091}"/>
          </ac:spMkLst>
        </pc:spChg>
        <pc:spChg chg="add mod">
          <ac:chgData name="Bryan Sun" userId="851caa7714272873" providerId="LiveId" clId="{1DF0C224-3A3E-55A6-A8D1-F8F2208D385B}" dt="2025-10-25T22:48:15.248" v="1470" actId="14100"/>
          <ac:spMkLst>
            <pc:docMk/>
            <pc:sldMk cId="2939101759" sldId="348"/>
            <ac:spMk id="16" creationId="{A4CD47B6-376B-D83F-6A03-257499060C35}"/>
          </ac:spMkLst>
        </pc:spChg>
        <pc:spChg chg="add mod">
          <ac:chgData name="Bryan Sun" userId="851caa7714272873" providerId="LiveId" clId="{1DF0C224-3A3E-55A6-A8D1-F8F2208D385B}" dt="2025-10-25T22:48:29.983" v="1492" actId="20577"/>
          <ac:spMkLst>
            <pc:docMk/>
            <pc:sldMk cId="2939101759" sldId="348"/>
            <ac:spMk id="17" creationId="{D7B5B9A2-5F99-96E2-014B-064FCD3DB7BF}"/>
          </ac:spMkLst>
        </pc:spChg>
        <pc:spChg chg="add mod">
          <ac:chgData name="Bryan Sun" userId="851caa7714272873" providerId="LiveId" clId="{1DF0C224-3A3E-55A6-A8D1-F8F2208D385B}" dt="2025-10-25T22:48:43.505" v="1505" actId="14100"/>
          <ac:spMkLst>
            <pc:docMk/>
            <pc:sldMk cId="2939101759" sldId="348"/>
            <ac:spMk id="18" creationId="{14E6FD83-3FE5-D06F-820F-F4503C4E1358}"/>
          </ac:spMkLst>
        </pc:spChg>
        <pc:spChg chg="add mod">
          <ac:chgData name="Bryan Sun" userId="851caa7714272873" providerId="LiveId" clId="{1DF0C224-3A3E-55A6-A8D1-F8F2208D385B}" dt="2025-10-25T22:49:02.326" v="1529" actId="20577"/>
          <ac:spMkLst>
            <pc:docMk/>
            <pc:sldMk cId="2939101759" sldId="348"/>
            <ac:spMk id="19" creationId="{6E87E23A-2634-9687-4E82-EDB9E23D398F}"/>
          </ac:spMkLst>
        </pc:spChg>
        <pc:picChg chg="mod">
          <ac:chgData name="Bryan Sun" userId="851caa7714272873" providerId="LiveId" clId="{1DF0C224-3A3E-55A6-A8D1-F8F2208D385B}" dt="2025-10-25T12:18:54.432" v="1001" actId="14100"/>
          <ac:picMkLst>
            <pc:docMk/>
            <pc:sldMk cId="2939101759" sldId="348"/>
            <ac:picMk id="4" creationId="{F0571A0C-0097-9245-8D14-CDA367B59387}"/>
          </ac:picMkLst>
        </pc:picChg>
      </pc:sldChg>
      <pc:sldChg chg="modSp mod">
        <pc:chgData name="Bryan Sun" userId="851caa7714272873" providerId="LiveId" clId="{1DF0C224-3A3E-55A6-A8D1-F8F2208D385B}" dt="2025-10-25T12:22:15.894" v="1044" actId="20577"/>
        <pc:sldMkLst>
          <pc:docMk/>
          <pc:sldMk cId="3700357046" sldId="350"/>
        </pc:sldMkLst>
        <pc:spChg chg="mod">
          <ac:chgData name="Bryan Sun" userId="851caa7714272873" providerId="LiveId" clId="{1DF0C224-3A3E-55A6-A8D1-F8F2208D385B}" dt="2025-10-22T12:15:52.400" v="474" actId="14100"/>
          <ac:spMkLst>
            <pc:docMk/>
            <pc:sldMk cId="3700357046" sldId="350"/>
            <ac:spMk id="2" creationId="{1D1BA237-D01A-4A66-A279-E97CB1109157}"/>
          </ac:spMkLst>
        </pc:spChg>
        <pc:spChg chg="mod">
          <ac:chgData name="Bryan Sun" userId="851caa7714272873" providerId="LiveId" clId="{1DF0C224-3A3E-55A6-A8D1-F8F2208D385B}" dt="2025-10-25T12:22:15.894" v="1044" actId="20577"/>
          <ac:spMkLst>
            <pc:docMk/>
            <pc:sldMk cId="3700357046" sldId="350"/>
            <ac:spMk id="3" creationId="{364B6489-5513-4724-81F7-F874B8C60D21}"/>
          </ac:spMkLst>
        </pc:spChg>
        <pc:spChg chg="mod">
          <ac:chgData name="Bryan Sun" userId="851caa7714272873" providerId="LiveId" clId="{1DF0C224-3A3E-55A6-A8D1-F8F2208D385B}" dt="2025-10-22T12:14:19.879" v="442" actId="20577"/>
          <ac:spMkLst>
            <pc:docMk/>
            <pc:sldMk cId="3700357046" sldId="350"/>
            <ac:spMk id="4" creationId="{97818D57-704A-0241-80FE-088934D28197}"/>
          </ac:spMkLst>
        </pc:spChg>
        <pc:spChg chg="mod">
          <ac:chgData name="Bryan Sun" userId="851caa7714272873" providerId="LiveId" clId="{1DF0C224-3A3E-55A6-A8D1-F8F2208D385B}" dt="2025-10-22T12:11:52.322" v="338" actId="6549"/>
          <ac:spMkLst>
            <pc:docMk/>
            <pc:sldMk cId="3700357046" sldId="350"/>
            <ac:spMk id="8" creationId="{415A9BD6-13F6-4E48-996E-23FEEBCBCDD1}"/>
          </ac:spMkLst>
        </pc:spChg>
        <pc:spChg chg="mod">
          <ac:chgData name="Bryan Sun" userId="851caa7714272873" providerId="LiveId" clId="{1DF0C224-3A3E-55A6-A8D1-F8F2208D385B}" dt="2025-10-22T12:48:00.714" v="569" actId="20577"/>
          <ac:spMkLst>
            <pc:docMk/>
            <pc:sldMk cId="3700357046" sldId="350"/>
            <ac:spMk id="9" creationId="{AFC76F8A-55A3-45B0-9CF4-82DC97808144}"/>
          </ac:spMkLst>
        </pc:spChg>
        <pc:spChg chg="mod">
          <ac:chgData name="Bryan Sun" userId="851caa7714272873" providerId="LiveId" clId="{1DF0C224-3A3E-55A6-A8D1-F8F2208D385B}" dt="2025-10-22T12:15:41.665" v="472" actId="6549"/>
          <ac:spMkLst>
            <pc:docMk/>
            <pc:sldMk cId="3700357046" sldId="350"/>
            <ac:spMk id="10" creationId="{F0F380DD-D448-404F-A3E3-CE1D37FE23F6}"/>
          </ac:spMkLst>
        </pc:spChg>
        <pc:spChg chg="mod">
          <ac:chgData name="Bryan Sun" userId="851caa7714272873" providerId="LiveId" clId="{1DF0C224-3A3E-55A6-A8D1-F8F2208D385B}" dt="2025-10-22T12:49:20.803" v="694" actId="6549"/>
          <ac:spMkLst>
            <pc:docMk/>
            <pc:sldMk cId="3700357046" sldId="350"/>
            <ac:spMk id="11" creationId="{839FA345-F5E4-4D8B-B32C-7822C2FE0C81}"/>
          </ac:spMkLst>
        </pc:spChg>
        <pc:spChg chg="mod">
          <ac:chgData name="Bryan Sun" userId="851caa7714272873" providerId="LiveId" clId="{1DF0C224-3A3E-55A6-A8D1-F8F2208D385B}" dt="2025-10-22T12:48:38.921" v="610" actId="6549"/>
          <ac:spMkLst>
            <pc:docMk/>
            <pc:sldMk cId="3700357046" sldId="350"/>
            <ac:spMk id="12" creationId="{8720A0B2-5E54-426E-BA5F-741AA25B6912}"/>
          </ac:spMkLst>
        </pc:spChg>
      </pc:sldChg>
      <pc:sldChg chg="modSp mod">
        <pc:chgData name="Bryan Sun" userId="851caa7714272873" providerId="LiveId" clId="{1DF0C224-3A3E-55A6-A8D1-F8F2208D385B}" dt="2025-10-25T12:27:47.796" v="1212" actId="1076"/>
        <pc:sldMkLst>
          <pc:docMk/>
          <pc:sldMk cId="388973949" sldId="352"/>
        </pc:sldMkLst>
        <pc:spChg chg="mod">
          <ac:chgData name="Bryan Sun" userId="851caa7714272873" providerId="LiveId" clId="{1DF0C224-3A3E-55A6-A8D1-F8F2208D385B}" dt="2025-10-25T12:25:32.283" v="1131" actId="20577"/>
          <ac:spMkLst>
            <pc:docMk/>
            <pc:sldMk cId="388973949" sldId="352"/>
            <ac:spMk id="4" creationId="{97818D57-704A-0241-80FE-088934D28197}"/>
          </ac:spMkLst>
        </pc:spChg>
        <pc:spChg chg="mod">
          <ac:chgData name="Bryan Sun" userId="851caa7714272873" providerId="LiveId" clId="{1DF0C224-3A3E-55A6-A8D1-F8F2208D385B}" dt="2025-10-22T12:49:35.596" v="695" actId="2711"/>
          <ac:spMkLst>
            <pc:docMk/>
            <pc:sldMk cId="388973949" sldId="352"/>
            <ac:spMk id="6" creationId="{A17A7BA5-DD68-453A-87DA-B554E57B6390}"/>
          </ac:spMkLst>
        </pc:spChg>
        <pc:spChg chg="mod">
          <ac:chgData name="Bryan Sun" userId="851caa7714272873" providerId="LiveId" clId="{1DF0C224-3A3E-55A6-A8D1-F8F2208D385B}" dt="2025-10-22T12:49:35.596" v="695" actId="2711"/>
          <ac:spMkLst>
            <pc:docMk/>
            <pc:sldMk cId="388973949" sldId="352"/>
            <ac:spMk id="7" creationId="{3A37A4E5-E4F4-4B66-9AFA-DDE359B2C7AA}"/>
          </ac:spMkLst>
        </pc:spChg>
        <pc:spChg chg="mod">
          <ac:chgData name="Bryan Sun" userId="851caa7714272873" providerId="LiveId" clId="{1DF0C224-3A3E-55A6-A8D1-F8F2208D385B}" dt="2025-10-22T12:49:35.596" v="695" actId="2711"/>
          <ac:spMkLst>
            <pc:docMk/>
            <pc:sldMk cId="388973949" sldId="352"/>
            <ac:spMk id="8" creationId="{F1916FA0-E7B0-4AC2-9584-EAB00885D1B6}"/>
          </ac:spMkLst>
        </pc:spChg>
        <pc:spChg chg="mod">
          <ac:chgData name="Bryan Sun" userId="851caa7714272873" providerId="LiveId" clId="{1DF0C224-3A3E-55A6-A8D1-F8F2208D385B}" dt="2025-10-22T12:49:35.596" v="695" actId="2711"/>
          <ac:spMkLst>
            <pc:docMk/>
            <pc:sldMk cId="388973949" sldId="352"/>
            <ac:spMk id="9" creationId="{8E7A2DE0-716A-489F-B4F8-0E4BDA36C824}"/>
          </ac:spMkLst>
        </pc:spChg>
        <pc:spChg chg="mod">
          <ac:chgData name="Bryan Sun" userId="851caa7714272873" providerId="LiveId" clId="{1DF0C224-3A3E-55A6-A8D1-F8F2208D385B}" dt="2025-10-22T12:49:35.596" v="695" actId="2711"/>
          <ac:spMkLst>
            <pc:docMk/>
            <pc:sldMk cId="388973949" sldId="352"/>
            <ac:spMk id="10" creationId="{1FCC0108-8476-4074-A068-E671A242BCC9}"/>
          </ac:spMkLst>
        </pc:spChg>
        <pc:spChg chg="mod">
          <ac:chgData name="Bryan Sun" userId="851caa7714272873" providerId="LiveId" clId="{1DF0C224-3A3E-55A6-A8D1-F8F2208D385B}" dt="2025-10-25T12:27:47.796" v="1212" actId="1076"/>
          <ac:spMkLst>
            <pc:docMk/>
            <pc:sldMk cId="388973949" sldId="352"/>
            <ac:spMk id="11" creationId="{EE370EA7-1CCF-409E-A70C-E4408967BF20}"/>
          </ac:spMkLst>
        </pc:spChg>
        <pc:spChg chg="mod">
          <ac:chgData name="Bryan Sun" userId="851caa7714272873" providerId="LiveId" clId="{1DF0C224-3A3E-55A6-A8D1-F8F2208D385B}" dt="2025-10-25T12:27:38.673" v="1211" actId="20577"/>
          <ac:spMkLst>
            <pc:docMk/>
            <pc:sldMk cId="388973949" sldId="352"/>
            <ac:spMk id="12" creationId="{7EFAFDE7-4907-4007-A872-DE014AD7C72C}"/>
          </ac:spMkLst>
        </pc:spChg>
        <pc:spChg chg="mod">
          <ac:chgData name="Bryan Sun" userId="851caa7714272873" providerId="LiveId" clId="{1DF0C224-3A3E-55A6-A8D1-F8F2208D385B}" dt="2025-10-25T12:25:53.302" v="1164" actId="20577"/>
          <ac:spMkLst>
            <pc:docMk/>
            <pc:sldMk cId="388973949" sldId="352"/>
            <ac:spMk id="13" creationId="{BC410E82-4F63-43E6-B111-51EC3A1D7E54}"/>
          </ac:spMkLst>
        </pc:spChg>
        <pc:spChg chg="mod">
          <ac:chgData name="Bryan Sun" userId="851caa7714272873" providerId="LiveId" clId="{1DF0C224-3A3E-55A6-A8D1-F8F2208D385B}" dt="2025-10-25T12:23:59.194" v="1088" actId="14100"/>
          <ac:spMkLst>
            <pc:docMk/>
            <pc:sldMk cId="388973949" sldId="352"/>
            <ac:spMk id="15" creationId="{341275F3-BFEF-4E7D-866D-994FA1BE688A}"/>
          </ac:spMkLst>
        </pc:spChg>
        <pc:spChg chg="mod">
          <ac:chgData name="Bryan Sun" userId="851caa7714272873" providerId="LiveId" clId="{1DF0C224-3A3E-55A6-A8D1-F8F2208D385B}" dt="2025-10-22T12:49:35.596" v="695" actId="2711"/>
          <ac:spMkLst>
            <pc:docMk/>
            <pc:sldMk cId="388973949" sldId="352"/>
            <ac:spMk id="17" creationId="{BEEDB99E-036B-43D2-9DF6-F68B3CDE944B}"/>
          </ac:spMkLst>
        </pc:spChg>
      </pc:sldChg>
      <pc:sldChg chg="modSp mod modAnim">
        <pc:chgData name="Bryan Sun" userId="851caa7714272873" providerId="LiveId" clId="{1DF0C224-3A3E-55A6-A8D1-F8F2208D385B}" dt="2025-10-25T23:08:34.794" v="1667" actId="1038"/>
        <pc:sldMkLst>
          <pc:docMk/>
          <pc:sldMk cId="1886648737" sldId="357"/>
        </pc:sldMkLst>
        <pc:spChg chg="mod">
          <ac:chgData name="Bryan Sun" userId="851caa7714272873" providerId="LiveId" clId="{1DF0C224-3A3E-55A6-A8D1-F8F2208D385B}" dt="2025-10-25T23:03:46.865" v="1540" actId="403"/>
          <ac:spMkLst>
            <pc:docMk/>
            <pc:sldMk cId="1886648737" sldId="357"/>
            <ac:spMk id="3" creationId="{364B6489-5513-4724-81F7-F874B8C60D21}"/>
          </ac:spMkLst>
        </pc:spChg>
        <pc:spChg chg="mod">
          <ac:chgData name="Bryan Sun" userId="851caa7714272873" providerId="LiveId" clId="{1DF0C224-3A3E-55A6-A8D1-F8F2208D385B}" dt="2025-10-25T23:07:51.459" v="1620" actId="20577"/>
          <ac:spMkLst>
            <pc:docMk/>
            <pc:sldMk cId="1886648737" sldId="357"/>
            <ac:spMk id="5" creationId="{C3F17249-D53C-47A8-B826-917DD9CC2DD4}"/>
          </ac:spMkLst>
        </pc:spChg>
        <pc:spChg chg="mod">
          <ac:chgData name="Bryan Sun" userId="851caa7714272873" providerId="LiveId" clId="{1DF0C224-3A3E-55A6-A8D1-F8F2208D385B}" dt="2025-10-23T09:22:52.712" v="697" actId="2711"/>
          <ac:spMkLst>
            <pc:docMk/>
            <pc:sldMk cId="1886648737" sldId="357"/>
            <ac:spMk id="6" creationId="{C4C11EBB-30EF-4594-9387-559F4CC41681}"/>
          </ac:spMkLst>
        </pc:spChg>
        <pc:spChg chg="mod">
          <ac:chgData name="Bryan Sun" userId="851caa7714272873" providerId="LiveId" clId="{1DF0C224-3A3E-55A6-A8D1-F8F2208D385B}" dt="2025-10-23T09:22:52.712" v="697" actId="2711"/>
          <ac:spMkLst>
            <pc:docMk/>
            <pc:sldMk cId="1886648737" sldId="357"/>
            <ac:spMk id="7" creationId="{2692465D-1F1A-4FD6-83A5-6DFC3A56F665}"/>
          </ac:spMkLst>
        </pc:spChg>
        <pc:spChg chg="mod">
          <ac:chgData name="Bryan Sun" userId="851caa7714272873" providerId="LiveId" clId="{1DF0C224-3A3E-55A6-A8D1-F8F2208D385B}" dt="2025-10-25T23:07:38.646" v="1618" actId="1076"/>
          <ac:spMkLst>
            <pc:docMk/>
            <pc:sldMk cId="1886648737" sldId="357"/>
            <ac:spMk id="8" creationId="{C24673F8-181F-4599-99CD-705D6EA9F9E6}"/>
          </ac:spMkLst>
        </pc:spChg>
        <pc:spChg chg="mod">
          <ac:chgData name="Bryan Sun" userId="851caa7714272873" providerId="LiveId" clId="{1DF0C224-3A3E-55A6-A8D1-F8F2208D385B}" dt="2025-10-25T23:07:24.338" v="1616" actId="20577"/>
          <ac:spMkLst>
            <pc:docMk/>
            <pc:sldMk cId="1886648737" sldId="357"/>
            <ac:spMk id="9" creationId="{904FE3F8-3E65-42EC-8F47-56FB5111DDC8}"/>
          </ac:spMkLst>
        </pc:spChg>
        <pc:spChg chg="mod">
          <ac:chgData name="Bryan Sun" userId="851caa7714272873" providerId="LiveId" clId="{1DF0C224-3A3E-55A6-A8D1-F8F2208D385B}" dt="2025-10-25T23:04:44.589" v="1546" actId="20577"/>
          <ac:spMkLst>
            <pc:docMk/>
            <pc:sldMk cId="1886648737" sldId="357"/>
            <ac:spMk id="10" creationId="{0FCBC588-591D-4D50-89B9-2BDAF880E306}"/>
          </ac:spMkLst>
        </pc:spChg>
        <pc:spChg chg="mod">
          <ac:chgData name="Bryan Sun" userId="851caa7714272873" providerId="LiveId" clId="{1DF0C224-3A3E-55A6-A8D1-F8F2208D385B}" dt="2025-10-25T23:08:12.044" v="1621" actId="1076"/>
          <ac:spMkLst>
            <pc:docMk/>
            <pc:sldMk cId="1886648737" sldId="357"/>
            <ac:spMk id="11" creationId="{51B55793-79B0-452A-BA9B-A5A8E23053FD}"/>
          </ac:spMkLst>
        </pc:spChg>
        <pc:spChg chg="mod">
          <ac:chgData name="Bryan Sun" userId="851caa7714272873" providerId="LiveId" clId="{1DF0C224-3A3E-55A6-A8D1-F8F2208D385B}" dt="2025-10-25T23:08:23.285" v="1643" actId="1038"/>
          <ac:spMkLst>
            <pc:docMk/>
            <pc:sldMk cId="1886648737" sldId="357"/>
            <ac:spMk id="12" creationId="{C4876D6F-1C30-423C-90F6-C3EBC5C818D8}"/>
          </ac:spMkLst>
        </pc:spChg>
        <pc:spChg chg="mod">
          <ac:chgData name="Bryan Sun" userId="851caa7714272873" providerId="LiveId" clId="{1DF0C224-3A3E-55A6-A8D1-F8F2208D385B}" dt="2025-10-25T23:08:34.794" v="1667" actId="1038"/>
          <ac:spMkLst>
            <pc:docMk/>
            <pc:sldMk cId="1886648737" sldId="357"/>
            <ac:spMk id="13" creationId="{12F4A0FE-3CBC-4738-9D9C-677A0DF5AC84}"/>
          </ac:spMkLst>
        </pc:spChg>
      </pc:sldChg>
      <pc:sldChg chg="modSp mod">
        <pc:chgData name="Bryan Sun" userId="851caa7714272873" providerId="LiveId" clId="{1DF0C224-3A3E-55A6-A8D1-F8F2208D385B}" dt="2025-10-25T23:12:04.192" v="1777" actId="20577"/>
        <pc:sldMkLst>
          <pc:docMk/>
          <pc:sldMk cId="2391467191" sldId="361"/>
        </pc:sldMkLst>
        <pc:spChg chg="mod">
          <ac:chgData name="Bryan Sun" userId="851caa7714272873" providerId="LiveId" clId="{1DF0C224-3A3E-55A6-A8D1-F8F2208D385B}" dt="2025-10-25T23:12:04.192" v="1777" actId="20577"/>
          <ac:spMkLst>
            <pc:docMk/>
            <pc:sldMk cId="2391467191" sldId="361"/>
            <ac:spMk id="3" creationId="{364B6489-5513-4724-81F7-F874B8C60D21}"/>
          </ac:spMkLst>
        </pc:spChg>
        <pc:spChg chg="mod">
          <ac:chgData name="Bryan Sun" userId="851caa7714272873" providerId="LiveId" clId="{1DF0C224-3A3E-55A6-A8D1-F8F2208D385B}" dt="2025-10-25T23:11:24.449" v="1753" actId="1076"/>
          <ac:spMkLst>
            <pc:docMk/>
            <pc:sldMk cId="2391467191" sldId="361"/>
            <ac:spMk id="5" creationId="{33B076D9-F8A4-4BD0-A94A-3CFE7CF3AE8F}"/>
          </ac:spMkLst>
        </pc:spChg>
        <pc:spChg chg="mod">
          <ac:chgData name="Bryan Sun" userId="851caa7714272873" providerId="LiveId" clId="{1DF0C224-3A3E-55A6-A8D1-F8F2208D385B}" dt="2025-10-25T23:10:34.575" v="1726" actId="20577"/>
          <ac:spMkLst>
            <pc:docMk/>
            <pc:sldMk cId="2391467191" sldId="361"/>
            <ac:spMk id="6" creationId="{6AA6BD2E-44ED-4FFA-8021-56C25806D790}"/>
          </ac:spMkLst>
        </pc:spChg>
        <pc:spChg chg="mod">
          <ac:chgData name="Bryan Sun" userId="851caa7714272873" providerId="LiveId" clId="{1DF0C224-3A3E-55A6-A8D1-F8F2208D385B}" dt="2025-10-23T09:28:49.885" v="808" actId="20577"/>
          <ac:spMkLst>
            <pc:docMk/>
            <pc:sldMk cId="2391467191" sldId="361"/>
            <ac:spMk id="7" creationId="{7123F86B-D800-45CC-A8F1-22C2B943DF76}"/>
          </ac:spMkLst>
        </pc:spChg>
        <pc:spChg chg="mod">
          <ac:chgData name="Bryan Sun" userId="851caa7714272873" providerId="LiveId" clId="{1DF0C224-3A3E-55A6-A8D1-F8F2208D385B}" dt="2025-10-25T23:11:47.143" v="1762" actId="20577"/>
          <ac:spMkLst>
            <pc:docMk/>
            <pc:sldMk cId="2391467191" sldId="361"/>
            <ac:spMk id="8" creationId="{FDD194C9-F314-4885-BBA2-07A39836EA29}"/>
          </ac:spMkLst>
        </pc:spChg>
        <pc:spChg chg="mod">
          <ac:chgData name="Bryan Sun" userId="851caa7714272873" providerId="LiveId" clId="{1DF0C224-3A3E-55A6-A8D1-F8F2208D385B}" dt="2025-10-25T23:11:56.771" v="1769" actId="20577"/>
          <ac:spMkLst>
            <pc:docMk/>
            <pc:sldMk cId="2391467191" sldId="361"/>
            <ac:spMk id="9" creationId="{108CDC36-5B82-4904-B859-A466BD10AF31}"/>
          </ac:spMkLst>
        </pc:spChg>
      </pc:sldChg>
      <pc:sldChg chg="addSp delSp modSp mod delAnim modAnim">
        <pc:chgData name="Bryan Sun" userId="851caa7714272873" providerId="LiveId" clId="{1DF0C224-3A3E-55A6-A8D1-F8F2208D385B}" dt="2025-11-02T02:11:24.916" v="1873"/>
        <pc:sldMkLst>
          <pc:docMk/>
          <pc:sldMk cId="815647709" sldId="362"/>
        </pc:sldMkLst>
        <pc:spChg chg="mod">
          <ac:chgData name="Bryan Sun" userId="851caa7714272873" providerId="LiveId" clId="{1DF0C224-3A3E-55A6-A8D1-F8F2208D385B}" dt="2025-11-02T02:11:24.916" v="1873"/>
          <ac:spMkLst>
            <pc:docMk/>
            <pc:sldMk cId="815647709" sldId="362"/>
            <ac:spMk id="3" creationId="{364B6489-5513-4724-81F7-F874B8C60D21}"/>
          </ac:spMkLst>
        </pc:spChg>
        <pc:spChg chg="mod">
          <ac:chgData name="Bryan Sun" userId="851caa7714272873" providerId="LiveId" clId="{1DF0C224-3A3E-55A6-A8D1-F8F2208D385B}" dt="2025-10-25T23:17:07.750" v="1844" actId="20577"/>
          <ac:spMkLst>
            <pc:docMk/>
            <pc:sldMk cId="815647709" sldId="362"/>
            <ac:spMk id="5" creationId="{1E8B2A7E-CFF0-40BB-BBEA-FBDE1D26BB0B}"/>
          </ac:spMkLst>
        </pc:spChg>
        <pc:spChg chg="mod">
          <ac:chgData name="Bryan Sun" userId="851caa7714272873" providerId="LiveId" clId="{1DF0C224-3A3E-55A6-A8D1-F8F2208D385B}" dt="2025-10-25T23:12:25.205" v="1782" actId="20577"/>
          <ac:spMkLst>
            <pc:docMk/>
            <pc:sldMk cId="815647709" sldId="362"/>
            <ac:spMk id="7" creationId="{6C5D6E6E-8D4A-4530-B628-CD15305998EB}"/>
          </ac:spMkLst>
        </pc:spChg>
        <pc:spChg chg="mod">
          <ac:chgData name="Bryan Sun" userId="851caa7714272873" providerId="LiveId" clId="{1DF0C224-3A3E-55A6-A8D1-F8F2208D385B}" dt="2025-10-25T23:12:19.208" v="1781" actId="20577"/>
          <ac:spMkLst>
            <pc:docMk/>
            <pc:sldMk cId="815647709" sldId="362"/>
            <ac:spMk id="8" creationId="{BB87607E-B389-4402-A9D0-9623C5D29C4A}"/>
          </ac:spMkLst>
        </pc:spChg>
        <pc:spChg chg="mod">
          <ac:chgData name="Bryan Sun" userId="851caa7714272873" providerId="LiveId" clId="{1DF0C224-3A3E-55A6-A8D1-F8F2208D385B}" dt="2025-10-25T23:15:46.696" v="1802" actId="1037"/>
          <ac:spMkLst>
            <pc:docMk/>
            <pc:sldMk cId="815647709" sldId="362"/>
            <ac:spMk id="10" creationId="{8107B1C1-B147-43E6-9DFB-3E995A59AE49}"/>
          </ac:spMkLst>
        </pc:spChg>
        <pc:spChg chg="mod">
          <ac:chgData name="Bryan Sun" userId="851caa7714272873" providerId="LiveId" clId="{1DF0C224-3A3E-55A6-A8D1-F8F2208D385B}" dt="2025-10-25T23:15:57.219" v="1804" actId="1076"/>
          <ac:spMkLst>
            <pc:docMk/>
            <pc:sldMk cId="815647709" sldId="362"/>
            <ac:spMk id="13" creationId="{9ECA6878-7FD0-4585-A025-CB37A56DD348}"/>
          </ac:spMkLst>
        </pc:spChg>
        <pc:spChg chg="mod">
          <ac:chgData name="Bryan Sun" userId="851caa7714272873" providerId="LiveId" clId="{1DF0C224-3A3E-55A6-A8D1-F8F2208D385B}" dt="2025-10-25T23:16:03.849" v="1805" actId="1076"/>
          <ac:spMkLst>
            <pc:docMk/>
            <pc:sldMk cId="815647709" sldId="362"/>
            <ac:spMk id="15" creationId="{F8D59B9D-6708-4221-A5DD-98A11E2F73DF}"/>
          </ac:spMkLst>
        </pc:spChg>
        <pc:spChg chg="mod">
          <ac:chgData name="Bryan Sun" userId="851caa7714272873" providerId="LiveId" clId="{1DF0C224-3A3E-55A6-A8D1-F8F2208D385B}" dt="2025-10-25T23:15:46.696" v="1802" actId="1037"/>
          <ac:spMkLst>
            <pc:docMk/>
            <pc:sldMk cId="815647709" sldId="362"/>
            <ac:spMk id="16" creationId="{0DE6833B-95CD-4CD1-B1B2-885CB81133F0}"/>
          </ac:spMkLst>
        </pc:spChg>
        <pc:spChg chg="mod">
          <ac:chgData name="Bryan Sun" userId="851caa7714272873" providerId="LiveId" clId="{1DF0C224-3A3E-55A6-A8D1-F8F2208D385B}" dt="2025-10-25T23:15:46.696" v="1802" actId="1037"/>
          <ac:spMkLst>
            <pc:docMk/>
            <pc:sldMk cId="815647709" sldId="362"/>
            <ac:spMk id="17" creationId="{5D62FEE9-E164-4774-9120-78CA2CDFAA62}"/>
          </ac:spMkLst>
        </pc:spChg>
        <pc:spChg chg="mod">
          <ac:chgData name="Bryan Sun" userId="851caa7714272873" providerId="LiveId" clId="{1DF0C224-3A3E-55A6-A8D1-F8F2208D385B}" dt="2025-10-25T23:17:13.960" v="1845" actId="14100"/>
          <ac:spMkLst>
            <pc:docMk/>
            <pc:sldMk cId="815647709" sldId="362"/>
            <ac:spMk id="18" creationId="{4B4C3C94-F3C7-4876-AEB5-D81A5ADF795C}"/>
          </ac:spMkLst>
        </pc:spChg>
        <pc:picChg chg="mod">
          <ac:chgData name="Bryan Sun" userId="851caa7714272873" providerId="LiveId" clId="{1DF0C224-3A3E-55A6-A8D1-F8F2208D385B}" dt="2025-10-25T23:15:46.696" v="1802" actId="1037"/>
          <ac:picMkLst>
            <pc:docMk/>
            <pc:sldMk cId="815647709" sldId="362"/>
            <ac:picMk id="11" creationId="{56E85B03-54F5-4001-A9E1-6FDC49E04D79}"/>
          </ac:picMkLst>
        </pc:picChg>
        <pc:picChg chg="mod">
          <ac:chgData name="Bryan Sun" userId="851caa7714272873" providerId="LiveId" clId="{1DF0C224-3A3E-55A6-A8D1-F8F2208D385B}" dt="2025-10-25T23:15:46.696" v="1802" actId="1037"/>
          <ac:picMkLst>
            <pc:docMk/>
            <pc:sldMk cId="815647709" sldId="362"/>
            <ac:picMk id="12" creationId="{6F1A36E9-DA64-46D9-9131-FD4928739875}"/>
          </ac:picMkLst>
        </pc:picChg>
        <pc:picChg chg="mod">
          <ac:chgData name="Bryan Sun" userId="851caa7714272873" providerId="LiveId" clId="{1DF0C224-3A3E-55A6-A8D1-F8F2208D385B}" dt="2025-10-25T23:15:46.696" v="1802" actId="1037"/>
          <ac:picMkLst>
            <pc:docMk/>
            <pc:sldMk cId="815647709" sldId="362"/>
            <ac:picMk id="14" creationId="{3930AF42-7A36-4B99-8FB0-542343A24DDC}"/>
          </ac:picMkLst>
        </pc:picChg>
        <pc:cxnChg chg="mod">
          <ac:chgData name="Bryan Sun" userId="851caa7714272873" providerId="LiveId" clId="{1DF0C224-3A3E-55A6-A8D1-F8F2208D385B}" dt="2025-10-25T23:18:14.418" v="1850" actId="14100"/>
          <ac:cxnSpMkLst>
            <pc:docMk/>
            <pc:sldMk cId="815647709" sldId="362"/>
            <ac:cxnSpMk id="22" creationId="{AAA9F176-2A13-4626-9543-73380D2BAC0C}"/>
          </ac:cxnSpMkLst>
        </pc:cxnChg>
      </pc:sldChg>
      <pc:sldChg chg="modSp mod">
        <pc:chgData name="Bryan Sun" userId="851caa7714272873" providerId="LiveId" clId="{1DF0C224-3A3E-55A6-A8D1-F8F2208D385B}" dt="2025-10-25T23:18:57.784" v="1855" actId="20577"/>
        <pc:sldMkLst>
          <pc:docMk/>
          <pc:sldMk cId="2397196102" sldId="363"/>
        </pc:sldMkLst>
        <pc:spChg chg="mod">
          <ac:chgData name="Bryan Sun" userId="851caa7714272873" providerId="LiveId" clId="{1DF0C224-3A3E-55A6-A8D1-F8F2208D385B}" dt="2025-10-25T23:18:57.784" v="1855" actId="20577"/>
          <ac:spMkLst>
            <pc:docMk/>
            <pc:sldMk cId="2397196102" sldId="363"/>
            <ac:spMk id="6" creationId="{C90E7E59-03DB-49DC-8E37-5F868383B7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NOIP </a:t>
            </a:r>
            <a:r>
              <a:rPr lang="en" altLang="en-US" dirty="0"/>
              <a:t>Language Basics (12)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Files</a:t>
            </a:r>
            <a:endParaRPr lang="e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789661" y="6206490"/>
            <a:ext cx="22140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100" dirty="0">
                <a:latin typeface="华文楷体" panose="02010600040101010101" pitchFamily="2" charset="-122"/>
                <a:ea typeface="华文楷体" panose="02010600040101010101" pitchFamily="2" charset="-122"/>
              </a:rPr>
              <a:t>Mr.</a:t>
            </a:r>
            <a:r>
              <a:rPr lang="zh-CN" altLang="en-US" sz="11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" altLang="en-US" sz="1100" dirty="0">
                <a:latin typeface="华文楷体" panose="02010600040101010101" pitchFamily="2" charset="-122"/>
                <a:ea typeface="华文楷体" panose="02010600040101010101" pitchFamily="2" charset="-122"/>
              </a:rPr>
              <a:t>Gao's Algorithm Competition </a:t>
            </a:r>
          </a:p>
          <a:p>
            <a:pPr algn="r"/>
            <a:r>
              <a:rPr lang="en" altLang="en-US" sz="1100" dirty="0">
                <a:latin typeface="华文楷体" panose="02010600040101010101" pitchFamily="2" charset="-122"/>
                <a:ea typeface="华文楷体" panose="02010600040101010101" pitchFamily="2" charset="-122"/>
              </a:rPr>
              <a:t>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6084664" cy="5371890"/>
          </a:xfrm>
        </p:spPr>
        <p:txBody>
          <a:bodyPr>
            <a:normAutofit lnSpcReduction="10000"/>
          </a:bodyPr>
          <a:lstStyle/>
          <a:p>
            <a:r>
              <a:rPr lang="en" altLang="en-US" sz="20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 collection of data stored on external media</a:t>
            </a:r>
            <a:endParaRPr lang="en-US" altLang="zh-CN" sz="20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en" altLang="en-US" sz="20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In plain language: save data on disk as a sequence of bytes</a:t>
            </a:r>
            <a:endParaRPr lang="en-US" altLang="zh-CN" sz="20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Types</a:t>
            </a:r>
            <a:r>
              <a:rPr lang="en" altLang="en-US" sz="20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of files</a:t>
            </a:r>
            <a:endParaRPr lang="en-US" altLang="zh-CN" sz="20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Binary files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Text files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en" altLang="en-US" sz="20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Binary files</a:t>
            </a:r>
            <a:endParaRPr lang="en-US" altLang="zh-CN" sz="20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Pro: high efficiency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Con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You need to know the encoding format to decode it correctly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en" altLang="en-US" sz="20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Text file:</a:t>
            </a:r>
            <a:endParaRPr lang="en-US" altLang="zh-CN" sz="20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Pro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Directly translate into text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using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ASCII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table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Con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low efficiency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7F137E-29E8-EF4E-B734-7F2194BC3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276" y="2926830"/>
            <a:ext cx="4284133" cy="169765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8D2572B-AD75-4860-89AD-27D193E42FA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What is a file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C26A64-B8C3-4EFC-9CD7-58C7C9B5398D}"/>
              </a:ext>
            </a:extLst>
          </p:cNvPr>
          <p:cNvSpPr/>
          <p:nvPr/>
        </p:nvSpPr>
        <p:spPr>
          <a:xfrm>
            <a:off x="3990946" y="4162819"/>
            <a:ext cx="24768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When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opened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</a:t>
            </a:r>
            <a:r>
              <a:rPr lang="en" altLang="en-US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ith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text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editor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, you see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meaningless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characters.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D45D1A-C10D-44EF-B3FF-5D6E46805401}"/>
              </a:ext>
            </a:extLst>
          </p:cNvPr>
          <p:cNvSpPr/>
          <p:nvPr/>
        </p:nvSpPr>
        <p:spPr>
          <a:xfrm>
            <a:off x="3990946" y="5510409"/>
            <a:ext cx="24768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an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open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directly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with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text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editors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(Notepad, </a:t>
            </a:r>
            <a:r>
              <a:rPr lang="en-US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VSCode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, etc.)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.</a:t>
            </a:r>
            <a:endParaRPr lang="en" altLang="en-US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64990-1491-4713-F56B-597FDA81C5E1}"/>
              </a:ext>
            </a:extLst>
          </p:cNvPr>
          <p:cNvSpPr txBox="1"/>
          <p:nvPr/>
        </p:nvSpPr>
        <p:spPr>
          <a:xfrm rot="21216741">
            <a:off x="7724974" y="2962500"/>
            <a:ext cx="176739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Binary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format</a:t>
            </a:r>
            <a:endParaRPr lang="en-AU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F93510-38B2-E253-4B86-A7F3F2C7B1CA}"/>
              </a:ext>
            </a:extLst>
          </p:cNvPr>
          <p:cNvSpPr txBox="1"/>
          <p:nvPr/>
        </p:nvSpPr>
        <p:spPr>
          <a:xfrm rot="473191">
            <a:off x="7727520" y="3800629"/>
            <a:ext cx="176739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Binary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format</a:t>
            </a:r>
            <a:endParaRPr lang="en-AU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E3B0CE-7C9F-4090-622A-24E6DC851CD9}"/>
              </a:ext>
            </a:extLst>
          </p:cNvPr>
          <p:cNvSpPr txBox="1"/>
          <p:nvPr/>
        </p:nvSpPr>
        <p:spPr>
          <a:xfrm rot="473191">
            <a:off x="7739422" y="3726119"/>
            <a:ext cx="176739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Text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format</a:t>
            </a:r>
            <a:endParaRPr lang="en-AU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Where are they?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Program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Memory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Disk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</a:p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Operation process (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see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figure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How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C++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programs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operate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 buffers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Stream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-oriented</a:t>
            </a:r>
          </a:p>
          <a:p>
            <a:pPr lvl="1"/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I/O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method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Types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trea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m-oriented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files</a:t>
            </a:r>
          </a:p>
          <a:p>
            <a:pPr lvl="1"/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stream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class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es</a:t>
            </a:r>
          </a:p>
          <a:p>
            <a:pPr lvl="1"/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ILE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pointer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endParaRPr lang="en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571A0C-0097-9245-8D14-CDA367B59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590" y="1486109"/>
            <a:ext cx="4206185" cy="451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7708649-DEC0-EF42-8A7C-7E9406DFF0D7}"/>
              </a:ext>
            </a:extLst>
          </p:cNvPr>
          <p:cNvSpPr/>
          <p:nvPr/>
        </p:nvSpPr>
        <p:spPr>
          <a:xfrm>
            <a:off x="5960533" y="5757333"/>
            <a:ext cx="609600" cy="389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ptos Display" panose="020B00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5FCF6F-A941-4B44-B194-1E6B086551E6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Programs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D1ECFD-9032-458B-8BD2-DCB9D428D01A}"/>
              </a:ext>
            </a:extLst>
          </p:cNvPr>
          <p:cNvSpPr/>
          <p:nvPr/>
        </p:nvSpPr>
        <p:spPr>
          <a:xfrm>
            <a:off x="3386142" y="3988984"/>
            <a:ext cx="24768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Informatics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competitions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only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focus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stream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endParaRPr lang="en" altLang="en-US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37DCD0-A54A-42A2-B30E-D8A89642C564}"/>
              </a:ext>
            </a:extLst>
          </p:cNvPr>
          <p:cNvSpPr/>
          <p:nvPr/>
        </p:nvSpPr>
        <p:spPr>
          <a:xfrm>
            <a:off x="3326311" y="5952066"/>
            <a:ext cx="24768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at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this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stage</a:t>
            </a:r>
            <a:endParaRPr lang="en" altLang="en-US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B4DA47-3863-1338-D36B-2BB1B2E92622}"/>
              </a:ext>
            </a:extLst>
          </p:cNvPr>
          <p:cNvSpPr txBox="1"/>
          <p:nvPr/>
        </p:nvSpPr>
        <p:spPr>
          <a:xfrm>
            <a:off x="7865326" y="1831985"/>
            <a:ext cx="1070518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Inp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ut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buffer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F951F-4462-152A-6622-A53BF236057B}"/>
              </a:ext>
            </a:extLst>
          </p:cNvPr>
          <p:cNvSpPr txBox="1"/>
          <p:nvPr/>
        </p:nvSpPr>
        <p:spPr>
          <a:xfrm>
            <a:off x="7928516" y="2735481"/>
            <a:ext cx="1070518" cy="2049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Aptos Display" panose="020B0004020202020204" pitchFamily="34" charset="0"/>
              </a:rPr>
              <a:t>Output</a:t>
            </a:r>
            <a:r>
              <a:rPr lang="zh-CN" altLang="en-US" sz="11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r>
              <a:rPr lang="zh-CN" altLang="en-US" sz="11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ptos Display" panose="020B0004020202020204" pitchFamily="34" charset="0"/>
              </a:rPr>
              <a:t>buffer</a:t>
            </a:r>
            <a:endParaRPr lang="en-AU" sz="11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F7DC3-84FB-E6CA-6419-7B98D4FB12B7}"/>
              </a:ext>
            </a:extLst>
          </p:cNvPr>
          <p:cNvSpPr txBox="1"/>
          <p:nvPr/>
        </p:nvSpPr>
        <p:spPr>
          <a:xfrm>
            <a:off x="9678017" y="2398479"/>
            <a:ext cx="508170" cy="2573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Disk</a:t>
            </a:r>
            <a:endParaRPr lang="en-AU" sz="11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D63FE0-AFEE-1588-01E6-873595634A57}"/>
              </a:ext>
            </a:extLst>
          </p:cNvPr>
          <p:cNvSpPr txBox="1"/>
          <p:nvPr/>
        </p:nvSpPr>
        <p:spPr>
          <a:xfrm>
            <a:off x="6570133" y="2423322"/>
            <a:ext cx="782238" cy="2573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Pgm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data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05468F-237E-B3E8-A3BF-BA2A273F2AA5}"/>
              </a:ext>
            </a:extLst>
          </p:cNvPr>
          <p:cNvSpPr txBox="1"/>
          <p:nvPr/>
        </p:nvSpPr>
        <p:spPr>
          <a:xfrm>
            <a:off x="6486292" y="3745109"/>
            <a:ext cx="1442224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Define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variable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80D037-DCDD-E932-5B63-9BF541A96091}"/>
              </a:ext>
            </a:extLst>
          </p:cNvPr>
          <p:cNvSpPr txBox="1"/>
          <p:nvPr/>
        </p:nvSpPr>
        <p:spPr>
          <a:xfrm>
            <a:off x="8610687" y="3745109"/>
            <a:ext cx="1442224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Create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buffer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CD47B6-376B-D83F-6A03-257499060C35}"/>
              </a:ext>
            </a:extLst>
          </p:cNvPr>
          <p:cNvSpPr txBox="1"/>
          <p:nvPr/>
        </p:nvSpPr>
        <p:spPr>
          <a:xfrm>
            <a:off x="6690731" y="4295955"/>
            <a:ext cx="1070517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Open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B5B9A2-5F99-96E2-014B-064FCD3DB7BF}"/>
              </a:ext>
            </a:extLst>
          </p:cNvPr>
          <p:cNvSpPr txBox="1"/>
          <p:nvPr/>
        </p:nvSpPr>
        <p:spPr>
          <a:xfrm>
            <a:off x="6570133" y="4890097"/>
            <a:ext cx="1358383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Read/write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E6FD83-3FE5-D06F-820F-F4503C4E1358}"/>
              </a:ext>
            </a:extLst>
          </p:cNvPr>
          <p:cNvSpPr txBox="1"/>
          <p:nvPr/>
        </p:nvSpPr>
        <p:spPr>
          <a:xfrm>
            <a:off x="6759703" y="5440943"/>
            <a:ext cx="1001545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Close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87E23A-2634-9687-4E82-EDB9E23D398F}"/>
              </a:ext>
            </a:extLst>
          </p:cNvPr>
          <p:cNvSpPr txBox="1"/>
          <p:nvPr/>
        </p:nvSpPr>
        <p:spPr>
          <a:xfrm>
            <a:off x="8676472" y="5440943"/>
            <a:ext cx="1376439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Flush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buffer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10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4502988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Header file: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&lt;</a:t>
            </a:r>
            <a:r>
              <a:rPr lang="en" altLang="zh-CN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fstream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</a:t>
            </a:r>
          </a:p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Class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es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ifstream / ofstream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Operations: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&gt;&gt;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</a:p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Close statement: </a:t>
            </a:r>
            <a:r>
              <a:rPr lang="en" altLang="zh-CN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fin.close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818D57-704A-0241-80FE-088934D28197}"/>
              </a:ext>
            </a:extLst>
          </p:cNvPr>
          <p:cNvSpPr txBox="1">
            <a:spLocks/>
          </p:cNvSpPr>
          <p:nvPr/>
        </p:nvSpPr>
        <p:spPr>
          <a:xfrm>
            <a:off x="5562600" y="1486109"/>
            <a:ext cx="5281612" cy="5282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#include &lt;bits/stdc++.h&gt;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ifstream fin("</a:t>
            </a:r>
            <a:r>
              <a:rPr lang="en" altLang="zh-CN" sz="16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ab.in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ofstream fout("</a:t>
            </a:r>
            <a:r>
              <a:rPr lang="en" altLang="zh-CN" sz="16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ab.out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a,b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int main()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fin&gt;&gt;a&gt;&gt;b;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fout&lt;&lt;</a:t>
            </a:r>
            <a:r>
              <a:rPr lang="en" altLang="zh-CN" sz="16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a+b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&lt;&lt;endl;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return 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9FE863-43B6-46F9-A6C5-F37F7D091190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zh-CN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tream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class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E9B2F5-5E83-4801-AC6B-47AF1488A3C7}"/>
              </a:ext>
            </a:extLst>
          </p:cNvPr>
          <p:cNvSpPr/>
          <p:nvPr/>
        </p:nvSpPr>
        <p:spPr>
          <a:xfrm>
            <a:off x="8935294" y="2274835"/>
            <a:ext cx="15266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fout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 custom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can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whatever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names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like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6000D9-01A6-4B4C-B87F-EB85D1EC06B9}"/>
              </a:ext>
            </a:extLst>
          </p:cNvPr>
          <p:cNvSpPr/>
          <p:nvPr/>
        </p:nvSpPr>
        <p:spPr>
          <a:xfrm>
            <a:off x="8935293" y="4249428"/>
            <a:ext cx="15266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Replace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fout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zh-CN" altLang="en-US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36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2509431" cy="3415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(Early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days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 Some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OI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questions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required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logic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determine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end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due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unknown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size.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818D57-704A-0241-80FE-088934D28197}"/>
              </a:ext>
            </a:extLst>
          </p:cNvPr>
          <p:cNvSpPr txBox="1">
            <a:spLocks/>
          </p:cNvSpPr>
          <p:nvPr/>
        </p:nvSpPr>
        <p:spPr>
          <a:xfrm>
            <a:off x="3688041" y="1476796"/>
            <a:ext cx="2781300" cy="4986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#include &lt;bits/stdc ++.h&gt;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ifstream fin("sum.in");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ofstream fout ("sum.out");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2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x,sum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while(</a:t>
            </a:r>
            <a:r>
              <a:rPr lang="en" altLang="zh-CN" sz="12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fin&gt;&gt;x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sum+=x;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fout&lt;&lt;sum&lt;&lt;endl;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return 0;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5A9BD6-13F6-4E48-996E-23FEEBCBCDD1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etermin</a:t>
            </a:r>
            <a:r>
              <a:rPr lang="en-US" altLang="zh-CN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ing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end of input data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C76F8A-55A3-45B0-9CF4-82DC97808144}"/>
              </a:ext>
            </a:extLst>
          </p:cNvPr>
          <p:cNvSpPr/>
          <p:nvPr/>
        </p:nvSpPr>
        <p:spPr>
          <a:xfrm>
            <a:off x="5717277" y="2962969"/>
            <a:ext cx="149271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Use the return value of operator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&gt;&gt;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judge.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false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means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end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This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way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recommended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less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prone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mistakes.</a:t>
            </a:r>
            <a:endParaRPr lang="en" altLang="en-US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F0F380DD-D448-404F-A3E3-CE1D37FE23F6}"/>
              </a:ext>
            </a:extLst>
          </p:cNvPr>
          <p:cNvSpPr txBox="1">
            <a:spLocks/>
          </p:cNvSpPr>
          <p:nvPr/>
        </p:nvSpPr>
        <p:spPr>
          <a:xfrm>
            <a:off x="7577138" y="1476795"/>
            <a:ext cx="2781300" cy="4986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#include &lt;bits/stdc++.h&gt;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ifstream fin("sum.in");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ofstream fout("sum.out");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int x,sum;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while(</a:t>
            </a:r>
            <a:r>
              <a:rPr lang="en" altLang="zh-CN" sz="1200" dirty="0">
                <a:solidFill>
                  <a:srgbClr val="FF0000"/>
                </a:solidFill>
                <a:latin typeface="JetBrains Mono" panose="020B0509020102050004" pitchFamily="49" charset="77"/>
              </a:rPr>
              <a:t>!</a:t>
            </a:r>
            <a:r>
              <a:rPr lang="en" altLang="zh-CN" sz="1200" dirty="0" err="1">
                <a:solidFill>
                  <a:srgbClr val="FF0000"/>
                </a:solidFill>
                <a:latin typeface="JetBrains Mono" panose="020B0509020102050004" pitchFamily="49" charset="77"/>
              </a:rPr>
              <a:t>fin.eof</a:t>
            </a:r>
            <a:r>
              <a:rPr lang="en" altLang="zh-CN" sz="1200" dirty="0">
                <a:solidFill>
                  <a:srgbClr val="FF0000"/>
                </a:solidFill>
                <a:latin typeface="JetBrains Mono" panose="020B0509020102050004" pitchFamily="49" charset="77"/>
              </a:rPr>
              <a:t>()</a:t>
            </a:r>
            <a:r>
              <a:rPr lang="en" altLang="zh-CN" sz="1200" dirty="0">
                <a:latin typeface="JetBrains Mono" panose="020B0509020102050004" pitchFamily="49" charset="7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JetBrains Mono" panose="020B0509020102050004" pitchFamily="49" charset="77"/>
              </a:rPr>
              <a:t>        </a:t>
            </a:r>
            <a:r>
              <a:rPr lang="en" altLang="zh-CN" sz="1200" dirty="0">
                <a:latin typeface="JetBrains Mono" panose="020B0509020102050004" pitchFamily="49" charset="77"/>
              </a:rPr>
              <a:t>fin&gt;&gt;x, sum+=x;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    fout&lt;&lt;sum&lt;&lt;endl;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return 0;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9FA345-F5E4-4D8B-B32C-7822C2FE0C81}"/>
              </a:ext>
            </a:extLst>
          </p:cNvPr>
          <p:cNvSpPr/>
          <p:nvPr/>
        </p:nvSpPr>
        <p:spPr>
          <a:xfrm>
            <a:off x="9837732" y="3071997"/>
            <a:ext cx="14755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This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way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depends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work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intended.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More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mistake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prone,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 recommended.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1BA237-D01A-4A66-A279-E97CB1109157}"/>
              </a:ext>
            </a:extLst>
          </p:cNvPr>
          <p:cNvSpPr/>
          <p:nvPr/>
        </p:nvSpPr>
        <p:spPr>
          <a:xfrm>
            <a:off x="7577138" y="2118600"/>
            <a:ext cx="2596672" cy="4860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20A0B2-5E54-426E-BA5F-741AA25B6912}"/>
              </a:ext>
            </a:extLst>
          </p:cNvPr>
          <p:cNvSpPr/>
          <p:nvPr/>
        </p:nvSpPr>
        <p:spPr>
          <a:xfrm>
            <a:off x="10258588" y="1946128"/>
            <a:ext cx="13074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" altLang="en-US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ile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opened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at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start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program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execution.</a:t>
            </a:r>
          </a:p>
        </p:txBody>
      </p:sp>
    </p:spTree>
    <p:extLst>
      <p:ext uri="{BB962C8B-B14F-4D97-AF65-F5344CB8AC3E}">
        <p14:creationId xmlns:p14="http://schemas.microsoft.com/office/powerpoint/2010/main" val="370035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9" grpId="0"/>
      <p:bldP spid="10" grpId="0"/>
      <p:bldP spid="11" grpId="0"/>
      <p:bldP spid="2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818D57-704A-0241-80FE-088934D28197}"/>
              </a:ext>
            </a:extLst>
          </p:cNvPr>
          <p:cNvSpPr txBox="1">
            <a:spLocks/>
          </p:cNvSpPr>
          <p:nvPr/>
        </p:nvSpPr>
        <p:spPr>
          <a:xfrm>
            <a:off x="5562600" y="1486109"/>
            <a:ext cx="5281612" cy="5536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#include &lt;bits/stdc++.h&gt;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ifstream fin;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ofstream fout;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int </a:t>
            </a:r>
            <a:r>
              <a:rPr lang="en" altLang="zh-CN" dirty="0" err="1">
                <a:latin typeface="JetBrains Mono" panose="020B0509020102050004" pitchFamily="49" charset="77"/>
              </a:rPr>
              <a:t>x,sum</a:t>
            </a:r>
            <a:r>
              <a:rPr lang="en" altLang="zh-CN" dirty="0">
                <a:latin typeface="JetBrains Mono" panose="020B0509020102050004" pitchFamily="49" charset="77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latin typeface="JetBrains Mono" panose="020B0509020102050004" pitchFamily="49" charset="77"/>
              </a:rPr>
              <a:t>fin.open</a:t>
            </a:r>
            <a:r>
              <a:rPr lang="en" altLang="zh-CN" dirty="0">
                <a:latin typeface="JetBrains Mono" panose="020B0509020102050004" pitchFamily="49" charset="77"/>
              </a:rPr>
              <a:t>("sum.in");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    fout.open("sum.out");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JetBrains Mono" panose="020B0509020102050004" pitchFamily="49" charset="77"/>
              </a:rPr>
              <a:t>    </a:t>
            </a:r>
            <a:r>
              <a:rPr lang="en-US" altLang="zh-CN" dirty="0">
                <a:latin typeface="JetBrains Mono" panose="020B0509020102050004" pitchFamily="49" charset="77"/>
              </a:rPr>
              <a:t>w</a:t>
            </a:r>
            <a:r>
              <a:rPr lang="en" altLang="zh-CN" dirty="0">
                <a:latin typeface="JetBrains Mono" panose="020B0509020102050004" pitchFamily="49" charset="77"/>
              </a:rPr>
              <a:t>hile (fin&gt;&gt;x)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JetBrains Mono" panose="020B0509020102050004" pitchFamily="49" charset="77"/>
              </a:rPr>
              <a:t>        </a:t>
            </a:r>
            <a:r>
              <a:rPr lang="en" altLang="zh-CN" dirty="0">
                <a:latin typeface="JetBrains Mono" panose="020B0509020102050004" pitchFamily="49" charset="77"/>
              </a:rPr>
              <a:t>sum+=x;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JetBrains Mono" panose="020B0509020102050004" pitchFamily="49" charset="77"/>
              </a:rPr>
              <a:t>    </a:t>
            </a:r>
            <a:r>
              <a:rPr lang="en" altLang="zh-CN" dirty="0">
                <a:latin typeface="JetBrains Mono" panose="020B0509020102050004" pitchFamily="49" charset="77"/>
              </a:rPr>
              <a:t>fout&lt;&lt;sum&lt;&lt;endl 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latin typeface="JetBrains Mono" panose="020B0509020102050004" pitchFamily="49" charset="77"/>
              </a:rPr>
              <a:t>fin.close</a:t>
            </a:r>
            <a:r>
              <a:rPr lang="en" altLang="zh-CN" dirty="0">
                <a:latin typeface="JetBrains Mono" panose="020B0509020102050004" pitchFamily="49" charset="77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latin typeface="JetBrains Mono" panose="020B0509020102050004" pitchFamily="49" charset="77"/>
              </a:rPr>
              <a:t>fout.close</a:t>
            </a:r>
            <a:r>
              <a:rPr lang="en" altLang="zh-CN" dirty="0">
                <a:latin typeface="JetBrains Mono" panose="020B0509020102050004" pitchFamily="49" charset="77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JetBrains Mono" panose="020B0509020102050004" pitchFamily="49" charset="77"/>
              </a:rPr>
              <a:t>    </a:t>
            </a:r>
            <a:r>
              <a:rPr lang="en" altLang="zh-CN" dirty="0">
                <a:latin typeface="JetBrains Mono" panose="020B0509020102050004" pitchFamily="49" charset="77"/>
              </a:rPr>
              <a:t>return 0;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916FA0-E7B0-4AC2-9584-EAB00885D1B6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Opening and closing files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7A7BA5-DD68-453A-87DA-B554E57B6390}"/>
              </a:ext>
            </a:extLst>
          </p:cNvPr>
          <p:cNvSpPr/>
          <p:nvPr/>
        </p:nvSpPr>
        <p:spPr>
          <a:xfrm>
            <a:off x="5562600" y="2211506"/>
            <a:ext cx="1539536" cy="626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37A4E5-E4F4-4B66-9AFA-DDE359B2C7AA}"/>
              </a:ext>
            </a:extLst>
          </p:cNvPr>
          <p:cNvSpPr/>
          <p:nvPr/>
        </p:nvSpPr>
        <p:spPr>
          <a:xfrm>
            <a:off x="5910332" y="3482267"/>
            <a:ext cx="2292635" cy="626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7A2DE0-716A-489F-B4F8-0E4BDA36C824}"/>
              </a:ext>
            </a:extLst>
          </p:cNvPr>
          <p:cNvSpPr/>
          <p:nvPr/>
        </p:nvSpPr>
        <p:spPr>
          <a:xfrm>
            <a:off x="5910332" y="5085406"/>
            <a:ext cx="1546911" cy="626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CC0108-8476-4074-A068-E671A242BCC9}"/>
              </a:ext>
            </a:extLst>
          </p:cNvPr>
          <p:cNvSpPr/>
          <p:nvPr/>
        </p:nvSpPr>
        <p:spPr>
          <a:xfrm>
            <a:off x="7102135" y="2293791"/>
            <a:ext cx="17577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file is not open at this time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370EA7-1CCF-409E-A70C-E4408967BF20}"/>
              </a:ext>
            </a:extLst>
          </p:cNvPr>
          <p:cNvSpPr/>
          <p:nvPr/>
        </p:nvSpPr>
        <p:spPr>
          <a:xfrm>
            <a:off x="8325763" y="3462173"/>
            <a:ext cx="17577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 you need to open a file, call the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open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 to open it.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FAFDE7-4907-4007-A872-DE014AD7C72C}"/>
              </a:ext>
            </a:extLst>
          </p:cNvPr>
          <p:cNvSpPr/>
          <p:nvPr/>
        </p:nvSpPr>
        <p:spPr>
          <a:xfrm>
            <a:off x="7457243" y="5260024"/>
            <a:ext cx="21839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close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 is used to close the file. 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competitions,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these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statements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can be omitted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410E82-4F63-43E6-B111-51EC3A1D7E54}"/>
              </a:ext>
            </a:extLst>
          </p:cNvPr>
          <p:cNvSpPr/>
          <p:nvPr/>
        </p:nvSpPr>
        <p:spPr>
          <a:xfrm>
            <a:off x="3142695" y="3462173"/>
            <a:ext cx="28652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file being opened must be in the same folder as 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source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executable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files.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41275F3-BFEF-4E7D-866D-994FA1BE6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2700081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In some special cases, file variables cannot be initiali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sed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and need to be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opened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and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closed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with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the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open/close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f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unction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s.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EDB99E-036B-43D2-9DF6-F68B3CDE944B}"/>
              </a:ext>
            </a:extLst>
          </p:cNvPr>
          <p:cNvSpPr/>
          <p:nvPr/>
        </p:nvSpPr>
        <p:spPr>
          <a:xfrm>
            <a:off x="3740493" y="3923838"/>
            <a:ext cx="20470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 can also use an absolute path: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fin.open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("C:/sum.in");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 a relative path: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fin.open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("../sum.in");</a:t>
            </a:r>
          </a:p>
        </p:txBody>
      </p:sp>
    </p:spTree>
    <p:extLst>
      <p:ext uri="{BB962C8B-B14F-4D97-AF65-F5344CB8AC3E}">
        <p14:creationId xmlns:p14="http://schemas.microsoft.com/office/powerpoint/2010/main" val="38897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9" grpId="0" animBg="1"/>
      <p:bldP spid="10" grpId="0"/>
      <p:bldP spid="11" grpId="0"/>
      <p:bldP spid="12" grpId="0"/>
      <p:bldP spid="13" grpId="0"/>
      <p:bldP spid="15" grpId="0" uiExpand="1" build="p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034" y="1273684"/>
            <a:ext cx="3209807" cy="5282749"/>
          </a:xfrm>
        </p:spPr>
        <p:txBody>
          <a:bodyPr>
            <a:normAutofit/>
          </a:bodyPr>
          <a:lstStyle/>
          <a:p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tandard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input and standard output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input device used by </a:t>
            </a:r>
            <a:r>
              <a:rPr lang="en" altLang="zh-CN" sz="14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 </a:t>
            </a:r>
            <a:r>
              <a:rPr lang="en" altLang="zh-CN" sz="14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scanf</a:t>
            </a: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the keyboard (console), also known as standard input: </a:t>
            </a:r>
            <a:r>
              <a:rPr lang="en" altLang="zh-CN" sz="1400" b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stdin</a:t>
            </a:r>
          </a:p>
          <a:p>
            <a:pPr lvl="1"/>
            <a:r>
              <a:rPr lang="en" altLang="zh-CN" sz="14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 </a:t>
            </a:r>
            <a:r>
              <a:rPr lang="en" altLang="zh-CN" sz="14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printf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the display (console), also known as standard output: </a:t>
            </a:r>
            <a:r>
              <a:rPr lang="en" altLang="zh-CN" sz="1400" b="1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stdout</a:t>
            </a:r>
            <a:endParaRPr lang="en-US" altLang="zh-CN" sz="1400" b="1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C++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language can use the </a:t>
            </a:r>
            <a:r>
              <a:rPr lang="en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freopen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 to redirect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stdin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stdout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related files, turning the original standard input and standard output into file input and file output.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92465D-1F1A-4FD6-83A5-6DFC3A56F66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 redirection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3F17249-D53C-47A8-B826-917DD9CC2DD4}"/>
              </a:ext>
            </a:extLst>
          </p:cNvPr>
          <p:cNvSpPr txBox="1">
            <a:spLocks/>
          </p:cNvSpPr>
          <p:nvPr/>
        </p:nvSpPr>
        <p:spPr>
          <a:xfrm>
            <a:off x="3920690" y="1273685"/>
            <a:ext cx="3886463" cy="380494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#include &lt;bits/stdc++.h&gt;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n,x,sum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freopen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("</a:t>
            </a:r>
            <a:r>
              <a:rPr lang="en" altLang="zh-CN" sz="14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ab.in","r",stdin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freopen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(“</a:t>
            </a:r>
            <a:r>
              <a:rPr lang="en" altLang="zh-CN" sz="14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ab.out”,“w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”,</a:t>
            </a:r>
            <a:r>
              <a:rPr lang="zh-CN" altLang="en-US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stdout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&gt;&gt;n;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for(int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=0;i&lt;n;++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&gt;&gt;x;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sum+=x;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&lt;&lt;sum&lt;&lt;endl;</a:t>
            </a:r>
            <a:endParaRPr lang="en-US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return 0;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C11EBB-30EF-4594-9387-559F4CC41681}"/>
              </a:ext>
            </a:extLst>
          </p:cNvPr>
          <p:cNvSpPr/>
          <p:nvPr/>
        </p:nvSpPr>
        <p:spPr>
          <a:xfrm>
            <a:off x="4280497" y="2290225"/>
            <a:ext cx="3143054" cy="533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4673F8-181F-4599-99CD-705D6EA9F9E6}"/>
              </a:ext>
            </a:extLst>
          </p:cNvPr>
          <p:cNvSpPr/>
          <p:nvPr/>
        </p:nvSpPr>
        <p:spPr>
          <a:xfrm>
            <a:off x="7567463" y="2121121"/>
            <a:ext cx="44452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b="1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stdin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redirected to the file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ab.in.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All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subsequent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(or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scanf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)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code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changed, but they will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read from the file </a:t>
            </a:r>
            <a:r>
              <a:rPr lang="en-US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ab.in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instead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4FE3F8-3E65-42EC-8F47-56FB5111DDC8}"/>
              </a:ext>
            </a:extLst>
          </p:cNvPr>
          <p:cNvSpPr/>
          <p:nvPr/>
        </p:nvSpPr>
        <p:spPr>
          <a:xfrm>
            <a:off x="7567463" y="2556872"/>
            <a:ext cx="44452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b="1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stdout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redirected to the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ab.out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All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Subsequent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(or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)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code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changed, but they will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wri</a:t>
            </a:r>
            <a:r>
              <a:rPr lang="en-US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te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the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ab.out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CBC588-591D-4D50-89B9-2BDAF880E306}"/>
              </a:ext>
            </a:extLst>
          </p:cNvPr>
          <p:cNvSpPr/>
          <p:nvPr/>
        </p:nvSpPr>
        <p:spPr>
          <a:xfrm>
            <a:off x="5995938" y="1760306"/>
            <a:ext cx="31430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freopen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should be at the beginning of program, before all other code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51B55793-79B0-452A-BA9B-A5A8E23053FD}"/>
              </a:ext>
            </a:extLst>
          </p:cNvPr>
          <p:cNvSpPr txBox="1">
            <a:spLocks/>
          </p:cNvSpPr>
          <p:nvPr/>
        </p:nvSpPr>
        <p:spPr>
          <a:xfrm>
            <a:off x="7112717" y="3259270"/>
            <a:ext cx="46863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zh-CN" dirty="0">
                <a:latin typeface="JetBrains Mono" panose="020B0509020102050004" pitchFamily="49" charset="77"/>
              </a:rPr>
              <a:t>#include &lt;bits/stdc++.h&gt;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using namespace std;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int </a:t>
            </a:r>
            <a:r>
              <a:rPr lang="en" altLang="zh-CN" dirty="0" err="1">
                <a:latin typeface="JetBrains Mono" panose="020B0509020102050004" pitchFamily="49" charset="77"/>
              </a:rPr>
              <a:t>n,x,sum</a:t>
            </a:r>
            <a:r>
              <a:rPr lang="en" altLang="zh-CN" dirty="0">
                <a:latin typeface="JetBrains Mono" panose="020B0509020102050004" pitchFamily="49" charset="77"/>
              </a:rPr>
              <a:t>;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int main() {</a:t>
            </a:r>
          </a:p>
          <a:p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solidFill>
                  <a:srgbClr val="FF0000"/>
                </a:solidFill>
                <a:latin typeface="JetBrains Mono" panose="020B0509020102050004" pitchFamily="49" charset="77"/>
              </a:rPr>
              <a:t>freopen</a:t>
            </a:r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("</a:t>
            </a:r>
            <a:r>
              <a:rPr lang="en" altLang="zh-CN" dirty="0" err="1">
                <a:solidFill>
                  <a:srgbClr val="FF0000"/>
                </a:solidFill>
                <a:latin typeface="JetBrains Mono" panose="020B0509020102050004" pitchFamily="49" charset="77"/>
              </a:rPr>
              <a:t>ab.in","r",stdin</a:t>
            </a:r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);</a:t>
            </a:r>
          </a:p>
          <a:p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solidFill>
                  <a:srgbClr val="FF0000"/>
                </a:solidFill>
                <a:latin typeface="JetBrains Mono" panose="020B0509020102050004" pitchFamily="49" charset="77"/>
              </a:rPr>
              <a:t>freopen</a:t>
            </a:r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("ab.out","w",</a:t>
            </a:r>
            <a:r>
              <a:rPr lang="en" altLang="zh-CN" dirty="0" err="1">
                <a:solidFill>
                  <a:srgbClr val="FF0000"/>
                </a:solidFill>
                <a:latin typeface="JetBrains Mono" panose="020B0509020102050004" pitchFamily="49" charset="77"/>
              </a:rPr>
              <a:t>stdout</a:t>
            </a:r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);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latin typeface="JetBrains Mono" panose="020B0509020102050004" pitchFamily="49" charset="77"/>
              </a:rPr>
              <a:t>scanf</a:t>
            </a:r>
            <a:r>
              <a:rPr lang="en" altLang="zh-CN" dirty="0">
                <a:latin typeface="JetBrains Mono" panose="020B0509020102050004" pitchFamily="49" charset="77"/>
              </a:rPr>
              <a:t>("% </a:t>
            </a:r>
            <a:r>
              <a:rPr lang="en" altLang="zh-CN" dirty="0" err="1">
                <a:latin typeface="JetBrains Mono" panose="020B0509020102050004" pitchFamily="49" charset="77"/>
              </a:rPr>
              <a:t>d",&amp;n</a:t>
            </a:r>
            <a:r>
              <a:rPr lang="en" altLang="zh-CN" dirty="0">
                <a:latin typeface="JetBrains Mono" panose="020B0509020102050004" pitchFamily="49" charset="77"/>
              </a:rPr>
              <a:t>);</a:t>
            </a:r>
          </a:p>
          <a:p>
            <a:r>
              <a:rPr lang="zh-CN" altLang="en-US" dirty="0">
                <a:latin typeface="JetBrains Mono" panose="020B0509020102050004" pitchFamily="49" charset="77"/>
              </a:rPr>
              <a:t>    </a:t>
            </a:r>
            <a:r>
              <a:rPr lang="en" altLang="zh-CN" dirty="0">
                <a:latin typeface="JetBrains Mono" panose="020B0509020102050004" pitchFamily="49" charset="77"/>
              </a:rPr>
              <a:t>for(int </a:t>
            </a:r>
            <a:r>
              <a:rPr lang="en" altLang="zh-CN" dirty="0" err="1">
                <a:latin typeface="JetBrains Mono" panose="020B0509020102050004" pitchFamily="49" charset="77"/>
              </a:rPr>
              <a:t>i</a:t>
            </a:r>
            <a:r>
              <a:rPr lang="en" altLang="zh-CN" dirty="0">
                <a:latin typeface="JetBrains Mono" panose="020B0509020102050004" pitchFamily="49" charset="77"/>
              </a:rPr>
              <a:t>=0;i&lt;n;++</a:t>
            </a:r>
            <a:r>
              <a:rPr lang="en" altLang="zh-CN" dirty="0" err="1">
                <a:latin typeface="JetBrains Mono" panose="020B0509020102050004" pitchFamily="49" charset="77"/>
              </a:rPr>
              <a:t>i</a:t>
            </a:r>
            <a:r>
              <a:rPr lang="en" altLang="zh-CN" dirty="0">
                <a:latin typeface="JetBrains Mono" panose="020B0509020102050004" pitchFamily="49" charset="77"/>
              </a:rPr>
              <a:t>){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        </a:t>
            </a:r>
            <a:r>
              <a:rPr lang="en" altLang="zh-CN" dirty="0" err="1">
                <a:latin typeface="JetBrains Mono" panose="020B0509020102050004" pitchFamily="49" charset="77"/>
              </a:rPr>
              <a:t>scanf</a:t>
            </a:r>
            <a:r>
              <a:rPr lang="en" altLang="zh-CN" dirty="0">
                <a:latin typeface="JetBrains Mono" panose="020B0509020102050004" pitchFamily="49" charset="77"/>
              </a:rPr>
              <a:t>("%</a:t>
            </a:r>
            <a:r>
              <a:rPr lang="en" altLang="zh-CN" dirty="0" err="1">
                <a:latin typeface="JetBrains Mono" panose="020B0509020102050004" pitchFamily="49" charset="77"/>
              </a:rPr>
              <a:t>d",&amp;x</a:t>
            </a:r>
            <a:r>
              <a:rPr lang="en" altLang="zh-CN" dirty="0">
                <a:latin typeface="JetBrains Mono" panose="020B0509020102050004" pitchFamily="49" charset="77"/>
              </a:rPr>
              <a:t>);</a:t>
            </a:r>
          </a:p>
          <a:p>
            <a:r>
              <a:rPr lang="zh-CN" altLang="en-US" dirty="0">
                <a:latin typeface="JetBrains Mono" panose="020B0509020102050004" pitchFamily="49" charset="77"/>
              </a:rPr>
              <a:t>        </a:t>
            </a:r>
            <a:r>
              <a:rPr lang="en" altLang="zh-CN" dirty="0">
                <a:latin typeface="JetBrains Mono" panose="020B0509020102050004" pitchFamily="49" charset="77"/>
              </a:rPr>
              <a:t>sum+=x;</a:t>
            </a:r>
          </a:p>
          <a:p>
            <a:r>
              <a:rPr lang="zh-CN" altLang="en-US" dirty="0">
                <a:latin typeface="JetBrains Mono" panose="020B0509020102050004" pitchFamily="49" charset="77"/>
              </a:rPr>
              <a:t>    </a:t>
            </a:r>
            <a:r>
              <a:rPr lang="en" altLang="zh-CN" dirty="0">
                <a:latin typeface="JetBrains Mono" panose="020B0509020102050004" pitchFamily="49" charset="77"/>
              </a:rPr>
              <a:t>}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latin typeface="JetBrains Mono" panose="020B0509020102050004" pitchFamily="49" charset="77"/>
              </a:rPr>
              <a:t>printf</a:t>
            </a:r>
            <a:r>
              <a:rPr lang="en" altLang="zh-CN" dirty="0">
                <a:latin typeface="JetBrains Mono" panose="020B0509020102050004" pitchFamily="49" charset="77"/>
              </a:rPr>
              <a:t>("%d\n",</a:t>
            </a:r>
            <a:r>
              <a:rPr lang="en" altLang="zh-CN" dirty="0" err="1">
                <a:latin typeface="JetBrains Mono" panose="020B0509020102050004" pitchFamily="49" charset="77"/>
              </a:rPr>
              <a:t>su</a:t>
            </a:r>
            <a:r>
              <a:rPr lang="en-US" altLang="zh-CN" dirty="0">
                <a:latin typeface="JetBrains Mono" panose="020B0509020102050004" pitchFamily="49" charset="77"/>
              </a:rPr>
              <a:t>m</a:t>
            </a:r>
            <a:r>
              <a:rPr lang="en" altLang="zh-CN" dirty="0">
                <a:latin typeface="JetBrains Mono" panose="020B0509020102050004" pitchFamily="49" charset="77"/>
              </a:rPr>
              <a:t>);</a:t>
            </a:r>
          </a:p>
          <a:p>
            <a:r>
              <a:rPr lang="zh-CN" altLang="en-US" dirty="0">
                <a:latin typeface="JetBrains Mono" panose="020B0509020102050004" pitchFamily="49" charset="77"/>
              </a:rPr>
              <a:t>    </a:t>
            </a:r>
            <a:r>
              <a:rPr lang="en" altLang="zh-CN" dirty="0">
                <a:latin typeface="JetBrains Mono" panose="020B0509020102050004" pitchFamily="49" charset="77"/>
              </a:rPr>
              <a:t>return 0;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876D6F-1C30-423C-90F6-C3EBC5C818D8}"/>
              </a:ext>
            </a:extLst>
          </p:cNvPr>
          <p:cNvSpPr/>
          <p:nvPr/>
        </p:nvSpPr>
        <p:spPr>
          <a:xfrm>
            <a:off x="7551732" y="4245470"/>
            <a:ext cx="2906546" cy="524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F4A0FE-3CBC-4738-9D9C-677A0DF5AC84}"/>
              </a:ext>
            </a:extLst>
          </p:cNvPr>
          <p:cNvSpPr/>
          <p:nvPr/>
        </p:nvSpPr>
        <p:spPr>
          <a:xfrm>
            <a:off x="9576544" y="3706149"/>
            <a:ext cx="22133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scanf+printf 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</a:t>
            </a:r>
            <a:endParaRPr lang="en-US" altLang="zh-CN" sz="14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64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 animBg="1"/>
      <p:bldP spid="8" grpId="0"/>
      <p:bldP spid="9" grpId="0"/>
      <p:bldP spid="10" grpId="0"/>
      <p:bldP spid="11" grpId="0"/>
      <p:bldP spid="12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751388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How to improve efficiency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reading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from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large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files</a:t>
            </a:r>
          </a:p>
          <a:p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ifstream + fin</a:t>
            </a:r>
          </a:p>
          <a:p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FILE* + </a:t>
            </a:r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fscanf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freopen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+ </a:t>
            </a:r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freopen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+ </a:t>
            </a:r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+ </a:t>
            </a:r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ios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:: </a:t>
            </a:r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sync_with_stdio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(false)</a:t>
            </a:r>
          </a:p>
          <a:p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freopen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+ </a:t>
            </a:r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scanf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Fast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Read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23F86B-D800-45CC-A8F1-22C2B943DF76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Speed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matters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B076D9-F8A4-4BD0-A94A-3CFE7CF3AE8F}"/>
              </a:ext>
            </a:extLst>
          </p:cNvPr>
          <p:cNvSpPr/>
          <p:nvPr/>
        </p:nvSpPr>
        <p:spPr>
          <a:xfrm>
            <a:off x="2842030" y="2886726"/>
            <a:ext cx="37397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lowest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 not use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large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data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4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A6BD2E-44ED-4FFA-8021-56C25806D790}"/>
              </a:ext>
            </a:extLst>
          </p:cNvPr>
          <p:cNvSpPr/>
          <p:nvPr/>
        </p:nvSpPr>
        <p:spPr>
          <a:xfrm>
            <a:off x="2842030" y="2027030"/>
            <a:ext cx="32539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These two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harder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write,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 recommended.</a:t>
            </a:r>
            <a:endParaRPr lang="en-US" altLang="zh-CN" sz="14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D194C9-F314-4885-BBA2-07A39836EA29}"/>
              </a:ext>
            </a:extLst>
          </p:cNvPr>
          <p:cNvSpPr/>
          <p:nvPr/>
        </p:nvSpPr>
        <p:spPr>
          <a:xfrm>
            <a:off x="5156200" y="3355721"/>
            <a:ext cx="3044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Speed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good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8CDC36-5B82-4904-B859-A466BD10AF31}"/>
              </a:ext>
            </a:extLst>
          </p:cNvPr>
          <p:cNvSpPr/>
          <p:nvPr/>
        </p:nvSpPr>
        <p:spPr>
          <a:xfrm>
            <a:off x="2956330" y="3838757"/>
            <a:ext cx="18728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Speed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good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46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6446" y="1805823"/>
            <a:ext cx="3896286" cy="4124115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template &lt;typename T&gt; void read(T &amp;a){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a=0; int flag=1; char ch = getchar();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while (ch &lt;'0' || ch&gt;'9') {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if (ch == '-') flag = -1;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= getchar();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do{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a = a *10 + </a:t>
            </a:r>
            <a:r>
              <a:rPr lang="en" altLang="zh-CN" sz="12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– '0</a:t>
            </a:r>
            <a:r>
              <a:rPr lang="en-US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'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= getchar();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} while('0' &lt;= ch &amp;&amp; ch &lt;= '9');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a *= flag;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E8B2A7E-CFF0-40BB-BBEA-FBDE1D26BB0B}"/>
              </a:ext>
            </a:extLst>
          </p:cNvPr>
          <p:cNvSpPr txBox="1">
            <a:spLocks/>
          </p:cNvSpPr>
          <p:nvPr/>
        </p:nvSpPr>
        <p:spPr>
          <a:xfrm>
            <a:off x="7451214" y="1805824"/>
            <a:ext cx="3896286" cy="3152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 fontAlgn="base">
              <a:lnSpc>
                <a:spcPct val="10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zh-CN" sz="1200" dirty="0">
                <a:latin typeface="JetBrains Mono" panose="020B0509020102050004" pitchFamily="49" charset="77"/>
              </a:rPr>
              <a:t>int main(){</a:t>
            </a:r>
          </a:p>
          <a:p>
            <a:r>
              <a:rPr lang="en" altLang="zh-CN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 err="1">
                <a:latin typeface="JetBrains Mono" panose="020B0509020102050004" pitchFamily="49" charset="77"/>
              </a:rPr>
              <a:t>freopen</a:t>
            </a:r>
            <a:r>
              <a:rPr lang="en" altLang="zh-CN" sz="1200" dirty="0">
                <a:latin typeface="JetBrains Mono" panose="020B0509020102050004" pitchFamily="49" charset="77"/>
              </a:rPr>
              <a:t>("</a:t>
            </a:r>
            <a:r>
              <a:rPr lang="en" altLang="zh-CN" sz="1200" dirty="0" err="1">
                <a:latin typeface="JetBrains Mono" panose="020B0509020102050004" pitchFamily="49" charset="77"/>
              </a:rPr>
              <a:t>read.in","r",stdin</a:t>
            </a:r>
            <a:r>
              <a:rPr lang="en" altLang="zh-CN" sz="1200" dirty="0">
                <a:latin typeface="JetBrains Mono" panose="020B0509020102050004" pitchFamily="49" charset="77"/>
              </a:rPr>
              <a:t>);</a:t>
            </a:r>
          </a:p>
          <a:p>
            <a:r>
              <a:rPr lang="en" altLang="zh-CN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 err="1">
                <a:latin typeface="JetBrains Mono" panose="020B0509020102050004" pitchFamily="49" charset="77"/>
              </a:rPr>
              <a:t>freopen</a:t>
            </a:r>
            <a:r>
              <a:rPr lang="en" altLang="zh-CN" sz="1200" dirty="0">
                <a:latin typeface="JetBrains Mono" panose="020B0509020102050004" pitchFamily="49" charset="77"/>
              </a:rPr>
              <a:t>("read.out","w",</a:t>
            </a:r>
            <a:r>
              <a:rPr lang="en" altLang="zh-CN" sz="1200" dirty="0" err="1">
                <a:latin typeface="JetBrains Mono" panose="020B0509020102050004" pitchFamily="49" charset="77"/>
              </a:rPr>
              <a:t>stdout</a:t>
            </a:r>
            <a:r>
              <a:rPr lang="en" altLang="zh-CN" sz="1200" dirty="0">
                <a:latin typeface="JetBrains Mono" panose="020B0509020102050004" pitchFamily="49" charset="77"/>
              </a:rPr>
              <a:t>);</a:t>
            </a:r>
          </a:p>
          <a:p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int </a:t>
            </a:r>
            <a:r>
              <a:rPr lang="en" altLang="zh-CN" sz="1200" dirty="0" err="1">
                <a:latin typeface="JetBrains Mono" panose="020B0509020102050004" pitchFamily="49" charset="77"/>
              </a:rPr>
              <a:t>x,y</a:t>
            </a:r>
            <a:r>
              <a:rPr lang="en" altLang="zh-CN" sz="1200" dirty="0">
                <a:latin typeface="JetBrains Mono" panose="020B0509020102050004" pitchFamily="49" charset="77"/>
              </a:rPr>
              <a:t>;</a:t>
            </a:r>
          </a:p>
          <a:p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long long z;</a:t>
            </a:r>
          </a:p>
          <a:p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read(x);</a:t>
            </a:r>
          </a:p>
          <a:p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read(y);</a:t>
            </a:r>
          </a:p>
          <a:p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read(z);</a:t>
            </a:r>
          </a:p>
          <a:p>
            <a:r>
              <a:rPr lang="en" altLang="zh-CN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 err="1">
                <a:latin typeface="JetBrains Mono" panose="020B0509020102050004" pitchFamily="49" charset="77"/>
              </a:rPr>
              <a:t>cout</a:t>
            </a:r>
            <a:r>
              <a:rPr lang="en" altLang="zh-CN" sz="1200" dirty="0">
                <a:latin typeface="JetBrains Mono" panose="020B0509020102050004" pitchFamily="49" charset="77"/>
              </a:rPr>
              <a:t>&lt;&lt;</a:t>
            </a:r>
            <a:r>
              <a:rPr lang="en" altLang="zh-CN" sz="1200" dirty="0" err="1">
                <a:latin typeface="JetBrains Mono" panose="020B0509020102050004" pitchFamily="49" charset="77"/>
              </a:rPr>
              <a:t>x+y+z</a:t>
            </a:r>
            <a:r>
              <a:rPr lang="en" altLang="zh-CN" sz="1200" dirty="0">
                <a:latin typeface="JetBrains Mono" panose="020B0509020102050004" pitchFamily="49" charset="77"/>
              </a:rPr>
              <a:t>;</a:t>
            </a:r>
          </a:p>
          <a:p>
            <a:r>
              <a:rPr lang="en" altLang="zh-CN" sz="1200" dirty="0">
                <a:latin typeface="JetBrains Mono" panose="020B0509020102050004" pitchFamily="49" charset="77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87607E-B389-4402-A9D0-9623C5D29C4A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Fast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Read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C5D6E6E-8D4A-4530-B628-CD15305998EB}"/>
              </a:ext>
            </a:extLst>
          </p:cNvPr>
          <p:cNvSpPr txBox="1">
            <a:spLocks/>
          </p:cNvSpPr>
          <p:nvPr/>
        </p:nvSpPr>
        <p:spPr>
          <a:xfrm>
            <a:off x="285749" y="1467270"/>
            <a:ext cx="2962152" cy="42191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indent="0" defTabSz="914400" fontAlgn="base">
              <a:lnSpc>
                <a:spcPct val="10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</a:rPr>
              <a:t>Ideas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Use </a:t>
            </a:r>
            <a:r>
              <a:rPr lang="en" altLang="zh-CN" dirty="0" err="1">
                <a:latin typeface="Aptos Display" panose="020B0004020202020204" pitchFamily="34" charset="0"/>
                <a:ea typeface="微软雅黑" panose="020B0503020204020204" pitchFamily="34" charset="-122"/>
              </a:rPr>
              <a:t>getchar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()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to read characters one by one and assemble them into digital types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</a:rPr>
              <a:t>step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1.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Filter non-numeric characters until the first numeric character (handle negative signs)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2.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Read the numeric characters and assemble the results until a non-numeric character is found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3. </a:t>
            </a:r>
            <a:r>
              <a:rPr lang="en" altLang="en" dirty="0">
                <a:latin typeface="Aptos Display" panose="020B0004020202020204" pitchFamily="34" charset="0"/>
                <a:ea typeface="微软雅黑" panose="020B0503020204020204" pitchFamily="34" charset="-122"/>
              </a:rPr>
              <a:t>Return 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</a:rPr>
              <a:t>For example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123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-456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789</a:t>
            </a:r>
          </a:p>
          <a:p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987,654,-123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449B15-716A-41EF-B49A-0B943A08688A}"/>
              </a:ext>
            </a:extLst>
          </p:cNvPr>
          <p:cNvSpPr/>
          <p:nvPr/>
        </p:nvSpPr>
        <p:spPr>
          <a:xfrm>
            <a:off x="3476446" y="1467269"/>
            <a:ext cx="22133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Fast read function</a:t>
            </a:r>
            <a:endParaRPr lang="en-US" altLang="zh-CN" sz="16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07B1C1-B147-43E6-9DFB-3E995A59AE49}"/>
              </a:ext>
            </a:extLst>
          </p:cNvPr>
          <p:cNvSpPr/>
          <p:nvPr/>
        </p:nvSpPr>
        <p:spPr>
          <a:xfrm>
            <a:off x="7451215" y="1467269"/>
            <a:ext cx="22133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 Call Example</a:t>
            </a:r>
            <a:endParaRPr lang="en-US" altLang="zh-CN" sz="16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6E85B03-54F5-4001-A9E1-6FDC49E04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68" y="3695211"/>
            <a:ext cx="1198717" cy="81056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F1A36E9-DA64-46D9-9131-FD4928739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756" y="5111187"/>
            <a:ext cx="1198717" cy="799144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ECA6878-7FD0-4585-A025-CB37A56DD348}"/>
              </a:ext>
            </a:extLst>
          </p:cNvPr>
          <p:cNvSpPr/>
          <p:nvPr/>
        </p:nvSpPr>
        <p:spPr>
          <a:xfrm>
            <a:off x="9366807" y="1477376"/>
            <a:ext cx="128246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Save as </a:t>
            </a:r>
            <a:r>
              <a:rPr lang="en" altLang="zh-CN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D:\test.cpp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930AF42-7A36-4B99-8FB0-542343A24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831" y="4529368"/>
            <a:ext cx="2483401" cy="53447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8D59B9D-6708-4221-A5DD-98A11E2F73DF}"/>
              </a:ext>
            </a:extLst>
          </p:cNvPr>
          <p:cNvSpPr/>
          <p:nvPr/>
        </p:nvSpPr>
        <p:spPr>
          <a:xfrm>
            <a:off x="9673786" y="3283483"/>
            <a:ext cx="21966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</a:t>
            </a:r>
            <a:r>
              <a:rPr lang="en" altLang="zh-CN" sz="8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DevC </a:t>
            </a: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++ ,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create a file through "File- </a:t>
            </a: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New- </a:t>
            </a: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 Source Code", write 3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numbers, and save it as </a:t>
            </a: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D:\read.in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8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E6833B-95CD-4CD1-B1B2-885CB81133F0}"/>
              </a:ext>
            </a:extLst>
          </p:cNvPr>
          <p:cNvSpPr/>
          <p:nvPr/>
        </p:nvSpPr>
        <p:spPr>
          <a:xfrm>
            <a:off x="7623134" y="5279926"/>
            <a:ext cx="108728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C++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will automatically create </a:t>
            </a: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D:\read.out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output the results to this file, which can be opened and viewed with </a:t>
            </a:r>
            <a:endParaRPr lang="en-US" altLang="zh-CN" sz="8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62FEE9-E164-4774-9120-78CA2CDFAA62}"/>
              </a:ext>
            </a:extLst>
          </p:cNvPr>
          <p:cNvSpPr/>
          <p:nvPr/>
        </p:nvSpPr>
        <p:spPr>
          <a:xfrm>
            <a:off x="10772117" y="3698729"/>
            <a:ext cx="8550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【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Notice </a:t>
            </a: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</a:p>
          <a:p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All files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endParaRPr lang="zh-CN" altLang="en-US" sz="800" dirty="0">
              <a:latin typeface="Aptos Display" panose="020B00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B4C3C94-F3C7-4876-AEB5-D81A5ADF795C}"/>
              </a:ext>
            </a:extLst>
          </p:cNvPr>
          <p:cNvSpPr/>
          <p:nvPr/>
        </p:nvSpPr>
        <p:spPr>
          <a:xfrm>
            <a:off x="10772118" y="1908870"/>
            <a:ext cx="116240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Make sure that </a:t>
            </a:r>
            <a:r>
              <a:rPr lang="en" altLang="zh-CN" sz="10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.cpp </a:t>
            </a:r>
            <a:r>
              <a:rPr lang="en" altLang="zh-CN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 </a:t>
            </a:r>
            <a:r>
              <a:rPr lang="en" altLang="en-US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read.in </a:t>
            </a:r>
            <a:r>
              <a:rPr lang="en" altLang="en-US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 in the same folder. </a:t>
            </a:r>
            <a:r>
              <a:rPr lang="en" altLang="zh-CN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D:\ </a:t>
            </a:r>
            <a:r>
              <a:rPr lang="en" altLang="en-US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just a guide.</a:t>
            </a:r>
            <a:endParaRPr lang="en-US" altLang="zh-CN" sz="10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CBCF5DF-088B-4047-916B-CA0E86C5929B}"/>
              </a:ext>
            </a:extLst>
          </p:cNvPr>
          <p:cNvCxnSpPr>
            <a:cxnSpLocks/>
          </p:cNvCxnSpPr>
          <p:nvPr/>
        </p:nvCxnSpPr>
        <p:spPr>
          <a:xfrm flipH="1" flipV="1">
            <a:off x="10045696" y="1746537"/>
            <a:ext cx="558466" cy="30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AA9F176-2A13-4626-9543-73380D2BAC0C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1353320" y="2770644"/>
            <a:ext cx="0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64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 build="p"/>
      <p:bldP spid="9" grpId="0"/>
      <p:bldP spid="10" grpId="0"/>
      <p:bldP spid="13" grpId="0"/>
      <p:bldP spid="15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9036888" cy="280966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template &lt;typename T&gt; void read(T &amp;a){</a:t>
            </a:r>
          </a:p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a=0; int f=1; char ch=getchar();</a:t>
            </a:r>
          </a:p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while (ch &lt;'0'||ch&gt;'9') { if(ch=='-') f=-1; ch=getchar(); }</a:t>
            </a:r>
          </a:p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do { a = a *10+ch-'0'; ch=getchar(); } while('0'&lt;=ch&amp;&amp;ch&lt;='9');</a:t>
            </a:r>
          </a:p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a *= f;</a:t>
            </a:r>
          </a:p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0E7E59-03DB-49DC-8E37-5F868383B78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Fast</a:t>
            </a:r>
            <a:r>
              <a:rPr lang="en" altLang="en-US" sz="40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Read</a:t>
            </a:r>
          </a:p>
        </p:txBody>
      </p:sp>
    </p:spTree>
    <p:extLst>
      <p:ext uri="{BB962C8B-B14F-4D97-AF65-F5344CB8AC3E}">
        <p14:creationId xmlns:p14="http://schemas.microsoft.com/office/powerpoint/2010/main" val="2397196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39348</TotalTime>
  <Words>1558</Words>
  <Application>Microsoft Macintosh PowerPoint</Application>
  <PresentationFormat>Widescreen</PresentationFormat>
  <Paragraphs>214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华文楷体</vt:lpstr>
      <vt:lpstr>Aptos Display</vt:lpstr>
      <vt:lpstr>Arial</vt:lpstr>
      <vt:lpstr>Consolas</vt:lpstr>
      <vt:lpstr>JetBrains Mono</vt:lpstr>
      <vt:lpstr>Tw Cen MT</vt:lpstr>
      <vt:lpstr>电路</vt:lpstr>
      <vt:lpstr>NOIP Language Basics (12)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everyone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Bryan Sun</cp:lastModifiedBy>
  <cp:revision>190</cp:revision>
  <dcterms:created xsi:type="dcterms:W3CDTF">2018-08-09T00:16:20Z</dcterms:created>
  <dcterms:modified xsi:type="dcterms:W3CDTF">2025-11-02T04:05:35Z</dcterms:modified>
</cp:coreProperties>
</file>