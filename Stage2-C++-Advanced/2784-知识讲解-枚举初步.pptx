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341" r:id="rId4"/>
    <p:sldId id="362" r:id="rId5"/>
    <p:sldId id="637" r:id="rId6"/>
    <p:sldId id="638" r:id="rId7"/>
    <p:sldId id="639" r:id="rId8"/>
    <p:sldId id="64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44" y="72"/>
      </p:cViewPr>
      <p:guideLst>
        <p:guide orient="horz" pos="2145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5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NOIP</a:t>
            </a:r>
            <a:r>
              <a:rPr lang="en-US" altLang="zh-CN" cap="none" dirty="0">
                <a:latin typeface="+mj-ea"/>
              </a:rPr>
              <a:t> </a:t>
            </a:r>
            <a:r>
              <a:rPr lang="zh-CN" altLang="en-US" cap="none" dirty="0">
                <a:latin typeface="+mj-ea"/>
              </a:rPr>
              <a:t>入门基础算法</a:t>
            </a:r>
            <a:r>
              <a:rPr lang="en-US" altLang="zh-CN" cap="none" dirty="0">
                <a:latin typeface="+mj-ea"/>
              </a:rPr>
              <a:t>-</a:t>
            </a:r>
            <a:r>
              <a:rPr lang="zh-CN" altLang="en-US" cap="none" dirty="0">
                <a:latin typeface="+mj-ea"/>
              </a:rPr>
              <a:t>枚举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2"/>
            <a:ext cx="760946" cy="766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枚举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什么是枚举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也叫穷举法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确定可以计算的结果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结果在一个可能的范围中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主要解题步骤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确认要枚举的对象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确认枚举的顺序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骄傲的四位数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506725" cy="4673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有一种四位数，它们很骄傲。骄傲是有根据的，因为它们的千位与个位之和是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的倍数，百位与十位之和也是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的倍数，要知道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可是宇宙中最了不起的数字了。对了，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是不受欢迎的，所以它们都不包含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请你把所有骄傲的四位数从小到大都输出来，空格分隔。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（无）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（不提供）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62586-4A49-B9BA-0A39-698A63CE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275" y="1310322"/>
            <a:ext cx="5342800" cy="945533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枚举对象：所有四位数（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9999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）中的每一个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枚举顺序：从小到大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624E9D-2898-E423-8B10-2D9BD71C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275" y="2255855"/>
            <a:ext cx="5505468" cy="30921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值日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1159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位同学，需要从中挑出人来承担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天的值日。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请你把所有可能的安排都输出来，按照学号从小到大输出，不同的方案也按学号从小到大依次输出。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62586-4A49-B9BA-0A39-698A63CE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275" y="1310322"/>
            <a:ext cx="5122050" cy="970034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枚举对象：所有学生中选取三个组成一组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枚举顺序：按照输入顺序从小到大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4387746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4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10 20 30 40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1887" y="4387746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10 10 10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10 10 20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10 10 30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20 20 10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20 20 20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20 20 30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40 40 20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40 40 30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40 40 40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1887" y="2570534"/>
            <a:ext cx="1438276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所有方案，一行一个方案。每个方案中，学号之间以空格分隔。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988" y="2570534"/>
            <a:ext cx="3135125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第一行为一个整数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第二行为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，代表学号，题目保证所有学号均不同，且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AA1E695-317D-06F7-4A12-BEEF08282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74" y="2276255"/>
            <a:ext cx="5167350" cy="291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值日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位同学，需要从中挑出人来承担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天的值日。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为了公平，每位同学只能值日一天。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请你把所有可能的安排都输出来，按照学号从小到大输出，不同的方案也按学号从小到大依次输出。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62586-4A49-B9BA-0A39-698A63CE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275" y="1310322"/>
            <a:ext cx="5122050" cy="1656716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枚举对象：所有学生中选取三个组成一组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枚举顺序：按照输入顺序从小到大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4387746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4</a:t>
            </a:r>
            <a:endParaRPr lang="en-US" altLang="zh-CN" u="sng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10 20 30 40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1887" y="4387746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10 20 30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10 20 40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10 30 20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20 10 30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20 10 40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20 30 40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40 20 30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40 30 10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40 30 20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1887" y="2570534"/>
            <a:ext cx="1438276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所有方案，一行一个方案。每个方案中，学号之间以空格分隔。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988" y="2570534"/>
            <a:ext cx="3135125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第一行为一个整数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第二行为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，代表学号，题目保证所有学号均不同，且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0CA4E52-CCE3-F18F-453F-63A3F658C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602" y="2228991"/>
            <a:ext cx="5162588" cy="36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8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糖果礼包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种糖果，每种都有无限多颗，需要从中挑选三颗组成一个礼包。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请你把所有不同的组合都输出来，按照种类编号从小到大输出，不同的方案也按种类编号从小到大依次输出。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62586-4A49-B9BA-0A39-698A63CE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275" y="1310322"/>
            <a:ext cx="5122050" cy="964389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枚举对象：所有糖果中选取三颗组成一组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枚举顺序：按照输入顺序从小到大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4387746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4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10 20 30 40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1887" y="4387746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10 10 10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10 10 20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10 10 30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20 30 30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20 30 40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20 40 40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30 30 30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30 30 40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30 40 40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40 40 40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1887" y="2570534"/>
            <a:ext cx="1438276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所有方案，一行一个方案。每个方案中，编号之间以空格分隔。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988" y="2570534"/>
            <a:ext cx="3135125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第一行为一个整数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第二行为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，代表种类编号，题目保证所有种类编号均不同，且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4C35C4-3982-1615-F08F-03992CC8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601" y="2274711"/>
            <a:ext cx="5153063" cy="29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2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中队长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1159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位同学，需要从中挑选三位来当中队长。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请你把所有可能的安排都输出来，按照学号从小到大输出，不同的方案也按学号从小到大依次输出。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62586-4A49-B9BA-0A39-698A63CE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275" y="1310322"/>
            <a:ext cx="5122050" cy="953100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枚举对象：所有学生中选取三个组成一组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枚举顺序：按照输入顺序从小到大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4387745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4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10 20 30 40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1888" y="4387745"/>
            <a:ext cx="1438276" cy="1050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10 20 30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10 20 40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10 30 40</a:t>
            </a: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20 30 40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1887" y="2570533"/>
            <a:ext cx="1438276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所有方案，一行一个方案。每个方案中，学号之间以空格分隔。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988" y="2570533"/>
            <a:ext cx="3135125" cy="171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第一行为一个整数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第二行为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，代表学号，题目保证所有学号均不同，且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80AE48-031C-93EF-BA62-8805CF0CF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217" y="2263422"/>
            <a:ext cx="5162588" cy="29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6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928</Words>
  <Application>Microsoft Office PowerPoint</Application>
  <PresentationFormat>宽屏</PresentationFormat>
  <Paragraphs>119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华文楷体</vt:lpstr>
      <vt:lpstr>微软雅黑</vt:lpstr>
      <vt:lpstr>Arial</vt:lpstr>
      <vt:lpstr>Consolas</vt:lpstr>
      <vt:lpstr>Tw Cen MT</vt:lpstr>
      <vt:lpstr>电路</vt:lpstr>
      <vt:lpstr>NOIP 入门基础算法-枚举</vt:lpstr>
      <vt:lpstr>枚举</vt:lpstr>
      <vt:lpstr>什么是枚举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336</cp:revision>
  <dcterms:created xsi:type="dcterms:W3CDTF">2018-08-09T00:16:00Z</dcterms:created>
  <dcterms:modified xsi:type="dcterms:W3CDTF">2024-11-16T04:59:54Z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3F4C9B3D74A7499CBC3E5D04972B6390</vt:lpwstr>
  </property>
  <property fmtid="{D5CDD505-2E9C-101B-9397-08002B2CF9AE}" pid="3" name="KSOProductBuildVer">
    <vt:lpwstr>2052-11.1.0.10938</vt:lpwstr>
  </property>
</Properties>
</file>