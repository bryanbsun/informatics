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345" r:id="rId3"/>
    <p:sldId id="341" r:id="rId4"/>
    <p:sldId id="343" r:id="rId5"/>
    <p:sldId id="346" r:id="rId6"/>
    <p:sldId id="363" r:id="rId7"/>
    <p:sldId id="351" r:id="rId8"/>
    <p:sldId id="349" r:id="rId9"/>
    <p:sldId id="362" r:id="rId10"/>
    <p:sldId id="261" r:id="rId11"/>
    <p:sldId id="357" r:id="rId12"/>
    <p:sldId id="358" r:id="rId13"/>
    <p:sldId id="359" r:id="rId14"/>
    <p:sldId id="360" r:id="rId15"/>
    <p:sldId id="352" r:id="rId16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9FE595-C03C-AD49-B4C5-649CDB2B30F6}" v="700" dt="2025-11-01T12:52:16.5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2519" autoAdjust="0"/>
    <p:restoredTop sz="82362" autoAdjust="0"/>
  </p:normalViewPr>
  <p:slideViewPr>
    <p:cSldViewPr snapToGrid="0">
      <p:cViewPr>
        <p:scale>
          <a:sx n="74" d="100"/>
          <a:sy n="74" d="100"/>
        </p:scale>
        <p:origin x="14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custSel modSld">
      <pc:chgData name="Bryan Sun" userId="851caa7714272873" providerId="LiveId" clId="{1DF0C224-3A3E-55A6-A8D1-F8F2208D385B}" dt="2025-11-01T12:52:16.526" v="2159" actId="20577"/>
      <pc:docMkLst>
        <pc:docMk/>
      </pc:docMkLst>
      <pc:sldChg chg="modSp mod">
        <pc:chgData name="Bryan Sun" userId="851caa7714272873" providerId="LiveId" clId="{1DF0C224-3A3E-55A6-A8D1-F8F2208D385B}" dt="2025-10-25T10:59:36.291" v="2" actId="20577"/>
        <pc:sldMkLst>
          <pc:docMk/>
          <pc:sldMk cId="0" sldId="256"/>
        </pc:sldMkLst>
        <pc:spChg chg="mod">
          <ac:chgData name="Bryan Sun" userId="851caa7714272873" providerId="LiveId" clId="{1DF0C224-3A3E-55A6-A8D1-F8F2208D385B}" dt="2025-10-25T10:59:30.858" v="1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Bryan Sun" userId="851caa7714272873" providerId="LiveId" clId="{1DF0C224-3A3E-55A6-A8D1-F8F2208D385B}" dt="2025-10-25T10:59:36.291" v="2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5-10-25T11:22:08.435" v="514" actId="20577"/>
        <pc:sldMkLst>
          <pc:docMk/>
          <pc:sldMk cId="0" sldId="341"/>
        </pc:sldMkLst>
        <pc:spChg chg="mod">
          <ac:chgData name="Bryan Sun" userId="851caa7714272873" providerId="LiveId" clId="{1DF0C224-3A3E-55A6-A8D1-F8F2208D385B}" dt="2025-10-25T11:15:36.062" v="314" actId="20577"/>
          <ac:spMkLst>
            <pc:docMk/>
            <pc:sldMk cId="0" sldId="341"/>
            <ac:spMk id="3" creationId="{00000000-0000-0000-0000-000000000000}"/>
          </ac:spMkLst>
        </pc:spChg>
        <pc:spChg chg="mod">
          <ac:chgData name="Bryan Sun" userId="851caa7714272873" providerId="LiveId" clId="{1DF0C224-3A3E-55A6-A8D1-F8F2208D385B}" dt="2025-10-25T11:19:48.462" v="454" actId="27636"/>
          <ac:spMkLst>
            <pc:docMk/>
            <pc:sldMk cId="0" sldId="341"/>
            <ac:spMk id="4" creationId="{00000000-0000-0000-0000-000000000000}"/>
          </ac:spMkLst>
        </pc:spChg>
        <pc:spChg chg="mod">
          <ac:chgData name="Bryan Sun" userId="851caa7714272873" providerId="LiveId" clId="{1DF0C224-3A3E-55A6-A8D1-F8F2208D385B}" dt="2025-10-25T11:14:07.389" v="294" actId="2711"/>
          <ac:spMkLst>
            <pc:docMk/>
            <pc:sldMk cId="0" sldId="341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5-10-25T11:19:30.996" v="450" actId="403"/>
          <ac:spMkLst>
            <pc:docMk/>
            <pc:sldMk cId="0" sldId="341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5-10-25T11:16:42.203" v="346" actId="20577"/>
          <ac:spMkLst>
            <pc:docMk/>
            <pc:sldMk cId="0" sldId="341"/>
            <ac:spMk id="9" creationId="{00000000-0000-0000-0000-000000000000}"/>
          </ac:spMkLst>
        </pc:spChg>
        <pc:spChg chg="mod">
          <ac:chgData name="Bryan Sun" userId="851caa7714272873" providerId="LiveId" clId="{1DF0C224-3A3E-55A6-A8D1-F8F2208D385B}" dt="2025-10-25T11:18:42.137" v="435" actId="14100"/>
          <ac:spMkLst>
            <pc:docMk/>
            <pc:sldMk cId="0" sldId="341"/>
            <ac:spMk id="10" creationId="{00000000-0000-0000-0000-000000000000}"/>
          </ac:spMkLst>
        </pc:spChg>
        <pc:spChg chg="mod">
          <ac:chgData name="Bryan Sun" userId="851caa7714272873" providerId="LiveId" clId="{1DF0C224-3A3E-55A6-A8D1-F8F2208D385B}" dt="2025-10-25T11:19:19.914" v="448" actId="14100"/>
          <ac:spMkLst>
            <pc:docMk/>
            <pc:sldMk cId="0" sldId="341"/>
            <ac:spMk id="11" creationId="{00000000-0000-0000-0000-000000000000}"/>
          </ac:spMkLst>
        </pc:spChg>
        <pc:spChg chg="mod">
          <ac:chgData name="Bryan Sun" userId="851caa7714272873" providerId="LiveId" clId="{1DF0C224-3A3E-55A6-A8D1-F8F2208D385B}" dt="2025-10-25T11:21:03.268" v="491" actId="20577"/>
          <ac:spMkLst>
            <pc:docMk/>
            <pc:sldMk cId="0" sldId="341"/>
            <ac:spMk id="12" creationId="{00000000-0000-0000-0000-000000000000}"/>
          </ac:spMkLst>
        </pc:spChg>
        <pc:spChg chg="mod">
          <ac:chgData name="Bryan Sun" userId="851caa7714272873" providerId="LiveId" clId="{1DF0C224-3A3E-55A6-A8D1-F8F2208D385B}" dt="2025-10-25T11:14:50.244" v="298" actId="2711"/>
          <ac:spMkLst>
            <pc:docMk/>
            <pc:sldMk cId="0" sldId="341"/>
            <ac:spMk id="13" creationId="{00000000-0000-0000-0000-000000000000}"/>
          </ac:spMkLst>
        </pc:spChg>
        <pc:spChg chg="mod">
          <ac:chgData name="Bryan Sun" userId="851caa7714272873" providerId="LiveId" clId="{1DF0C224-3A3E-55A6-A8D1-F8F2208D385B}" dt="2025-10-25T11:21:31.695" v="500" actId="20577"/>
          <ac:spMkLst>
            <pc:docMk/>
            <pc:sldMk cId="0" sldId="341"/>
            <ac:spMk id="14" creationId="{00000000-0000-0000-0000-000000000000}"/>
          </ac:spMkLst>
        </pc:spChg>
        <pc:spChg chg="mod">
          <ac:chgData name="Bryan Sun" userId="851caa7714272873" providerId="LiveId" clId="{1DF0C224-3A3E-55A6-A8D1-F8F2208D385B}" dt="2025-10-25T11:22:08.435" v="514" actId="20577"/>
          <ac:spMkLst>
            <pc:docMk/>
            <pc:sldMk cId="0" sldId="341"/>
            <ac:spMk id="15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5-10-25T11:30:12.408" v="767" actId="20577"/>
        <pc:sldMkLst>
          <pc:docMk/>
          <pc:sldMk cId="0" sldId="343"/>
        </pc:sldMkLst>
        <pc:spChg chg="mod">
          <ac:chgData name="Bryan Sun" userId="851caa7714272873" providerId="LiveId" clId="{1DF0C224-3A3E-55A6-A8D1-F8F2208D385B}" dt="2025-10-25T11:30:12.408" v="767" actId="20577"/>
          <ac:spMkLst>
            <pc:docMk/>
            <pc:sldMk cId="0" sldId="343"/>
            <ac:spMk id="5" creationId="{00000000-0000-0000-0000-000000000000}"/>
          </ac:spMkLst>
        </pc:spChg>
        <pc:spChg chg="mod">
          <ac:chgData name="Bryan Sun" userId="851caa7714272873" providerId="LiveId" clId="{1DF0C224-3A3E-55A6-A8D1-F8F2208D385B}" dt="2025-10-25T11:27:04.212" v="690" actId="20577"/>
          <ac:spMkLst>
            <pc:docMk/>
            <pc:sldMk cId="0" sldId="343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5-10-25T11:23:00.483" v="515" actId="2711"/>
          <ac:spMkLst>
            <pc:docMk/>
            <pc:sldMk cId="0" sldId="343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5-10-25T11:27:53.053" v="706" actId="20577"/>
          <ac:spMkLst>
            <pc:docMk/>
            <pc:sldMk cId="0" sldId="343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5-10-25T11:29:09.841" v="759" actId="20577"/>
          <ac:spMkLst>
            <pc:docMk/>
            <pc:sldMk cId="0" sldId="343"/>
            <ac:spMk id="9" creationId="{00000000-0000-0000-0000-000000000000}"/>
          </ac:spMkLst>
        </pc:spChg>
        <pc:spChg chg="mod">
          <ac:chgData name="Bryan Sun" userId="851caa7714272873" providerId="LiveId" clId="{1DF0C224-3A3E-55A6-A8D1-F8F2208D385B}" dt="2025-10-25T11:28:29.356" v="739" actId="20577"/>
          <ac:spMkLst>
            <pc:docMk/>
            <pc:sldMk cId="0" sldId="343"/>
            <ac:spMk id="11" creationId="{00000000-0000-0000-0000-000000000000}"/>
          </ac:spMkLst>
        </pc:spChg>
        <pc:spChg chg="mod">
          <ac:chgData name="Bryan Sun" userId="851caa7714272873" providerId="LiveId" clId="{1DF0C224-3A3E-55A6-A8D1-F8F2208D385B}" dt="2025-10-25T11:27:33.482" v="702" actId="20577"/>
          <ac:spMkLst>
            <pc:docMk/>
            <pc:sldMk cId="0" sldId="343"/>
            <ac:spMk id="12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5-10-25T11:12:55.054" v="293" actId="166"/>
        <pc:sldMkLst>
          <pc:docMk/>
          <pc:sldMk cId="0" sldId="345"/>
        </pc:sldMkLst>
        <pc:spChg chg="mod">
          <ac:chgData name="Bryan Sun" userId="851caa7714272873" providerId="LiveId" clId="{1DF0C224-3A3E-55A6-A8D1-F8F2208D385B}" dt="2025-10-25T11:10:49.910" v="287" actId="20577"/>
          <ac:spMkLst>
            <pc:docMk/>
            <pc:sldMk cId="0" sldId="345"/>
            <ac:spMk id="9" creationId="{00000000-0000-0000-0000-000000000000}"/>
          </ac:spMkLst>
        </pc:spChg>
        <pc:spChg chg="mod">
          <ac:chgData name="Bryan Sun" userId="851caa7714272873" providerId="LiveId" clId="{1DF0C224-3A3E-55A6-A8D1-F8F2208D385B}" dt="2025-10-25T11:12:10.644" v="291" actId="1037"/>
          <ac:spMkLst>
            <pc:docMk/>
            <pc:sldMk cId="0" sldId="345"/>
            <ac:spMk id="10" creationId="{00000000-0000-0000-0000-000000000000}"/>
          </ac:spMkLst>
        </pc:spChg>
        <pc:spChg chg="mod">
          <ac:chgData name="Bryan Sun" userId="851caa7714272873" providerId="LiveId" clId="{1DF0C224-3A3E-55A6-A8D1-F8F2208D385B}" dt="2025-10-25T11:00:09.301" v="28" actId="20577"/>
          <ac:spMkLst>
            <pc:docMk/>
            <pc:sldMk cId="0" sldId="345"/>
            <ac:spMk id="16" creationId="{00000000-0000-0000-0000-000000000000}"/>
          </ac:spMkLst>
        </pc:spChg>
        <pc:spChg chg="mod">
          <ac:chgData name="Bryan Sun" userId="851caa7714272873" providerId="LiveId" clId="{1DF0C224-3A3E-55A6-A8D1-F8F2208D385B}" dt="2025-10-25T11:12:42.423" v="292" actId="20577"/>
          <ac:spMkLst>
            <pc:docMk/>
            <pc:sldMk cId="0" sldId="345"/>
            <ac:spMk id="18" creationId="{00000000-0000-0000-0000-000000000000}"/>
          </ac:spMkLst>
        </pc:spChg>
        <pc:spChg chg="mod">
          <ac:chgData name="Bryan Sun" userId="851caa7714272873" providerId="LiveId" clId="{1DF0C224-3A3E-55A6-A8D1-F8F2208D385B}" dt="2025-10-25T11:12:55.054" v="293" actId="166"/>
          <ac:spMkLst>
            <pc:docMk/>
            <pc:sldMk cId="0" sldId="345"/>
            <ac:spMk id="29" creationId="{00000000-0000-0000-0000-000000000000}"/>
          </ac:spMkLst>
        </pc:spChg>
        <pc:spChg chg="mod">
          <ac:chgData name="Bryan Sun" userId="851caa7714272873" providerId="LiveId" clId="{1DF0C224-3A3E-55A6-A8D1-F8F2208D385B}" dt="2025-10-25T10:59:58.383" v="3" actId="2711"/>
          <ac:spMkLst>
            <pc:docMk/>
            <pc:sldMk cId="0" sldId="345"/>
            <ac:spMk id="39" creationId="{00000000-0000-0000-0000-000000000000}"/>
          </ac:spMkLst>
        </pc:spChg>
        <pc:spChg chg="mod">
          <ac:chgData name="Bryan Sun" userId="851caa7714272873" providerId="LiveId" clId="{1DF0C224-3A3E-55A6-A8D1-F8F2208D385B}" dt="2025-10-25T10:59:58.383" v="3" actId="2711"/>
          <ac:spMkLst>
            <pc:docMk/>
            <pc:sldMk cId="0" sldId="345"/>
            <ac:spMk id="40" creationId="{00000000-0000-0000-0000-000000000000}"/>
          </ac:spMkLst>
        </pc:spChg>
        <pc:spChg chg="mod">
          <ac:chgData name="Bryan Sun" userId="851caa7714272873" providerId="LiveId" clId="{1DF0C224-3A3E-55A6-A8D1-F8F2208D385B}" dt="2025-10-25T10:59:58.383" v="3" actId="2711"/>
          <ac:spMkLst>
            <pc:docMk/>
            <pc:sldMk cId="0" sldId="345"/>
            <ac:spMk id="41" creationId="{00000000-0000-0000-0000-000000000000}"/>
          </ac:spMkLst>
        </pc:spChg>
        <pc:spChg chg="mod">
          <ac:chgData name="Bryan Sun" userId="851caa7714272873" providerId="LiveId" clId="{1DF0C224-3A3E-55A6-A8D1-F8F2208D385B}" dt="2025-10-25T10:59:58.383" v="3" actId="2711"/>
          <ac:spMkLst>
            <pc:docMk/>
            <pc:sldMk cId="0" sldId="345"/>
            <ac:spMk id="42" creationId="{00000000-0000-0000-0000-000000000000}"/>
          </ac:spMkLst>
        </pc:spChg>
        <pc:spChg chg="mod">
          <ac:chgData name="Bryan Sun" userId="851caa7714272873" providerId="LiveId" clId="{1DF0C224-3A3E-55A6-A8D1-F8F2208D385B}" dt="2025-10-25T10:59:58.383" v="3" actId="2711"/>
          <ac:spMkLst>
            <pc:docMk/>
            <pc:sldMk cId="0" sldId="345"/>
            <ac:spMk id="43" creationId="{00000000-0000-0000-0000-000000000000}"/>
          </ac:spMkLst>
        </pc:spChg>
        <pc:spChg chg="mod">
          <ac:chgData name="Bryan Sun" userId="851caa7714272873" providerId="LiveId" clId="{1DF0C224-3A3E-55A6-A8D1-F8F2208D385B}" dt="2025-10-25T10:59:58.383" v="3" actId="2711"/>
          <ac:spMkLst>
            <pc:docMk/>
            <pc:sldMk cId="0" sldId="345"/>
            <ac:spMk id="44" creationId="{00000000-0000-0000-0000-000000000000}"/>
          </ac:spMkLst>
        </pc:spChg>
        <pc:spChg chg="mod">
          <ac:chgData name="Bryan Sun" userId="851caa7714272873" providerId="LiveId" clId="{1DF0C224-3A3E-55A6-A8D1-F8F2208D385B}" dt="2025-10-25T10:59:58.383" v="3" actId="2711"/>
          <ac:spMkLst>
            <pc:docMk/>
            <pc:sldMk cId="0" sldId="345"/>
            <ac:spMk id="45" creationId="{00000000-0000-0000-0000-000000000000}"/>
          </ac:spMkLst>
        </pc:spChg>
        <pc:spChg chg="mod">
          <ac:chgData name="Bryan Sun" userId="851caa7714272873" providerId="LiveId" clId="{1DF0C224-3A3E-55A6-A8D1-F8F2208D385B}" dt="2025-10-25T10:59:58.383" v="3" actId="2711"/>
          <ac:spMkLst>
            <pc:docMk/>
            <pc:sldMk cId="0" sldId="345"/>
            <ac:spMk id="46" creationId="{00000000-0000-0000-0000-000000000000}"/>
          </ac:spMkLst>
        </pc:spChg>
        <pc:spChg chg="mod">
          <ac:chgData name="Bryan Sun" userId="851caa7714272873" providerId="LiveId" clId="{1DF0C224-3A3E-55A6-A8D1-F8F2208D385B}" dt="2025-10-25T10:59:58.383" v="3" actId="2711"/>
          <ac:spMkLst>
            <pc:docMk/>
            <pc:sldMk cId="0" sldId="345"/>
            <ac:spMk id="47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5-11-01T12:41:22.051" v="2145" actId="20577"/>
        <pc:sldMkLst>
          <pc:docMk/>
          <pc:sldMk cId="0" sldId="346"/>
        </pc:sldMkLst>
        <pc:spChg chg="mod">
          <ac:chgData name="Bryan Sun" userId="851caa7714272873" providerId="LiveId" clId="{1DF0C224-3A3E-55A6-A8D1-F8F2208D385B}" dt="2025-11-01T12:41:22.051" v="2145" actId="20577"/>
          <ac:spMkLst>
            <pc:docMk/>
            <pc:sldMk cId="0" sldId="346"/>
            <ac:spMk id="4" creationId="{00000000-0000-0000-0000-000000000000}"/>
          </ac:spMkLst>
        </pc:spChg>
        <pc:spChg chg="mod">
          <ac:chgData name="Bryan Sun" userId="851caa7714272873" providerId="LiveId" clId="{1DF0C224-3A3E-55A6-A8D1-F8F2208D385B}" dt="2025-10-25T11:33:01.817" v="851" actId="20577"/>
          <ac:spMkLst>
            <pc:docMk/>
            <pc:sldMk cId="0" sldId="346"/>
            <ac:spMk id="5" creationId="{00000000-0000-0000-0000-000000000000}"/>
          </ac:spMkLst>
        </pc:spChg>
        <pc:spChg chg="mod">
          <ac:chgData name="Bryan Sun" userId="851caa7714272873" providerId="LiveId" clId="{1DF0C224-3A3E-55A6-A8D1-F8F2208D385B}" dt="2025-10-25T11:31:20.339" v="789" actId="3064"/>
          <ac:spMkLst>
            <pc:docMk/>
            <pc:sldMk cId="0" sldId="346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5-10-25T11:34:09.374" v="906" actId="14100"/>
          <ac:spMkLst>
            <pc:docMk/>
            <pc:sldMk cId="0" sldId="346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5-10-25T11:34:45.605" v="927" actId="1076"/>
          <ac:spMkLst>
            <pc:docMk/>
            <pc:sldMk cId="0" sldId="346"/>
            <ac:spMk id="9" creationId="{00000000-0000-0000-0000-000000000000}"/>
          </ac:spMkLst>
        </pc:spChg>
        <pc:spChg chg="mod">
          <ac:chgData name="Bryan Sun" userId="851caa7714272873" providerId="LiveId" clId="{1DF0C224-3A3E-55A6-A8D1-F8F2208D385B}" dt="2025-10-25T11:35:46.458" v="930" actId="20577"/>
          <ac:spMkLst>
            <pc:docMk/>
            <pc:sldMk cId="0" sldId="346"/>
            <ac:spMk id="10" creationId="{00000000-0000-0000-0000-000000000000}"/>
          </ac:spMkLst>
        </pc:spChg>
        <pc:spChg chg="mod">
          <ac:chgData name="Bryan Sun" userId="851caa7714272873" providerId="LiveId" clId="{1DF0C224-3A3E-55A6-A8D1-F8F2208D385B}" dt="2025-10-25T11:36:10.832" v="944" actId="20577"/>
          <ac:spMkLst>
            <pc:docMk/>
            <pc:sldMk cId="0" sldId="346"/>
            <ac:spMk id="11" creationId="{00000000-0000-0000-0000-000000000000}"/>
          </ac:spMkLst>
        </pc:spChg>
      </pc:sldChg>
      <pc:sldChg chg="modSp mod modAnim">
        <pc:chgData name="Bryan Sun" userId="851caa7714272873" providerId="LiveId" clId="{1DF0C224-3A3E-55A6-A8D1-F8F2208D385B}" dt="2025-10-25T11:58:13.898" v="1961" actId="20577"/>
        <pc:sldMkLst>
          <pc:docMk/>
          <pc:sldMk cId="0" sldId="349"/>
        </pc:sldMkLst>
        <pc:spChg chg="mod">
          <ac:chgData name="Bryan Sun" userId="851caa7714272873" providerId="LiveId" clId="{1DF0C224-3A3E-55A6-A8D1-F8F2208D385B}" dt="2025-10-25T11:55:59.920" v="1874" actId="1076"/>
          <ac:spMkLst>
            <pc:docMk/>
            <pc:sldMk cId="0" sldId="349"/>
            <ac:spMk id="2" creationId="{00000000-0000-0000-0000-000000000000}"/>
          </ac:spMkLst>
        </pc:spChg>
        <pc:spChg chg="mod">
          <ac:chgData name="Bryan Sun" userId="851caa7714272873" providerId="LiveId" clId="{1DF0C224-3A3E-55A6-A8D1-F8F2208D385B}" dt="2025-10-25T11:57:48.168" v="1931" actId="20577"/>
          <ac:spMkLst>
            <pc:docMk/>
            <pc:sldMk cId="0" sldId="349"/>
            <ac:spMk id="3" creationId="{00000000-0000-0000-0000-000000000000}"/>
          </ac:spMkLst>
        </pc:spChg>
        <pc:spChg chg="mod">
          <ac:chgData name="Bryan Sun" userId="851caa7714272873" providerId="LiveId" clId="{1DF0C224-3A3E-55A6-A8D1-F8F2208D385B}" dt="2025-10-25T11:58:13.898" v="1961" actId="20577"/>
          <ac:spMkLst>
            <pc:docMk/>
            <pc:sldMk cId="0" sldId="349"/>
            <ac:spMk id="4" creationId="{00000000-0000-0000-0000-000000000000}"/>
          </ac:spMkLst>
        </pc:spChg>
        <pc:spChg chg="mod">
          <ac:chgData name="Bryan Sun" userId="851caa7714272873" providerId="LiveId" clId="{1DF0C224-3A3E-55A6-A8D1-F8F2208D385B}" dt="2025-10-25T11:55:27.201" v="1871" actId="2711"/>
          <ac:spMkLst>
            <pc:docMk/>
            <pc:sldMk cId="0" sldId="349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5-10-25T11:56:34.204" v="1876" actId="1076"/>
          <ac:spMkLst>
            <pc:docMk/>
            <pc:sldMk cId="0" sldId="349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5-10-25T11:55:07.937" v="1857" actId="2711"/>
          <ac:spMkLst>
            <pc:docMk/>
            <pc:sldMk cId="0" sldId="349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5-10-25T11:55:16.646" v="1870" actId="20577"/>
          <ac:spMkLst>
            <pc:docMk/>
            <pc:sldMk cId="0" sldId="349"/>
            <ac:spMk id="9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5-11-01T12:50:41.491" v="2157" actId="20577"/>
        <pc:sldMkLst>
          <pc:docMk/>
          <pc:sldMk cId="0" sldId="351"/>
        </pc:sldMkLst>
        <pc:spChg chg="mod">
          <ac:chgData name="Bryan Sun" userId="851caa7714272873" providerId="LiveId" clId="{1DF0C224-3A3E-55A6-A8D1-F8F2208D385B}" dt="2025-10-25T11:45:12.371" v="1409" actId="20577"/>
          <ac:spMkLst>
            <pc:docMk/>
            <pc:sldMk cId="0" sldId="351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5-11-01T12:50:41.491" v="2157" actId="20577"/>
          <ac:spMkLst>
            <pc:docMk/>
            <pc:sldMk cId="0" sldId="351"/>
            <ac:spMk id="8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5-11-01T12:52:16.526" v="2159" actId="20577"/>
        <pc:sldMkLst>
          <pc:docMk/>
          <pc:sldMk cId="0" sldId="362"/>
        </pc:sldMkLst>
        <pc:spChg chg="mod">
          <ac:chgData name="Bryan Sun" userId="851caa7714272873" providerId="LiveId" clId="{1DF0C224-3A3E-55A6-A8D1-F8F2208D385B}" dt="2025-10-25T12:02:40.785" v="2136" actId="1076"/>
          <ac:spMkLst>
            <pc:docMk/>
            <pc:sldMk cId="0" sldId="362"/>
            <ac:spMk id="3" creationId="{00000000-0000-0000-0000-000000000000}"/>
          </ac:spMkLst>
        </pc:spChg>
        <pc:spChg chg="mod">
          <ac:chgData name="Bryan Sun" userId="851caa7714272873" providerId="LiveId" clId="{1DF0C224-3A3E-55A6-A8D1-F8F2208D385B}" dt="2025-10-25T12:03:21.309" v="2139" actId="1036"/>
          <ac:spMkLst>
            <pc:docMk/>
            <pc:sldMk cId="0" sldId="362"/>
            <ac:spMk id="4" creationId="{00000000-0000-0000-0000-000000000000}"/>
          </ac:spMkLst>
        </pc:spChg>
        <pc:spChg chg="mod">
          <ac:chgData name="Bryan Sun" userId="851caa7714272873" providerId="LiveId" clId="{1DF0C224-3A3E-55A6-A8D1-F8F2208D385B}" dt="2025-11-01T12:52:16.526" v="2159" actId="20577"/>
          <ac:spMkLst>
            <pc:docMk/>
            <pc:sldMk cId="0" sldId="362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5-10-25T11:58:48.019" v="1965" actId="20577"/>
          <ac:spMkLst>
            <pc:docMk/>
            <pc:sldMk cId="0" sldId="362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5-10-25T11:58:56.267" v="1984" actId="20577"/>
          <ac:spMkLst>
            <pc:docMk/>
            <pc:sldMk cId="0" sldId="362"/>
            <ac:spMk id="9" creationId="{00000000-0000-0000-0000-000000000000}"/>
          </ac:spMkLst>
        </pc:spChg>
        <pc:spChg chg="mod">
          <ac:chgData name="Bryan Sun" userId="851caa7714272873" providerId="LiveId" clId="{1DF0C224-3A3E-55A6-A8D1-F8F2208D385B}" dt="2025-11-01T12:51:33.844" v="2158" actId="20577"/>
          <ac:spMkLst>
            <pc:docMk/>
            <pc:sldMk cId="0" sldId="362"/>
            <ac:spMk id="10" creationId="{00000000-0000-0000-0000-000000000000}"/>
          </ac:spMkLst>
        </pc:spChg>
        <pc:spChg chg="mod">
          <ac:chgData name="Bryan Sun" userId="851caa7714272873" providerId="LiveId" clId="{1DF0C224-3A3E-55A6-A8D1-F8F2208D385B}" dt="2025-10-25T11:59:40.077" v="2001" actId="1038"/>
          <ac:spMkLst>
            <pc:docMk/>
            <pc:sldMk cId="0" sldId="362"/>
            <ac:spMk id="11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5-10-25T11:44:43.789" v="1398" actId="14100"/>
        <pc:sldMkLst>
          <pc:docMk/>
          <pc:sldMk cId="0" sldId="363"/>
        </pc:sldMkLst>
        <pc:spChg chg="mod">
          <ac:chgData name="Bryan Sun" userId="851caa7714272873" providerId="LiveId" clId="{1DF0C224-3A3E-55A6-A8D1-F8F2208D385B}" dt="2025-10-25T11:36:35.951" v="945" actId="2711"/>
          <ac:spMkLst>
            <pc:docMk/>
            <pc:sldMk cId="0" sldId="363"/>
            <ac:spMk id="3" creationId="{00000000-0000-0000-0000-000000000000}"/>
          </ac:spMkLst>
        </pc:spChg>
        <pc:spChg chg="mod">
          <ac:chgData name="Bryan Sun" userId="851caa7714272873" providerId="LiveId" clId="{1DF0C224-3A3E-55A6-A8D1-F8F2208D385B}" dt="2025-10-25T11:44:43.789" v="1398" actId="14100"/>
          <ac:spMkLst>
            <pc:docMk/>
            <pc:sldMk cId="0" sldId="363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5-10-25T11:36:39.761" v="946" actId="20577"/>
          <ac:spMkLst>
            <pc:docMk/>
            <pc:sldMk cId="0" sldId="363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5-10-25T11:38:24.719" v="1107" actId="20577"/>
          <ac:spMkLst>
            <pc:docMk/>
            <pc:sldMk cId="0" sldId="363"/>
            <ac:spMk id="9" creationId="{00000000-0000-0000-0000-000000000000}"/>
          </ac:spMkLst>
        </pc:spChg>
        <pc:spChg chg="mod">
          <ac:chgData name="Bryan Sun" userId="851caa7714272873" providerId="LiveId" clId="{1DF0C224-3A3E-55A6-A8D1-F8F2208D385B}" dt="2025-10-25T11:40:51.474" v="1229" actId="20577"/>
          <ac:spMkLst>
            <pc:docMk/>
            <pc:sldMk cId="0" sldId="363"/>
            <ac:spMk id="12" creationId="{00000000-0000-0000-0000-000000000000}"/>
          </ac:spMkLst>
        </pc:spChg>
        <pc:spChg chg="mod">
          <ac:chgData name="Bryan Sun" userId="851caa7714272873" providerId="LiveId" clId="{1DF0C224-3A3E-55A6-A8D1-F8F2208D385B}" dt="2025-10-25T11:42:35.079" v="1315" actId="20577"/>
          <ac:spMkLst>
            <pc:docMk/>
            <pc:sldMk cId="0" sldId="363"/>
            <ac:spMk id="13" creationId="{00000000-0000-0000-0000-000000000000}"/>
          </ac:spMkLst>
        </pc:spChg>
        <pc:spChg chg="mod">
          <ac:chgData name="Bryan Sun" userId="851caa7714272873" providerId="LiveId" clId="{1DF0C224-3A3E-55A6-A8D1-F8F2208D385B}" dt="2025-10-25T11:36:35.951" v="945" actId="2711"/>
          <ac:spMkLst>
            <pc:docMk/>
            <pc:sldMk cId="0" sldId="363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zh-CN" dirty="0"/>
              <a:t>NOIP </a:t>
            </a:r>
            <a:r>
              <a:rPr lang="en" altLang="en-US" dirty="0"/>
              <a:t>Language Basics (</a:t>
            </a:r>
            <a:r>
              <a:rPr lang="en-US" altLang="zh-CN" dirty="0"/>
              <a:t>1</a:t>
            </a:r>
            <a:r>
              <a:rPr lang="en" altLang="en-US" dirty="0"/>
              <a:t>2)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 altLang="en-US" dirty="0"/>
              <a:t>Structure</a:t>
            </a:r>
            <a:r>
              <a:rPr lang="en-US" altLang="zh-CN" dirty="0"/>
              <a:t>s</a:t>
            </a:r>
            <a:endParaRPr lang="e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Gao's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5951079" y="1348343"/>
            <a:ext cx="5862537" cy="558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" altLang="zh-CN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#include&lt;bits/</a:t>
            </a:r>
            <a:r>
              <a:rPr lang="en" altLang="zh-CN" sz="1400" dirty="0" err="1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stdc</a:t>
            </a:r>
            <a:r>
              <a:rPr lang="en" altLang="zh-CN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++.h&gt;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int l1,l2,l3,r1,r2,r3,t1,t2,t3,b1,b2,b3,ans=0;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&gt;&gt;l1&gt;&gt;r1&gt;&gt;t1&gt;&gt;b1&gt;&gt;l2&gt;&gt;r2&gt;&gt;t2&gt;&gt;b2;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endParaRPr lang="en-US" altLang="zh-CN" sz="1400" dirty="0"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1400" dirty="0"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return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矩形 8"/>
          <p:cNvSpPr/>
          <p:nvPr/>
        </p:nvSpPr>
        <p:spPr>
          <a:xfrm>
            <a:off x="5951079" y="3036543"/>
            <a:ext cx="3823562" cy="320877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l3=max(l1,l2);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r3=min(r1,r2);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t3=max(t1,t2);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b3=min(b1,b2);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ns=(r3-l3)*(b3-t3);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return 0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  <a:endParaRPr lang="zh-CN" altLang="en-US" sz="1400" dirty="0">
              <a:solidFill>
                <a:schemeClr val="bg1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10397" y="2255455"/>
            <a:ext cx="2091446" cy="137160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29969" y="2611618"/>
            <a:ext cx="1357009" cy="17412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16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–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Overlap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ping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Windows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60225" y="4907685"/>
            <a:ext cx="370873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The coordinates of the four vertices of the two windows are: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(l1,t1),(r1,t1),(l1,b1),(r1,b1)</a:t>
            </a:r>
          </a:p>
          <a:p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(l2,t2),(r2,t2),(l2,b2),(r2,b2)</a:t>
            </a:r>
          </a:p>
          <a:p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Find the area of the intersection</a:t>
            </a:r>
          </a:p>
        </p:txBody>
      </p:sp>
      <p:sp>
        <p:nvSpPr>
          <p:cNvPr id="2" name="矩形 1"/>
          <p:cNvSpPr/>
          <p:nvPr/>
        </p:nvSpPr>
        <p:spPr>
          <a:xfrm>
            <a:off x="416414" y="6100102"/>
            <a:ext cx="23149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l: left; r: right; t: top; b: bottom</a:t>
            </a:r>
            <a:endParaRPr lang="zh-CN" altLang="en-US" sz="14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650700" y="1687042"/>
            <a:ext cx="4245150" cy="99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656031" y="1688041"/>
            <a:ext cx="0" cy="31044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1410397" y="1688041"/>
            <a:ext cx="0" cy="5674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3501834" y="1687042"/>
            <a:ext cx="0" cy="5674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2934899" y="1687042"/>
            <a:ext cx="0" cy="9203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4286978" y="1687042"/>
            <a:ext cx="0" cy="9203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660225" y="2612328"/>
            <a:ext cx="227362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658460" y="4352886"/>
            <a:ext cx="227362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656031" y="2254456"/>
            <a:ext cx="75436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656030" y="3626326"/>
            <a:ext cx="75436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1256633" y="1391798"/>
            <a:ext cx="322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" altLang="zh-CN" sz="1400" dirty="0">
                <a:latin typeface="Aptos Display" panose="020B0004020202020204" pitchFamily="34" charset="0"/>
                <a:cs typeface="Consolas" panose="020B0609020204030204" pitchFamily="49" charset="0"/>
              </a:rPr>
              <a:t>l1</a:t>
            </a:r>
            <a:endParaRPr lang="zh-CN" altLang="en-US" sz="1400" dirty="0"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331279" y="1388623"/>
            <a:ext cx="335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" altLang="zh-CN" sz="1400" dirty="0">
                <a:latin typeface="Aptos Display" panose="020B0004020202020204" pitchFamily="34" charset="0"/>
                <a:cs typeface="Consolas" panose="020B0609020204030204" pitchFamily="49" charset="0"/>
              </a:rPr>
              <a:t>r1</a:t>
            </a:r>
            <a:endParaRPr lang="zh-CN" altLang="en-US" sz="1400" dirty="0"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768086" y="1389235"/>
            <a:ext cx="322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l2</a:t>
            </a:r>
            <a:endParaRPr lang="zh-CN" altLang="en-US" sz="1400" dirty="0">
              <a:solidFill>
                <a:srgbClr val="FF0000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119304" y="1388622"/>
            <a:ext cx="335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r2</a:t>
            </a:r>
            <a:endParaRPr lang="zh-CN" altLang="en-US" sz="1400" dirty="0">
              <a:solidFill>
                <a:srgbClr val="FF0000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22870" y="2102462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" altLang="zh-CN" sz="1400" dirty="0">
                <a:latin typeface="Aptos Display" panose="020B0004020202020204" pitchFamily="34" charset="0"/>
                <a:cs typeface="Consolas" panose="020B0609020204030204" pitchFamily="49" charset="0"/>
              </a:rPr>
              <a:t>t1</a:t>
            </a:r>
            <a:endParaRPr lang="zh-CN" altLang="en-US" sz="1400" dirty="0"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18005" y="2460167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t2</a:t>
            </a:r>
            <a:endParaRPr lang="zh-CN" altLang="en-US" sz="1400" dirty="0">
              <a:solidFill>
                <a:srgbClr val="FF0000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93159" y="3479070"/>
            <a:ext cx="383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" altLang="zh-CN" sz="1400" dirty="0">
                <a:solidFill>
                  <a:srgbClr val="0070C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b1</a:t>
            </a:r>
            <a:endParaRPr lang="zh-CN" altLang="en-US" sz="1400" dirty="0">
              <a:solidFill>
                <a:srgbClr val="0070C0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85761" y="4199377"/>
            <a:ext cx="398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b2</a:t>
            </a:r>
            <a:endParaRPr lang="zh-CN" altLang="en-US" sz="1400" dirty="0">
              <a:solidFill>
                <a:srgbClr val="FF0000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55025" y="142123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0</a:t>
            </a:r>
            <a:endParaRPr lang="zh-CN" altLang="en-US" sz="1400" dirty="0">
              <a:solidFill>
                <a:schemeClr val="bg1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779206" y="1388622"/>
            <a:ext cx="263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x</a:t>
            </a:r>
            <a:endParaRPr lang="zh-CN" altLang="en-US" sz="1400" dirty="0">
              <a:solidFill>
                <a:schemeClr val="bg1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90046" y="4621432"/>
            <a:ext cx="2616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y</a:t>
            </a:r>
            <a:endParaRPr lang="zh-CN" altLang="en-US" sz="1400" dirty="0">
              <a:solidFill>
                <a:schemeClr val="bg1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951079" y="4363432"/>
            <a:ext cx="3356207" cy="1758277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/>
          <a:p>
            <a:pPr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if(l3&lt;r3&amp;&amp;t3&lt;b3)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=(r3-l3)*(b3-t3);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return 0;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  <a:endParaRPr lang="zh-CN" altLang="en-US" sz="1400" dirty="0">
              <a:solidFill>
                <a:schemeClr val="bg1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086776" y="4469916"/>
            <a:ext cx="293914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Must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consider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case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where windows do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n’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 overlap:</a:t>
            </a:r>
            <a:endParaRPr lang="en-US" altLang="zh-CN" sz="14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Only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calculate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area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when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there’s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overlap.</a:t>
            </a:r>
            <a:endParaRPr lang="en" altLang="en-US" sz="14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9" grpId="0" animBg="1"/>
      <p:bldP spid="10" grpId="0" animBg="1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612" y="1203080"/>
            <a:ext cx="4012634" cy="21275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struct </a:t>
            </a:r>
            <a:r>
              <a:rPr lang="en" altLang="en-US" sz="1600" dirty="0" err="1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typename</a:t>
            </a:r>
            <a:r>
              <a:rPr lang="en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lang="en" altLang="en-US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ype</a:t>
            </a:r>
            <a:r>
              <a:rPr lang="en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member </a:t>
            </a:r>
            <a:r>
              <a:rPr lang="en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1;</a:t>
            </a:r>
          </a:p>
          <a:p>
            <a:pPr marL="0" indent="0">
              <a:buNone/>
            </a:pPr>
            <a:r>
              <a:rPr lang="zh-CN" altLang="en-US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en-US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type</a:t>
            </a:r>
            <a:r>
              <a:rPr lang="en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en-US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member </a:t>
            </a:r>
            <a:r>
              <a:rPr lang="en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2;</a:t>
            </a:r>
          </a:p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4" name="内容占位符 2"/>
          <p:cNvSpPr txBox="1"/>
          <p:nvPr/>
        </p:nvSpPr>
        <p:spPr>
          <a:xfrm>
            <a:off x="5196955" y="1201475"/>
            <a:ext cx="4012634" cy="17425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struct 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tScore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char name[25],no[25];</a:t>
            </a:r>
          </a:p>
          <a:p>
            <a:pPr marL="0" indent="0"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double math,</a:t>
            </a: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english</a:t>
            </a:r>
            <a:r>
              <a:rPr lang="en-US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,</a:t>
            </a: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french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};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Structure: Definition</a:t>
            </a:r>
          </a:p>
        </p:txBody>
      </p:sp>
      <p:sp>
        <p:nvSpPr>
          <p:cNvPr id="8" name="矩形 7"/>
          <p:cNvSpPr/>
          <p:nvPr/>
        </p:nvSpPr>
        <p:spPr>
          <a:xfrm>
            <a:off x="1103152" y="2944034"/>
            <a:ext cx="28592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Note the final semicolon</a:t>
            </a:r>
            <a:endParaRPr lang="zh-CN" altLang="en-US" sz="1600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678610" y="3960048"/>
            <a:ext cx="4157550" cy="2262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struct 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tScore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char name[25],no[25];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double math,</a:t>
            </a:r>
            <a:r>
              <a:rPr lang="en-US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e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nglish</a:t>
            </a:r>
            <a:r>
              <a:rPr lang="en-US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,</a:t>
            </a:r>
            <a:r>
              <a:rPr lang="en-US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french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student1,student2,a[100]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0" name="矩形 9"/>
          <p:cNvSpPr/>
          <p:nvPr/>
        </p:nvSpPr>
        <p:spPr>
          <a:xfrm>
            <a:off x="683421" y="3594242"/>
            <a:ext cx="3790608" cy="3658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Define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variables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together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Structs</a:t>
            </a:r>
            <a:endParaRPr lang="en" altLang="en-US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8609" y="5600145"/>
            <a:ext cx="40126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When defining the struct</a:t>
            </a:r>
            <a:r>
              <a:rPr lang="en-US" altLang="zh-CN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variables of type </a:t>
            </a:r>
            <a:r>
              <a:rPr lang="en" altLang="zh-CN" sz="1600" dirty="0" err="1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tScore</a:t>
            </a:r>
            <a:r>
              <a:rPr lang="en" altLang="zh-CN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are defined.</a:t>
            </a:r>
          </a:p>
        </p:txBody>
      </p:sp>
      <p:sp>
        <p:nvSpPr>
          <p:cNvPr id="12" name="矩形 11"/>
          <p:cNvSpPr/>
          <p:nvPr/>
        </p:nvSpPr>
        <p:spPr>
          <a:xfrm>
            <a:off x="9209589" y="1343596"/>
            <a:ext cx="263064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400" dirty="0" err="1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tScore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structure :</a:t>
            </a:r>
            <a:endParaRPr lang="en-US" altLang="zh-CN" sz="14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char arrays represent the name and student ID, the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double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represent the scores of mathematics, English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French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respectively.</a:t>
            </a:r>
          </a:p>
        </p:txBody>
      </p:sp>
      <p:sp>
        <p:nvSpPr>
          <p:cNvPr id="13" name="内容占位符 2"/>
          <p:cNvSpPr txBox="1"/>
          <p:nvPr/>
        </p:nvSpPr>
        <p:spPr>
          <a:xfrm>
            <a:off x="5196954" y="3960048"/>
            <a:ext cx="6116313" cy="2262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struct 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tScore</a:t>
            </a:r>
            <a:r>
              <a:rPr lang="e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char name[25],no[25];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double 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math,chinese,english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tSocre student1,student2,a[100];</a:t>
            </a:r>
          </a:p>
        </p:txBody>
      </p:sp>
      <p:sp>
        <p:nvSpPr>
          <p:cNvPr id="14" name="矩形 13"/>
          <p:cNvSpPr/>
          <p:nvPr/>
        </p:nvSpPr>
        <p:spPr>
          <a:xfrm>
            <a:off x="5201765" y="3594242"/>
            <a:ext cx="3495921" cy="3658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</a:t>
            </a:r>
            <a:r>
              <a:rPr lang="en" altLang="en-US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efine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the struct first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then the variable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endParaRPr lang="en" altLang="en-US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084552" y="5191505"/>
            <a:ext cx="18714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Use</a:t>
            </a:r>
            <a:r>
              <a:rPr lang="zh-C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tScore</a:t>
            </a:r>
            <a:r>
              <a:rPr lang="en" altLang="zh-CN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</a:t>
            </a:r>
            <a:r>
              <a:rPr lang="zh-C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78612" y="1486111"/>
            <a:ext cx="6208571" cy="143148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" altLang="en-US" sz="2000" dirty="0" err="1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initiali</a:t>
            </a:r>
            <a:r>
              <a:rPr lang="en-US" altLang="zh-CN" sz="20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sing</a:t>
            </a:r>
          </a:p>
          <a:p>
            <a:pPr marL="557530" indent="-285750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Use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curly braces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,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s</a:t>
            </a:r>
            <a:r>
              <a:rPr lang="en" altLang="en-US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imilar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to array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s</a:t>
            </a:r>
          </a:p>
          <a:p>
            <a:pPr marL="557530" indent="-285750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Values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are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in the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same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order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of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the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variables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the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definition</a:t>
            </a:r>
          </a:p>
          <a:p>
            <a:pPr marL="557530" indent="-285750">
              <a:lnSpc>
                <a:spcPct val="100000"/>
              </a:lnSpc>
              <a:spcBef>
                <a:spcPts val="600"/>
              </a:spcBef>
            </a:pP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If </a:t>
            </a:r>
            <a:r>
              <a:rPr lang="en-US" altLang="zh-CN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initialisers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less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than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variables,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will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be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padded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by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0</a:t>
            </a:r>
            <a:endParaRPr lang="zh-CN" altLang="en-US" sz="1600" dirty="0"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endParaRPr lang="zh-CN" altLang="en-US" sz="2000" dirty="0"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Structure: Use</a:t>
            </a:r>
          </a:p>
        </p:txBody>
      </p:sp>
      <p:sp>
        <p:nvSpPr>
          <p:cNvPr id="5" name="矩形 4"/>
          <p:cNvSpPr/>
          <p:nvPr/>
        </p:nvSpPr>
        <p:spPr>
          <a:xfrm>
            <a:off x="6677234" y="1655747"/>
            <a:ext cx="3741089" cy="30777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tScore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student1={”</a:t>
            </a:r>
            <a:r>
              <a:rPr lang="en-US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Bob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","0012",95.5,93,98};</a:t>
            </a:r>
            <a:endParaRPr lang="zh-CN" altLang="en-US" sz="1400" dirty="0">
              <a:solidFill>
                <a:schemeClr val="bg1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84316" y="3363919"/>
            <a:ext cx="4995406" cy="30777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&lt;&lt;student1.no&lt;&lt;" "&lt;&lt;student1.name&lt;&lt;" "&lt;&lt;student1.math;</a:t>
            </a:r>
            <a:endParaRPr lang="zh-CN" altLang="en-US" sz="1400" dirty="0">
              <a:solidFill>
                <a:schemeClr val="bg1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4316" y="4214418"/>
            <a:ext cx="4835548" cy="2000291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>
              <a:lnSpc>
                <a:spcPct val="150000"/>
              </a:lnSpc>
            </a:pP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int n;</a:t>
            </a:r>
          </a:p>
          <a:p>
            <a:pPr>
              <a:lnSpc>
                <a:spcPct val="150000"/>
              </a:lnSpc>
            </a:pP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tScore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a[100];</a:t>
            </a:r>
          </a:p>
          <a:p>
            <a:pPr>
              <a:lnSpc>
                <a:spcPct val="150000"/>
              </a:lnSpc>
            </a:pP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&gt;&gt;n;</a:t>
            </a:r>
          </a:p>
          <a:p>
            <a:pPr>
              <a:lnSpc>
                <a:spcPct val="150000"/>
              </a:lnSpc>
            </a:pP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for(int 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=n-1;i&gt;=1;--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for(int j=0;j&lt;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;++j)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swap(a[j],a[j+1]);</a:t>
            </a:r>
            <a:endParaRPr lang="zh-CN" altLang="en-US" sz="1400" dirty="0">
              <a:solidFill>
                <a:schemeClr val="bg1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8609" y="3760154"/>
            <a:ext cx="5566548" cy="4542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Struct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variables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c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an be operated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as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whole</a:t>
            </a:r>
            <a:endParaRPr lang="en" altLang="en-US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8608" y="2917596"/>
            <a:ext cx="5838923" cy="3658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Access variables in a struct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with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the dot operator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233464" y="1193295"/>
            <a:ext cx="5862535" cy="5582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#include&lt;bits/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stdc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++.h&gt;</a:t>
            </a:r>
          </a:p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struct win{</a:t>
            </a:r>
          </a:p>
          <a:p>
            <a:pPr marL="0" indent="0"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// l: left; r: right; t: top; b: bottom</a:t>
            </a:r>
          </a:p>
          <a:p>
            <a:pPr marL="0" indent="0"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l,r,t,b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win w1,w2,w3;</a:t>
            </a:r>
          </a:p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void read(win&amp; w){</a:t>
            </a:r>
          </a:p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wl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wr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wt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wb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内容占位符 2"/>
          <p:cNvSpPr txBox="1"/>
          <p:nvPr/>
        </p:nvSpPr>
        <p:spPr>
          <a:xfrm>
            <a:off x="6095999" y="1185171"/>
            <a:ext cx="5862537" cy="5582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int main(){</a:t>
            </a:r>
          </a:p>
          <a:p>
            <a:pPr marL="0" indent="0"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ans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=0;</a:t>
            </a:r>
          </a:p>
          <a:p>
            <a:pPr marL="0" indent="0"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read(w1);</a:t>
            </a:r>
          </a:p>
          <a:p>
            <a:pPr marL="0" indent="0"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read(w2);</a:t>
            </a:r>
          </a:p>
          <a:p>
            <a:pPr marL="0" indent="0"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w3.l=max(w1.l,w2.l);</a:t>
            </a:r>
          </a:p>
          <a:p>
            <a:pPr marL="0" indent="0"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w3.r=min(w1.r,w2.r);</a:t>
            </a:r>
          </a:p>
          <a:p>
            <a:pPr marL="0" indent="0"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w3.t=max(w1.t,w2.t);</a:t>
            </a:r>
          </a:p>
          <a:p>
            <a:pPr marL="0" indent="0"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w3.b=min(w1.b,w2.b);</a:t>
            </a:r>
          </a:p>
          <a:p>
            <a:pPr marL="0" indent="0"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if(w3.l&lt;w3.r&amp;&amp;w3.t&lt;w3.b)</a:t>
            </a:r>
          </a:p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ans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=(w3.r-w3.l)*(w3.b-w3.t);</a:t>
            </a:r>
          </a:p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&lt;&lt;an</a:t>
            </a:r>
            <a:r>
              <a:rPr lang="en-US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s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endl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return 0;</a:t>
            </a:r>
          </a:p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Overlap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ping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Windows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56838" y="3373085"/>
            <a:ext cx="5439162" cy="29418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Define struct </a:t>
            </a:r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win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4 int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type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members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which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coordinates</a:t>
            </a:r>
            <a:endParaRPr lang="en" altLang="en-US" sz="14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090046" y="3733292"/>
            <a:ext cx="4219961" cy="73866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Define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win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type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variables , representing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input windows and the overlapping rectangle respectively</a:t>
            </a:r>
          </a:p>
        </p:txBody>
      </p:sp>
      <p:sp>
        <p:nvSpPr>
          <p:cNvPr id="10" name="矩形 9"/>
          <p:cNvSpPr/>
          <p:nvPr/>
        </p:nvSpPr>
        <p:spPr>
          <a:xfrm>
            <a:off x="656837" y="4962448"/>
            <a:ext cx="4219961" cy="73866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formal parameter is by-reference, so the value of the actual parameter is changed after reading the variable with </a:t>
            </a:r>
            <a:r>
              <a:rPr lang="en" altLang="zh-CN" sz="1400" dirty="0" err="1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endParaRPr lang="en" altLang="zh-CN" sz="14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269768" y="2928608"/>
            <a:ext cx="2265394" cy="73866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Accessing member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in a struct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using the dot operator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049726" y="2001572"/>
            <a:ext cx="2412931" cy="35771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multiple arrays represent</a:t>
            </a:r>
            <a:r>
              <a:rPr lang="en-US" altLang="zh-CN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ing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 complex set of data (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e.g.,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grades in multiple subjects),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when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sorting them,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swap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records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require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swapping each array separately.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structures to represent such complex data has obvious advantages.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1780" indent="0">
              <a:buNone/>
            </a:pP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Score Ranking</a:t>
            </a:r>
          </a:p>
        </p:txBody>
      </p:sp>
      <p:sp>
        <p:nvSpPr>
          <p:cNvPr id="9" name="内容占位符 5"/>
          <p:cNvSpPr txBox="1"/>
          <p:nvPr/>
        </p:nvSpPr>
        <p:spPr>
          <a:xfrm>
            <a:off x="330270" y="1279283"/>
            <a:ext cx="10634658" cy="4401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the scores of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students. 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Sort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them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so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that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higher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scores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ranked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first;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score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same,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entered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first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ranked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first</a:t>
            </a:r>
          </a:p>
        </p:txBody>
      </p:sp>
      <p:sp>
        <p:nvSpPr>
          <p:cNvPr id="12" name="矩形 11"/>
          <p:cNvSpPr/>
          <p:nvPr/>
        </p:nvSpPr>
        <p:spPr>
          <a:xfrm>
            <a:off x="328183" y="1719455"/>
            <a:ext cx="4605816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main(){</a:t>
            </a:r>
            <a:endParaRPr lang="en-US" altLang="zh-CN" sz="1200" dirty="0">
              <a:solidFill>
                <a:srgbClr val="80808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int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n,s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[310],id[310],i,j;</a:t>
            </a:r>
            <a:endParaRPr lang="zh-CN" altLang="zh-CN" sz="12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cin&gt;&gt;n;</a:t>
            </a:r>
            <a:endParaRPr lang="zh-CN" altLang="zh-CN" sz="12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for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(i=0;i&lt;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n;i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++){</a:t>
            </a:r>
            <a:endParaRPr lang="zh-CN" altLang="zh-CN" sz="12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&gt;&gt;s[i];</a:t>
            </a:r>
            <a:endParaRPr lang="en-US" altLang="zh-CN" sz="12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id[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]= 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for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=n-1;i&gt;=1;--</a:t>
            </a:r>
            <a:r>
              <a:rPr lang="en" altLang="zh-CN" sz="12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j=0;j&lt;</a:t>
            </a:r>
            <a:r>
              <a:rPr lang="en" altLang="zh-CN" sz="12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;++j){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bool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f=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false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(s[j]!=s[j+1])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f=(s[j]&lt;s[j+1]);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else</a:t>
            </a:r>
            <a:endParaRPr lang="en-US" altLang="zh-CN" sz="1200" dirty="0">
              <a:solidFill>
                <a:schemeClr val="bg1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f=id[j]&gt;id[j+1];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(f){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swap(s[j],s[j+1]);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swap(id[j],id[j+1]);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return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0;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3017188" y="2585649"/>
            <a:ext cx="15561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Multiple arrays</a:t>
            </a:r>
            <a:endParaRPr lang="zh-CN" altLang="en-US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989355" y="1719455"/>
            <a:ext cx="400501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struct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score{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tot,id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}s[310];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n,i,j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en-US" altLang="zh-CN" sz="12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main(){</a:t>
            </a:r>
            <a:endParaRPr lang="zh-CN" altLang="zh-CN" sz="12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cin&gt;&gt;n;</a:t>
            </a:r>
            <a:endParaRPr lang="zh-CN" altLang="zh-CN" sz="12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for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(i=0;i&lt;n;i++) {</a:t>
            </a:r>
            <a:endParaRPr lang="zh-CN" altLang="zh-CN" sz="12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&gt;&gt;s[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].tot;</a:t>
            </a:r>
            <a:endParaRPr lang="en-US" altLang="zh-CN" sz="12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].id=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for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=n-1;i&gt;=1;--</a:t>
            </a:r>
            <a:r>
              <a:rPr lang="en" altLang="zh-CN" sz="12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j=0;j&lt;</a:t>
            </a:r>
            <a:r>
              <a:rPr lang="en" altLang="zh-CN" sz="12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;++j){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bool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f=false;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(s[j].tot!=s[j+1].tot)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f=(s[j].tot&lt;s[j+1].tot);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else</a:t>
            </a:r>
            <a:endParaRPr lang="en-US" altLang="zh-CN" sz="1200" dirty="0">
              <a:solidFill>
                <a:schemeClr val="bg1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f=s[j].id&gt;s[j+1].id;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(f)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swap(s[j],s[j+1]);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return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0;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4" name="矩形 13"/>
          <p:cNvSpPr/>
          <p:nvPr/>
        </p:nvSpPr>
        <p:spPr>
          <a:xfrm>
            <a:off x="7088446" y="2429456"/>
            <a:ext cx="10553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Structure</a:t>
            </a:r>
            <a:endParaRPr lang="zh-CN" altLang="en-US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6" grpId="1" build="p"/>
      <p:bldP spid="12" grpId="0"/>
      <p:bldP spid="12" grpId="1"/>
      <p:bldP spid="3" grpId="0"/>
      <p:bldP spid="3" grpId="1"/>
      <p:bldP spid="13" grpId="0"/>
      <p:bldP spid="13" grpId="1"/>
      <p:bldP spid="14" grpId="0"/>
      <p:bldP spid="1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5"/>
          <p:cNvSpPr>
            <a:spLocks noGrp="1"/>
          </p:cNvSpPr>
          <p:nvPr>
            <p:ph idx="1"/>
          </p:nvPr>
        </p:nvSpPr>
        <p:spPr>
          <a:xfrm>
            <a:off x="678612" y="1486111"/>
            <a:ext cx="10368800" cy="51044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1600" b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Problem</a:t>
            </a:r>
            <a:endParaRPr lang="en" altLang="en-US" sz="1600" b="1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 primary school recently received a grant and plans to use a portion of the funds to provide scholarships to the top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students. At the end of the semester, each student will be grade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in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subjects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English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math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French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Students will be sorted by total score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descending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order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case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total score,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students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will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sorted by their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English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scores.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English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scores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same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smaller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student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ID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will be ranked first. This way, each student's ranking is uniquely determined.</a:t>
            </a:r>
          </a:p>
          <a:p>
            <a:pPr marL="0" indent="0">
              <a:buNone/>
            </a:pP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Task: First calculate total score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based on the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subject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scores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then sort according to the above rules, and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end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 the student IDs and total scores of the top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students. Note that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scholarship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given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each of the top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students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different scholarship, so you must strictly follow the above rules.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600" b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  <a:endParaRPr lang="zh-CN" altLang="en-US" sz="1600" b="1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n+1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lines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the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1st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line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contains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 positive integer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which </a:t>
            </a:r>
            <a:r>
              <a:rPr lang="en-US" altLang="zh-CN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 the number of students.</a:t>
            </a:r>
          </a:p>
          <a:p>
            <a:pPr marL="0" indent="0">
              <a:buNone/>
            </a:pP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Lines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n+1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each contain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numbers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separated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by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spaces,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each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between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100. The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numbers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line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j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represent the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English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math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French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scores of student </a:t>
            </a:r>
            <a:r>
              <a:rPr lang="en-US" altLang="zh-CN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ID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j-1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Each student‘s ID is numbered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through 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order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(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line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number of the input data minus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).</a:t>
            </a:r>
          </a:p>
          <a:p>
            <a:pPr marL="0" indent="0">
              <a:buNone/>
            </a:pPr>
            <a:r>
              <a:rPr lang="en-US" altLang="zh-CN" sz="1600" b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</a:t>
            </a:r>
          </a:p>
          <a:p>
            <a:pPr marL="0" indent="0">
              <a:buNone/>
            </a:pP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5 lines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total , each contain</a:t>
            </a:r>
            <a:r>
              <a:rPr lang="en-US" altLang="zh-CN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ing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positive integers separated by spaces, representing the student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ID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total score of the top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5 students.</a:t>
            </a:r>
          </a:p>
        </p:txBody>
      </p:sp>
      <p:sp>
        <p:nvSpPr>
          <p:cNvPr id="6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Scholarship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56161" y="2090172"/>
            <a:ext cx="617729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#include&lt;bits/stdc++.h&gt;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using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namespace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std;</a:t>
            </a:r>
            <a:endParaRPr lang="en-US" altLang="zh-CN" sz="16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idx[305],ch[305],ma[305],en[305],tot[305],temp,n,i,j;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main(){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cin&gt;&gt;n;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(i=0;i&lt;n;i++){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cin&gt;&gt;ch[i]&gt;&gt;ma[i]&gt;&gt;en[i];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tot[i]=ch[i]+ma[i]+en[i];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idx[i]=i+1;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JetBrains Mono" panose="020B0509020102050004" pitchFamily="49" charset="77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15062" y="1186384"/>
            <a:ext cx="6096000" cy="550920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(i=n-1;i&gt;=1;--i){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(j=0;j&lt;i;++j){</a:t>
            </a:r>
            <a:endParaRPr lang="en-US" altLang="zh-CN" sz="16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6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bool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large= 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false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(tot[j]!=tot[j+1])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large=(tot[j]&lt;tot[j+1]);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else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(ch[j]!=ch[j+1])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large=(ch[j]&lt;ch[j+1]);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else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large=(idx[j]&gt;idx[j+1]);</a:t>
            </a:r>
            <a:endParaRPr lang="en-US" altLang="zh-CN" sz="16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(large){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swap(idx[j],idx[j+1]);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swap(ch[j],ch[j+1]);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swap(ma[j],ma[j+1]);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swap(en[j],en[j+1]);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swap(tot[j],tot[j+1]);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(i=0;i&lt;5;i++)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cout&lt;&lt;idx[i]&lt;&lt; </a:t>
            </a:r>
            <a:r>
              <a:rPr lang="en" altLang="zh-CN" sz="16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 "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&lt;&lt;tot[i]&lt;&lt;endl;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return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JetBrains Mono" panose="020B0509020102050004" pitchFamily="49" charset="77"/>
            </a:endParaRPr>
          </a:p>
        </p:txBody>
      </p:sp>
      <p:sp>
        <p:nvSpPr>
          <p:cNvPr id="9" name="内容占位符 5"/>
          <p:cNvSpPr>
            <a:spLocks noGrp="1"/>
          </p:cNvSpPr>
          <p:nvPr>
            <p:ph idx="1"/>
          </p:nvPr>
        </p:nvSpPr>
        <p:spPr>
          <a:xfrm>
            <a:off x="256162" y="1359601"/>
            <a:ext cx="5839838" cy="517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The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multiple arrays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approach</a:t>
            </a:r>
            <a:endParaRPr lang="en" altLang="en-US" dirty="0"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8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Scholarship</a:t>
            </a:r>
          </a:p>
        </p:txBody>
      </p:sp>
      <p:sp>
        <p:nvSpPr>
          <p:cNvPr id="3" name="矩形 2"/>
          <p:cNvSpPr/>
          <p:nvPr/>
        </p:nvSpPr>
        <p:spPr>
          <a:xfrm>
            <a:off x="9846015" y="1186384"/>
            <a:ext cx="18774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large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==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true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means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order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wrong,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needs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swapping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Note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must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 err="1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se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false each time it enters the loop</a:t>
            </a:r>
            <a:endParaRPr lang="zh-CN" altLang="en-US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058402" y="3382833"/>
            <a:ext cx="18774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Perform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swapping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when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needed</a:t>
            </a:r>
            <a:endParaRPr lang="zh-CN" altLang="zh-CN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44808" y="1901354"/>
            <a:ext cx="30886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You need to create an array for the serial number, Chinese, mathematics, English, and total score</a:t>
            </a:r>
            <a:endParaRPr lang="en-US" altLang="zh-CN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When sorting, if you want to exchange, all the elements corresponding to these </a:t>
            </a:r>
            <a:endParaRPr lang="zh-CN" altLang="zh-CN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9" grpId="0" build="p"/>
      <p:bldP spid="3" grpId="0"/>
      <p:bldP spid="3" grpId="1"/>
      <p:bldP spid="4" grpId="0"/>
      <p:bldP spid="4" grpId="1"/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5064868" y="1218085"/>
            <a:ext cx="6096000" cy="427809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(i=n-1;i&gt;=1;--i){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(j=0;j&lt;i;++j){</a:t>
            </a:r>
            <a:endParaRPr lang="en-US" altLang="zh-CN" sz="16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6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bool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large=</a:t>
            </a:r>
            <a:r>
              <a:rPr lang="en" altLang="zh-CN" sz="160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false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(s[j].tot!=s[j+1].tot)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large=(s[j].tot&lt;s[j+1].tot);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else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(s[j].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ch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!=s[j+1].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ch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)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large=(</a:t>
            </a:r>
            <a:r>
              <a:rPr lang="en-US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[j].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ch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&lt;s[j+1].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ch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);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else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large=(s[j].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idx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&gt;s[j+1].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idx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);</a:t>
            </a:r>
            <a:endParaRPr lang="en-US" altLang="zh-CN" sz="16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(large)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swap(s[j],s[j+1]);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(i=0;i&lt;5;i++)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&lt;&lt;s[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idx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en" altLang="zh-CN" sz="16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 "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&lt;&lt;s[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].tot&lt;&lt;endl;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return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</p:txBody>
      </p:sp>
      <p:sp>
        <p:nvSpPr>
          <p:cNvPr id="9" name="内容占位符 5"/>
          <p:cNvSpPr>
            <a:spLocks noGrp="1"/>
          </p:cNvSpPr>
          <p:nvPr>
            <p:ph idx="1"/>
          </p:nvPr>
        </p:nvSpPr>
        <p:spPr>
          <a:xfrm>
            <a:off x="256162" y="1359601"/>
            <a:ext cx="5839838" cy="517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The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struct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approach</a:t>
            </a:r>
            <a:endParaRPr lang="en" altLang="en-US" dirty="0"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8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Scholarship</a:t>
            </a:r>
          </a:p>
        </p:txBody>
      </p:sp>
      <p:sp>
        <p:nvSpPr>
          <p:cNvPr id="3" name="矩形 2"/>
          <p:cNvSpPr/>
          <p:nvPr/>
        </p:nvSpPr>
        <p:spPr>
          <a:xfrm>
            <a:off x="10006155" y="1255343"/>
            <a:ext cx="179710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large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true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it does not meet the sorting requirements 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needs to be exchanged. Note that it must be initialized to 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false each time it enters the loop</a:t>
            </a:r>
            <a:endParaRPr lang="zh-CN" altLang="en-US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09825" y="3645503"/>
            <a:ext cx="18774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a swap is required, perform the swap</a:t>
            </a:r>
            <a:endParaRPr lang="zh-CN" altLang="zh-CN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6162" y="2083715"/>
            <a:ext cx="558367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#include&lt;bits/stdc++.h&gt;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using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namespace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std;</a:t>
            </a:r>
            <a:endParaRPr lang="en-US" altLang="zh-CN" sz="16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struct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tScore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idx,ch,ma,en,tot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}s[305];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n,i,j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main(){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cin&gt;&gt;n;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(i=0;i&lt;n;i++){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&gt;&gt;s[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ch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&gt;&gt;s[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].ma&gt;&gt;s[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].tot=s[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ch+s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ma+s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</a:t>
            </a:r>
            <a:r>
              <a:rPr lang="en" altLang="zh-CN" sz="16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idx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=i+1;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57137" y="2609761"/>
            <a:ext cx="20138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Combine the serial number, Chinese, mathematics, English, and total score into a structure. When sorting, if you need to exchange, do it in units of the structure.</a:t>
            </a:r>
            <a:endParaRPr lang="zh-CN" altLang="zh-CN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3" grpId="0"/>
      <p:bldP spid="3" grpId="1"/>
      <p:bldP spid="4" grpId="0"/>
      <p:bldP spid="4" grpId="1"/>
      <p:bldP spid="10" grpId="0"/>
      <p:bldP spid="10" grpId="1"/>
      <p:bldP spid="11" grpId="0"/>
      <p:bldP spid="1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everyone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Gao's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Calculating freight by segment</a:t>
            </a:r>
            <a:endParaRPr lang="en-US" altLang="zh-CN" sz="4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259089" y="1303212"/>
            <a:ext cx="71053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Question requirements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The transport company implements segmented billing for the goods it transports. For a shipment of weight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w , the basic freight rate is p yuan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per kilometer per ton , with a discount of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d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. The transport distance is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m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kilometers. Discounts vary depending on the mileage stage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s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, as shown in the following table: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259089" y="2282481"/>
          <a:ext cx="2668095" cy="15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90">
                <a:tc>
                  <a:txBody>
                    <a:bodyPr/>
                    <a:lstStyle/>
                    <a:p>
                      <a:pPr algn="l"/>
                      <a:r>
                        <a:rPr lang="e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Stage mileage </a:t>
                      </a:r>
                      <a:r>
                        <a:rPr lang="en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 </a:t>
                      </a:r>
                      <a:r>
                        <a:rPr lang="e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km)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Discount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90">
                <a:tc>
                  <a:txBody>
                    <a:bodyPr/>
                    <a:lstStyle/>
                    <a:p>
                      <a:r>
                        <a:rPr lang="e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s&lt;250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 discounts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90">
                <a:tc>
                  <a:txBody>
                    <a:bodyPr/>
                    <a:lstStyle/>
                    <a:p>
                      <a:r>
                        <a:rPr lang="e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250≤s&lt;500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" altLang="zh-C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2% </a:t>
                      </a:r>
                      <a:r>
                        <a:rPr lang="e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discount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90">
                <a:tc>
                  <a:txBody>
                    <a:bodyPr/>
                    <a:lstStyle/>
                    <a:p>
                      <a:r>
                        <a:rPr lang="e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500≤s&lt;1000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" altLang="zh-C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 </a:t>
                      </a:r>
                      <a:r>
                        <a:rPr lang="e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discount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90">
                <a:tc>
                  <a:txBody>
                    <a:bodyPr/>
                    <a:lstStyle/>
                    <a:p>
                      <a:r>
                        <a:rPr lang="e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1000≤s&lt;2000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" altLang="zh-C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8% </a:t>
                      </a:r>
                      <a:r>
                        <a:rPr lang="e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discount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90">
                <a:tc>
                  <a:txBody>
                    <a:bodyPr/>
                    <a:lstStyle/>
                    <a:p>
                      <a:r>
                        <a:rPr lang="e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2000≤s&lt;3000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" altLang="zh-C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 </a:t>
                      </a:r>
                      <a:r>
                        <a:rPr lang="e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discount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3000≤s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 </a:t>
                      </a:r>
                      <a:r>
                        <a:rPr lang="e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discount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59089" y="4052429"/>
            <a:ext cx="710534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enter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Three positive integers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and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separated by a space, representing the basic freight rate per kilometer and per ton (in yuan), weight (in tons), and mileage (in kilometers), respectively. Where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≤ 100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 ≤ 100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and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≤ 100,000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Output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 a line containing an integer representing the integer part of the shipping fee after rounding off the decimal part.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Sample input: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15 10 700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Sample output: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102750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Sample input: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17 9 100000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Sample output: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13041720</a:t>
            </a:r>
            <a:endParaRPr lang="zh-CN" altLang="en-US" sz="1400" dirty="0"/>
          </a:p>
        </p:txBody>
      </p:sp>
      <p:sp>
        <p:nvSpPr>
          <p:cNvPr id="5" name="矩形 4"/>
          <p:cNvSpPr/>
          <p:nvPr/>
        </p:nvSpPr>
        <p:spPr>
          <a:xfrm>
            <a:off x="5030212" y="2154600"/>
            <a:ext cx="433421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 each stage is: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f=p*w*s*(1-d)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example, when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and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are 15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and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700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respectively , the freight calculation process is: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f1=15*10*250*(1-0)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f2=15*10*(500-250)*(1-2%)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f3=15*10*(700-500)*(1-5%)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f=f1+f2+f3=102750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Design a program to calculate the total freight cost f 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Calculating freight by segment</a:t>
            </a:r>
            <a:endParaRPr lang="en-US" altLang="zh-CN" sz="4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内容占位符 2"/>
          <p:cNvSpPr txBox="1"/>
          <p:nvPr/>
        </p:nvSpPr>
        <p:spPr>
          <a:xfrm>
            <a:off x="2685449" y="1206515"/>
            <a:ext cx="3996935" cy="55415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p,w,m,s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=0,d,f,f1;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cin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&gt;&gt;p&gt;&gt;w&gt;&gt;m;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f1=p*w;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&lt;&lt;fixed&lt;&lt; 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setprecision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(0)&lt;&lt;f;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矩形 7"/>
          <p:cNvSpPr/>
          <p:nvPr/>
        </p:nvSpPr>
        <p:spPr>
          <a:xfrm>
            <a:off x="111701" y="1200024"/>
            <a:ext cx="236516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analyze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The discounts are different for each section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Once it is determined that freight charges for a certain stage are to be added, the calculation method for freight charges for this stage is fixed.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natural way of thinking is to determine whether the mileage exceeds the first stage, the second stage,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and the sixth stage in turn. If it exceeds, add the freight for that stage.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the situation that exceeds the previous stage but does not exceed the current stage, the freight for the excess part is calculated separately and added</a:t>
            </a:r>
            <a:endParaRPr lang="zh-CN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75992" y="54616"/>
            <a:ext cx="6096000" cy="6771084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(m&lt;250)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f=f1*m;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s+=f1*250;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d=1-0.02;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(m&lt;500)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f=s+f1*(m-250)*d;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s+=f1*(500-250)*d;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d=1-0.05;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(m&lt;1000)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f=s+f1*(m-500)*d;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s+=f1*(1000-500)*d;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d=1-0.08;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(m&lt;2000)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f=s+f1*(m-1000)*d;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s+=f1*(2000-1000)*d;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d=1-0.1;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(m&lt;3000)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f=s+f1*(m-2000)*d;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s+=f1*(3000-2000)*d;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d=1-0.15;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f=s+f1*(m-3000)*d;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15489" y="2717151"/>
            <a:ext cx="2207393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(m&lt;250)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f=f1*m;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s+=f1*250;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d=1-0.02;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(m&lt;500)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f=s+f1*(m-250)*d;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s+=f1*(500-250)*d;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d=1-0.05;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(m&lt;1000)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f=s+f1*(m-500)*d;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s+=f1*(1000-500)*d;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d=1-0.08;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(m&lt;2000)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f=s+f1*(m-1000)*d;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s+=f1*(2000-1000)*d;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d=1-0.1;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(m&lt;3000)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f=s+f1*(m-2000)*d;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s+=f1*(3000-2000)*d;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d=1-0.15;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f=s+f1*(m-3000)*d;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sz="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Calculating freight by segment</a:t>
            </a:r>
            <a:endParaRPr lang="en-US" altLang="zh-CN" sz="4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1036734" y="2121315"/>
            <a:ext cx="9296874" cy="397031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CN" dirty="0">
                <a:solidFill>
                  <a:srgbClr val="808080"/>
                </a:solidFill>
              </a:rPr>
              <a:t>#include &lt;bits/stdc++.h&gt;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" altLang="zh-CN" b="1" dirty="0">
                <a:solidFill>
                  <a:srgbClr val="006699"/>
                </a:solidFill>
              </a:rPr>
              <a:t>using</a:t>
            </a:r>
            <a:r>
              <a:rPr lang="en" altLang="zh-CN" dirty="0">
                <a:solidFill>
                  <a:schemeClr val="tx1"/>
                </a:solidFill>
              </a:rPr>
              <a:t> </a:t>
            </a:r>
            <a:r>
              <a:rPr lang="en" altLang="zh-CN" b="1" dirty="0">
                <a:solidFill>
                  <a:srgbClr val="006699"/>
                </a:solidFill>
              </a:rPr>
              <a:t>namespace</a:t>
            </a:r>
            <a:r>
              <a:rPr lang="en" altLang="zh-CN" dirty="0">
                <a:solidFill>
                  <a:schemeClr val="tx1"/>
                </a:solidFill>
              </a:rPr>
              <a:t> </a:t>
            </a:r>
            <a:r>
              <a:rPr lang="en" altLang="zh-CN" dirty="0">
                <a:solidFill>
                  <a:srgbClr val="000000"/>
                </a:solidFill>
              </a:rPr>
              <a:t>std;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" altLang="zh-CN" b="1" dirty="0">
                <a:solidFill>
                  <a:srgbClr val="808080"/>
                </a:solidFill>
              </a:rPr>
              <a:t>int </a:t>
            </a:r>
            <a:r>
              <a:rPr lang="en" altLang="zh-CN" dirty="0"/>
              <a:t>a[6]={ 0,250, 500,1000,2000, 3000};</a:t>
            </a:r>
          </a:p>
          <a:p>
            <a:r>
              <a:rPr lang="en" altLang="zh-CN" b="1" dirty="0">
                <a:solidFill>
                  <a:srgbClr val="808080"/>
                </a:solidFill>
              </a:rPr>
              <a:t>int </a:t>
            </a:r>
            <a:r>
              <a:rPr lang="en" altLang="zh-CN" dirty="0"/>
              <a:t>b[6]={250,500,1000,2000,3000,100000};</a:t>
            </a:r>
          </a:p>
          <a:p>
            <a:r>
              <a:rPr lang="en" altLang="zh-CN" b="1" dirty="0">
                <a:solidFill>
                  <a:srgbClr val="808080"/>
                </a:solidFill>
              </a:rPr>
              <a:t>int </a:t>
            </a:r>
            <a:r>
              <a:rPr lang="en" altLang="zh-CN" dirty="0"/>
              <a:t>d[6]={100, 98, 95, 92, 90, 85};</a:t>
            </a:r>
          </a:p>
          <a:p>
            <a:r>
              <a:rPr lang="en" altLang="zh-CN" b="1" dirty="0">
                <a:solidFill>
                  <a:srgbClr val="808080"/>
                </a:solidFill>
              </a:rPr>
              <a:t>int</a:t>
            </a:r>
            <a:r>
              <a:rPr lang="en" altLang="zh-CN" dirty="0">
                <a:solidFill>
                  <a:schemeClr val="tx1"/>
                </a:solidFill>
              </a:rPr>
              <a:t> </a:t>
            </a:r>
            <a:r>
              <a:rPr lang="en" altLang="zh-CN" dirty="0">
                <a:solidFill>
                  <a:srgbClr val="000000"/>
                </a:solidFill>
              </a:rPr>
              <a:t>main(){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" altLang="zh-CN" dirty="0"/>
              <a:t>    </a:t>
            </a:r>
            <a:r>
              <a:rPr lang="en" altLang="zh-CN" b="1" dirty="0">
                <a:solidFill>
                  <a:srgbClr val="808080"/>
                </a:solidFill>
              </a:rPr>
              <a:t>int</a:t>
            </a:r>
            <a:r>
              <a:rPr lang="en" altLang="zh-CN" dirty="0"/>
              <a:t> </a:t>
            </a:r>
            <a:r>
              <a:rPr lang="en" altLang="zh-CN" dirty="0" err="1"/>
              <a:t>p,w,m </a:t>
            </a:r>
            <a:r>
              <a:rPr lang="en" altLang="zh-CN" dirty="0"/>
              <a:t>;</a:t>
            </a:r>
          </a:p>
          <a:p>
            <a:r>
              <a:rPr lang="en" altLang="zh-CN" dirty="0"/>
              <a:t>    </a:t>
            </a:r>
            <a:r>
              <a:rPr lang="en" altLang="zh-CN" dirty="0" err="1"/>
              <a:t>cin </a:t>
            </a:r>
            <a:r>
              <a:rPr lang="en" altLang="zh-CN" dirty="0"/>
              <a:t>&gt;&gt;p&gt;&gt;w&gt;&gt;m;</a:t>
            </a:r>
          </a:p>
          <a:p>
            <a:r>
              <a:rPr lang="en" altLang="zh-CN" dirty="0"/>
              <a:t>    </a:t>
            </a:r>
            <a:r>
              <a:rPr lang="en" altLang="zh-CN" b="1" dirty="0">
                <a:solidFill>
                  <a:srgbClr val="808080"/>
                </a:solidFill>
              </a:rPr>
              <a:t>long</a:t>
            </a:r>
            <a:r>
              <a:rPr lang="en" altLang="zh-CN" dirty="0"/>
              <a:t> </a:t>
            </a:r>
            <a:r>
              <a:rPr lang="en" altLang="zh-CN" b="1" dirty="0" err="1">
                <a:solidFill>
                  <a:srgbClr val="808080"/>
                </a:solidFill>
              </a:rPr>
              <a:t>long </a:t>
            </a:r>
            <a:r>
              <a:rPr lang="en" altLang="zh-CN" dirty="0"/>
              <a:t>f=0,f1=p* </a:t>
            </a:r>
            <a:r>
              <a:rPr lang="en" altLang="zh-CN" dirty="0" err="1"/>
              <a:t>w,s </a:t>
            </a:r>
            <a:r>
              <a:rPr lang="en" altLang="zh-CN" dirty="0"/>
              <a:t>;</a:t>
            </a:r>
          </a:p>
          <a:p>
            <a:r>
              <a:rPr lang="en" altLang="zh-CN" dirty="0"/>
              <a:t>    </a:t>
            </a:r>
            <a:r>
              <a:rPr lang="en" altLang="zh-CN" b="1" dirty="0">
                <a:solidFill>
                  <a:srgbClr val="006699"/>
                </a:solidFill>
              </a:rPr>
              <a:t>for </a:t>
            </a:r>
            <a:r>
              <a:rPr lang="en" altLang="zh-CN" dirty="0"/>
              <a:t>( </a:t>
            </a:r>
            <a:r>
              <a:rPr lang="en" altLang="zh-CN" b="1" dirty="0">
                <a:solidFill>
                  <a:srgbClr val="808080"/>
                </a:solidFill>
              </a:rPr>
              <a:t>int</a:t>
            </a:r>
            <a:r>
              <a:rPr lang="en" altLang="zh-CN" dirty="0"/>
              <a:t> </a:t>
            </a:r>
            <a:r>
              <a:rPr lang="en" altLang="zh-CN" dirty="0" err="1"/>
              <a:t>i </a:t>
            </a:r>
            <a:r>
              <a:rPr lang="en" altLang="zh-CN" dirty="0"/>
              <a:t>=0;i&lt;6;++ </a:t>
            </a:r>
            <a:r>
              <a:rPr lang="en" altLang="zh-CN" dirty="0" err="1"/>
              <a:t>i </a:t>
            </a:r>
            <a:r>
              <a:rPr lang="en" altLang="zh-CN" dirty="0"/>
              <a:t>)</a:t>
            </a:r>
          </a:p>
          <a:p>
            <a:r>
              <a:rPr lang="en" altLang="zh-CN" dirty="0"/>
              <a:t>        </a:t>
            </a:r>
            <a:r>
              <a:rPr lang="en" altLang="zh-CN" b="1" dirty="0">
                <a:solidFill>
                  <a:srgbClr val="006699"/>
                </a:solidFill>
              </a:rPr>
              <a:t>if </a:t>
            </a:r>
            <a:r>
              <a:rPr lang="en" altLang="zh-CN" dirty="0"/>
              <a:t>(a[ </a:t>
            </a:r>
            <a:r>
              <a:rPr lang="en" altLang="zh-CN" dirty="0" err="1"/>
              <a:t>i </a:t>
            </a:r>
            <a:r>
              <a:rPr lang="en" altLang="zh-CN" dirty="0"/>
              <a:t>]&lt;=m){</a:t>
            </a:r>
          </a:p>
          <a:p>
            <a:r>
              <a:rPr lang="en" altLang="zh-CN" dirty="0"/>
              <a:t>s=f1*(min( </a:t>
            </a:r>
            <a:r>
              <a:rPr lang="en" altLang="zh-CN" dirty="0" err="1"/>
              <a:t>m,b </a:t>
            </a:r>
            <a:r>
              <a:rPr lang="en" altLang="zh-CN" dirty="0"/>
              <a:t>[ </a:t>
            </a:r>
            <a:r>
              <a:rPr lang="en" altLang="zh-CN" dirty="0" err="1"/>
              <a:t>i </a:t>
            </a:r>
            <a:r>
              <a:rPr lang="en" altLang="zh-CN" dirty="0"/>
              <a:t>])-a[ </a:t>
            </a:r>
            <a:r>
              <a:rPr lang="en" altLang="zh-CN" dirty="0" err="1"/>
              <a:t>i </a:t>
            </a:r>
            <a:r>
              <a:rPr lang="en" altLang="zh-CN" dirty="0"/>
              <a:t>])*d[ </a:t>
            </a:r>
            <a:r>
              <a:rPr lang="en" altLang="zh-CN" dirty="0" err="1"/>
              <a:t>i </a:t>
            </a:r>
            <a:r>
              <a:rPr lang="en" altLang="zh-CN" dirty="0"/>
              <a:t>];</a:t>
            </a:r>
          </a:p>
          <a:p>
            <a:endParaRPr lang="en-US" altLang="zh-CN" dirty="0"/>
          </a:p>
          <a:p>
            <a:r>
              <a:rPr lang="en" altLang="zh-CN" dirty="0"/>
              <a:t>f+=s;</a:t>
            </a:r>
          </a:p>
          <a:p>
            <a:r>
              <a:rPr lang="en" altLang="zh-CN" dirty="0"/>
              <a:t>}</a:t>
            </a:r>
          </a:p>
          <a:p>
            <a:r>
              <a:rPr lang="en" altLang="zh-CN" dirty="0"/>
              <a:t>    </a:t>
            </a:r>
            <a:r>
              <a:rPr lang="en" altLang="zh-CN" dirty="0" err="1"/>
              <a:t>cout </a:t>
            </a:r>
            <a:r>
              <a:rPr lang="en" altLang="zh-CN" dirty="0"/>
              <a:t>&lt;&lt;fixed&lt;&lt; </a:t>
            </a:r>
            <a:r>
              <a:rPr lang="en" altLang="zh-CN" dirty="0" err="1"/>
              <a:t>setprecision </a:t>
            </a:r>
            <a:r>
              <a:rPr lang="en" altLang="zh-CN" dirty="0"/>
              <a:t>(0)&lt;&lt;f/100.0;</a:t>
            </a:r>
          </a:p>
          <a:p>
            <a:r>
              <a:rPr lang="en" altLang="zh-CN" dirty="0"/>
              <a:t>    </a:t>
            </a:r>
            <a:r>
              <a:rPr lang="en" altLang="zh-CN" b="1" dirty="0">
                <a:solidFill>
                  <a:srgbClr val="006699"/>
                </a:solidFill>
              </a:rPr>
              <a:t>return </a:t>
            </a:r>
            <a:r>
              <a:rPr lang="en" altLang="zh-CN" dirty="0"/>
              <a:t>0;</a:t>
            </a:r>
          </a:p>
          <a:p>
            <a:r>
              <a:rPr lang="en" altLang="zh-CN" dirty="0"/>
              <a:t>}</a:t>
            </a:r>
          </a:p>
        </p:txBody>
      </p:sp>
      <p:sp>
        <p:nvSpPr>
          <p:cNvPr id="12" name="矩形 11"/>
          <p:cNvSpPr/>
          <p:nvPr/>
        </p:nvSpPr>
        <p:spPr>
          <a:xfrm>
            <a:off x="1036734" y="1284829"/>
            <a:ext cx="37839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Repeated </a:t>
            </a:r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e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times "Does the distance exceed the upper limit of a certain stage?", "Yes, so what? No, so what?"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Repetitive tasks can be solved with loops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098088" y="4668305"/>
            <a:ext cx="850184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&lt;&lt;" "&lt;&lt;f1&lt;&lt;"*("&lt;&lt;min(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m,b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])&lt;&lt;"-"&lt;&lt;a[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]&lt;&lt;")*"&lt;&lt;d[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]&lt;&lt;"=&gt;"&lt;&lt;s&lt;&lt;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en-US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85171" y="4360528"/>
            <a:ext cx="20024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Use </a:t>
            </a:r>
            <a:r>
              <a:rPr lang="en" altLang="zh-CN" sz="14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to debug the program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Calculating freight by segment</a:t>
            </a:r>
            <a:endParaRPr lang="en-US" altLang="zh-CN" sz="4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1036734" y="1726469"/>
            <a:ext cx="10634659" cy="397031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CN" dirty="0">
                <a:solidFill>
                  <a:srgbClr val="808080"/>
                </a:solidFill>
              </a:rPr>
              <a:t>#include &lt;bits/stdc++.h&gt;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" altLang="zh-CN" b="1" dirty="0">
                <a:solidFill>
                  <a:srgbClr val="006699"/>
                </a:solidFill>
              </a:rPr>
              <a:t>using</a:t>
            </a:r>
            <a:r>
              <a:rPr lang="en" altLang="zh-CN" dirty="0">
                <a:solidFill>
                  <a:schemeClr val="tx1"/>
                </a:solidFill>
              </a:rPr>
              <a:t> </a:t>
            </a:r>
            <a:r>
              <a:rPr lang="en" altLang="zh-CN" b="1" dirty="0">
                <a:solidFill>
                  <a:srgbClr val="006699"/>
                </a:solidFill>
              </a:rPr>
              <a:t>namespace</a:t>
            </a:r>
            <a:r>
              <a:rPr lang="en" altLang="zh-CN" dirty="0">
                <a:solidFill>
                  <a:schemeClr val="tx1"/>
                </a:solidFill>
              </a:rPr>
              <a:t> </a:t>
            </a:r>
            <a:r>
              <a:rPr lang="en" altLang="zh-CN" dirty="0">
                <a:solidFill>
                  <a:srgbClr val="000000"/>
                </a:solidFill>
              </a:rPr>
              <a:t>std;</a:t>
            </a:r>
            <a:endParaRPr lang="en-US" altLang="zh-CN" dirty="0">
              <a:solidFill>
                <a:srgbClr val="000000"/>
              </a:solidFill>
            </a:endParaRPr>
          </a:p>
          <a:p>
            <a:r>
              <a:rPr lang="en" altLang="zh-CN" b="1" dirty="0">
                <a:solidFill>
                  <a:srgbClr val="808080"/>
                </a:solidFill>
              </a:rPr>
              <a:t>struct </a:t>
            </a:r>
            <a:r>
              <a:rPr lang="en" altLang="zh-CN" dirty="0"/>
              <a:t>ss{</a:t>
            </a:r>
          </a:p>
          <a:p>
            <a:r>
              <a:rPr lang="en" altLang="zh-CN" dirty="0"/>
              <a:t>    </a:t>
            </a:r>
            <a:r>
              <a:rPr lang="en" altLang="zh-CN" b="1" dirty="0">
                <a:solidFill>
                  <a:srgbClr val="808080"/>
                </a:solidFill>
              </a:rPr>
              <a:t>int</a:t>
            </a:r>
            <a:r>
              <a:rPr lang="en" altLang="zh-CN" dirty="0"/>
              <a:t> </a:t>
            </a:r>
            <a:r>
              <a:rPr lang="en" altLang="zh-CN" dirty="0" err="1"/>
              <a:t>a,b,d </a:t>
            </a:r>
            <a:r>
              <a:rPr lang="en" altLang="zh-CN" dirty="0"/>
              <a:t>;</a:t>
            </a:r>
          </a:p>
          <a:p>
            <a:r>
              <a:rPr lang="en" altLang="zh-CN" dirty="0"/>
              <a:t>} </a:t>
            </a:r>
            <a:r>
              <a:rPr lang="en" altLang="zh-CN" dirty="0" err="1"/>
              <a:t>ph </a:t>
            </a:r>
            <a:r>
              <a:rPr lang="en" altLang="zh-CN" dirty="0"/>
              <a:t>[6]={{0,250,100},{250,500,98},{500,1000,95},{1000,2000,92},{2000,3000,90},{3000,100000,85}};</a:t>
            </a:r>
          </a:p>
          <a:p>
            <a:r>
              <a:rPr lang="en" altLang="zh-CN" b="1" dirty="0">
                <a:solidFill>
                  <a:srgbClr val="808080"/>
                </a:solidFill>
              </a:rPr>
              <a:t>int</a:t>
            </a:r>
            <a:r>
              <a:rPr lang="en" altLang="zh-CN" dirty="0">
                <a:solidFill>
                  <a:schemeClr val="tx1"/>
                </a:solidFill>
              </a:rPr>
              <a:t> </a:t>
            </a:r>
            <a:r>
              <a:rPr lang="en" altLang="zh-CN" dirty="0">
                <a:solidFill>
                  <a:srgbClr val="000000"/>
                </a:solidFill>
              </a:rPr>
              <a:t>main(){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" altLang="zh-CN" dirty="0"/>
              <a:t>    </a:t>
            </a:r>
            <a:r>
              <a:rPr lang="en" altLang="zh-CN" b="1" dirty="0">
                <a:solidFill>
                  <a:srgbClr val="808080"/>
                </a:solidFill>
              </a:rPr>
              <a:t>int</a:t>
            </a:r>
            <a:r>
              <a:rPr lang="en" altLang="zh-CN" dirty="0"/>
              <a:t> </a:t>
            </a:r>
            <a:r>
              <a:rPr lang="en" altLang="zh-CN" dirty="0" err="1"/>
              <a:t>p,w,m </a:t>
            </a:r>
            <a:r>
              <a:rPr lang="en" altLang="zh-CN" dirty="0"/>
              <a:t>;</a:t>
            </a:r>
          </a:p>
          <a:p>
            <a:r>
              <a:rPr lang="en" altLang="zh-CN" dirty="0"/>
              <a:t>    </a:t>
            </a:r>
            <a:r>
              <a:rPr lang="en" altLang="zh-CN" dirty="0" err="1"/>
              <a:t>cin </a:t>
            </a:r>
            <a:r>
              <a:rPr lang="en" altLang="zh-CN" dirty="0"/>
              <a:t>&gt;&gt;p&gt;&gt;w&gt;&gt;m;</a:t>
            </a:r>
          </a:p>
          <a:p>
            <a:r>
              <a:rPr lang="en" altLang="zh-CN" dirty="0"/>
              <a:t>    </a:t>
            </a:r>
            <a:r>
              <a:rPr lang="en" altLang="zh-CN" b="1" dirty="0">
                <a:solidFill>
                  <a:srgbClr val="808080"/>
                </a:solidFill>
              </a:rPr>
              <a:t>long</a:t>
            </a:r>
            <a:r>
              <a:rPr lang="en" altLang="zh-CN" dirty="0"/>
              <a:t> </a:t>
            </a:r>
            <a:r>
              <a:rPr lang="en" altLang="zh-CN" b="1" dirty="0" err="1">
                <a:solidFill>
                  <a:srgbClr val="808080"/>
                </a:solidFill>
              </a:rPr>
              <a:t>long </a:t>
            </a:r>
            <a:r>
              <a:rPr lang="en" altLang="zh-CN" dirty="0"/>
              <a:t>f=0,f1=p* </a:t>
            </a:r>
            <a:r>
              <a:rPr lang="en" altLang="zh-CN" dirty="0" err="1"/>
              <a:t>w,s </a:t>
            </a:r>
            <a:r>
              <a:rPr lang="en" altLang="zh-CN" dirty="0"/>
              <a:t>;</a:t>
            </a:r>
          </a:p>
          <a:p>
            <a:r>
              <a:rPr lang="en" altLang="zh-CN" dirty="0"/>
              <a:t>    </a:t>
            </a:r>
            <a:r>
              <a:rPr lang="en" altLang="zh-CN" b="1" dirty="0">
                <a:solidFill>
                  <a:srgbClr val="006699"/>
                </a:solidFill>
              </a:rPr>
              <a:t>for </a:t>
            </a:r>
            <a:r>
              <a:rPr lang="en" altLang="zh-CN" dirty="0"/>
              <a:t>( </a:t>
            </a:r>
            <a:r>
              <a:rPr lang="en" altLang="zh-CN" b="1" dirty="0">
                <a:solidFill>
                  <a:srgbClr val="808080"/>
                </a:solidFill>
              </a:rPr>
              <a:t>int</a:t>
            </a:r>
            <a:r>
              <a:rPr lang="en" altLang="zh-CN" dirty="0"/>
              <a:t> </a:t>
            </a:r>
            <a:r>
              <a:rPr lang="en" altLang="zh-CN" dirty="0" err="1"/>
              <a:t>i </a:t>
            </a:r>
            <a:r>
              <a:rPr lang="en" altLang="zh-CN" dirty="0"/>
              <a:t>=0;i&lt;6;++ </a:t>
            </a:r>
            <a:r>
              <a:rPr lang="en" altLang="zh-CN" dirty="0" err="1"/>
              <a:t>i </a:t>
            </a:r>
            <a:r>
              <a:rPr lang="en" altLang="zh-CN" dirty="0"/>
              <a:t>)</a:t>
            </a:r>
          </a:p>
          <a:p>
            <a:r>
              <a:rPr lang="en" altLang="zh-CN" dirty="0"/>
              <a:t>        </a:t>
            </a:r>
            <a:r>
              <a:rPr lang="en" altLang="zh-CN" b="1" dirty="0">
                <a:solidFill>
                  <a:srgbClr val="006699"/>
                </a:solidFill>
              </a:rPr>
              <a:t>if </a:t>
            </a:r>
            <a:r>
              <a:rPr lang="en" altLang="zh-CN" dirty="0"/>
              <a:t>( </a:t>
            </a:r>
            <a:r>
              <a:rPr lang="en" altLang="zh-CN" dirty="0" err="1"/>
              <a:t>ph </a:t>
            </a:r>
            <a:r>
              <a:rPr lang="en" altLang="zh-CN" dirty="0"/>
              <a:t>[ </a:t>
            </a:r>
            <a:r>
              <a:rPr lang="en" altLang="zh-CN" dirty="0" err="1"/>
              <a:t>i </a:t>
            </a:r>
            <a:r>
              <a:rPr lang="en" altLang="zh-CN" dirty="0"/>
              <a:t>].a&lt;=m){</a:t>
            </a:r>
          </a:p>
          <a:p>
            <a:r>
              <a:rPr lang="en" altLang="zh-CN" dirty="0"/>
              <a:t>s=f1*(min( </a:t>
            </a:r>
            <a:r>
              <a:rPr lang="en" altLang="zh-CN" dirty="0" err="1"/>
              <a:t>m,ph </a:t>
            </a:r>
            <a:r>
              <a:rPr lang="en" altLang="zh-CN" dirty="0"/>
              <a:t>[ </a:t>
            </a:r>
            <a:r>
              <a:rPr lang="en" altLang="zh-CN" dirty="0" err="1"/>
              <a:t>i </a:t>
            </a:r>
            <a:r>
              <a:rPr lang="en" altLang="zh-CN" dirty="0"/>
              <a:t>].b)- </a:t>
            </a:r>
            <a:r>
              <a:rPr lang="en" altLang="zh-CN" dirty="0" err="1"/>
              <a:t>ph </a:t>
            </a:r>
            <a:r>
              <a:rPr lang="en" altLang="zh-CN" dirty="0"/>
              <a:t>[ </a:t>
            </a:r>
            <a:r>
              <a:rPr lang="en" altLang="zh-CN" dirty="0" err="1"/>
              <a:t>i </a:t>
            </a:r>
            <a:r>
              <a:rPr lang="en" altLang="zh-CN" dirty="0"/>
              <a:t>].a)* </a:t>
            </a:r>
            <a:r>
              <a:rPr lang="en" altLang="zh-CN" dirty="0" err="1"/>
              <a:t>ph </a:t>
            </a:r>
            <a:r>
              <a:rPr lang="en" altLang="zh-CN" dirty="0"/>
              <a:t>[ </a:t>
            </a:r>
            <a:r>
              <a:rPr lang="en" altLang="zh-CN" dirty="0" err="1"/>
              <a:t>i </a:t>
            </a:r>
            <a:r>
              <a:rPr lang="en" altLang="zh-CN" dirty="0"/>
              <a:t>].d;</a:t>
            </a:r>
          </a:p>
          <a:p>
            <a:r>
              <a:rPr lang="en" altLang="zh-CN" dirty="0"/>
              <a:t>            </a:t>
            </a:r>
            <a:r>
              <a:rPr lang="en" altLang="zh-CN" dirty="0" err="1"/>
              <a:t>cout </a:t>
            </a:r>
            <a:r>
              <a:rPr lang="en" altLang="zh-CN" dirty="0"/>
              <a:t>&lt;&lt; </a:t>
            </a:r>
            <a:r>
              <a:rPr lang="en" altLang="zh-CN" dirty="0" err="1"/>
              <a:t>i </a:t>
            </a:r>
            <a:r>
              <a:rPr lang="en" altLang="zh-CN" dirty="0"/>
              <a:t>&lt;&lt;" "&lt;&lt;f1&lt;&lt;"*("&lt;&lt;min( </a:t>
            </a:r>
            <a:r>
              <a:rPr lang="en" altLang="zh-CN" dirty="0" err="1"/>
              <a:t>m,ph </a:t>
            </a:r>
            <a:r>
              <a:rPr lang="en" altLang="zh-CN" dirty="0"/>
              <a:t>[ </a:t>
            </a:r>
            <a:r>
              <a:rPr lang="en" altLang="zh-CN" dirty="0" err="1"/>
              <a:t>i </a:t>
            </a:r>
            <a:r>
              <a:rPr lang="en" altLang="zh-CN" dirty="0"/>
              <a:t>].b)&lt;&lt;"-"&lt;&lt; </a:t>
            </a:r>
            <a:r>
              <a:rPr lang="en" altLang="zh-CN" dirty="0" err="1"/>
              <a:t>ph </a:t>
            </a:r>
            <a:r>
              <a:rPr lang="en" altLang="zh-CN" dirty="0"/>
              <a:t>[ </a:t>
            </a:r>
            <a:r>
              <a:rPr lang="en" altLang="zh-CN" dirty="0" err="1"/>
              <a:t>i </a:t>
            </a:r>
            <a:r>
              <a:rPr lang="en" altLang="zh-CN" dirty="0"/>
              <a:t>].a&lt;&lt;")*"&lt;&lt; </a:t>
            </a:r>
            <a:r>
              <a:rPr lang="en" altLang="zh-CN" dirty="0" err="1"/>
              <a:t>ph </a:t>
            </a:r>
            <a:r>
              <a:rPr lang="en" altLang="zh-CN" dirty="0"/>
              <a:t>[ </a:t>
            </a:r>
            <a:r>
              <a:rPr lang="en" altLang="zh-CN" dirty="0" err="1"/>
              <a:t>i </a:t>
            </a:r>
            <a:r>
              <a:rPr lang="en" altLang="zh-CN" dirty="0"/>
              <a:t>].d&lt;&lt;"=&gt;"&lt;&lt;s&lt;&lt; </a:t>
            </a:r>
            <a:r>
              <a:rPr lang="en" altLang="zh-CN" dirty="0" err="1"/>
              <a:t>endl </a:t>
            </a:r>
            <a:r>
              <a:rPr lang="en" altLang="zh-CN" dirty="0"/>
              <a:t>;</a:t>
            </a:r>
          </a:p>
          <a:p>
            <a:r>
              <a:rPr lang="en" altLang="zh-CN" dirty="0"/>
              <a:t>f+=s;</a:t>
            </a:r>
          </a:p>
          <a:p>
            <a:r>
              <a:rPr lang="en" altLang="zh-CN" dirty="0"/>
              <a:t>}</a:t>
            </a:r>
          </a:p>
          <a:p>
            <a:r>
              <a:rPr lang="en" altLang="zh-CN" dirty="0"/>
              <a:t>    </a:t>
            </a:r>
            <a:r>
              <a:rPr lang="en" altLang="zh-CN" dirty="0" err="1"/>
              <a:t>cout </a:t>
            </a:r>
            <a:r>
              <a:rPr lang="en" altLang="zh-CN" dirty="0"/>
              <a:t>&lt;&lt;fixed&lt;&lt; </a:t>
            </a:r>
            <a:r>
              <a:rPr lang="en" altLang="zh-CN" dirty="0" err="1"/>
              <a:t>setprecision </a:t>
            </a:r>
            <a:r>
              <a:rPr lang="en" altLang="zh-CN" dirty="0"/>
              <a:t>(0)&lt;&lt;f/100.0;</a:t>
            </a:r>
          </a:p>
          <a:p>
            <a:r>
              <a:rPr lang="en" altLang="zh-CN" dirty="0"/>
              <a:t>    </a:t>
            </a:r>
            <a:r>
              <a:rPr lang="en" altLang="zh-CN" b="1" dirty="0">
                <a:solidFill>
                  <a:srgbClr val="006699"/>
                </a:solidFill>
              </a:rPr>
              <a:t>return </a:t>
            </a:r>
            <a:r>
              <a:rPr lang="en" altLang="zh-CN" dirty="0"/>
              <a:t>0;</a:t>
            </a:r>
          </a:p>
          <a:p>
            <a:r>
              <a:rPr lang="en" altLang="zh-CN" dirty="0"/>
              <a:t>}</a:t>
            </a:r>
          </a:p>
        </p:txBody>
      </p:sp>
      <p:sp>
        <p:nvSpPr>
          <p:cNvPr id="12" name="矩形 11"/>
          <p:cNvSpPr/>
          <p:nvPr/>
        </p:nvSpPr>
        <p:spPr>
          <a:xfrm>
            <a:off x="1036734" y="1339259"/>
            <a:ext cx="37839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You can use structures instead of </a:t>
            </a:r>
            <a:r>
              <a:rPr lang="en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 </a:t>
            </a:r>
            <a:r>
              <a:rPr lang="e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arrays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56162" y="2083715"/>
            <a:ext cx="558367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tScore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idx,ch,ma,en,tot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s[305];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n,i,j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tScore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s1, tScore s2)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(s1.tot!=s2.tot)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s1.tot&gt;s2.tot;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(s1.ch!=s2.ch)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s1.ch&gt;s2.ch;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s1.idx&lt;s2.idx;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52162" y="2083715"/>
            <a:ext cx="558367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(i=0;i&lt;n;i++){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&gt;&gt;s[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&gt;&gt;s[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].ma&gt;&gt;s[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s[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].tot=s[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ch+s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ma+s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 en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s[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.idx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=i+1;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sort(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s,s+n,cmp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(i=0;i&lt;5;i++)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cout&lt;&lt;idx[i]&lt;&lt; 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&lt;&lt;tot[i]&lt;&lt;endl;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内容占位符 5"/>
          <p:cNvSpPr>
            <a:spLocks noGrp="1"/>
          </p:cNvSpPr>
          <p:nvPr>
            <p:ph idx="1"/>
          </p:nvPr>
        </p:nvSpPr>
        <p:spPr>
          <a:xfrm>
            <a:off x="256162" y="1359601"/>
            <a:ext cx="5839838" cy="517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structure </a:t>
            </a:r>
            <a:r>
              <a:rPr lang="e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+ </a:t>
            </a:r>
            <a:r>
              <a:rPr lang="e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sorting function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Example Question </a:t>
            </a:r>
            <a:r>
              <a:rPr lang="en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Scholarship</a:t>
            </a:r>
          </a:p>
        </p:txBody>
      </p:sp>
      <p:sp>
        <p:nvSpPr>
          <p:cNvPr id="2" name="矩形 1"/>
          <p:cNvSpPr/>
          <p:nvPr/>
        </p:nvSpPr>
        <p:spPr>
          <a:xfrm>
            <a:off x="3287486" y="2609761"/>
            <a:ext cx="20138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 the serial number, Chinese, mathematics, English, and total score into a structure. When sorting, if you need to exchange, do it in units of the structure.</a:t>
            </a:r>
            <a:endParaRPr lang="zh-CN" altLang="zh-CN" sz="12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31080" y="3959420"/>
            <a:ext cx="18716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Determines whether s1 is </a:t>
            </a:r>
            <a:r>
              <a:rPr lang="e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ranked before </a:t>
            </a:r>
            <a:r>
              <a:rPr lang="en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s2 and meets the sorting requirements </a:t>
            </a:r>
            <a:r>
              <a:rPr lang="e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 If yes, </a:t>
            </a:r>
            <a:r>
              <a:rPr lang="en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returns true; </a:t>
            </a:r>
            <a:r>
              <a:rPr lang="e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otherwise, </a:t>
            </a:r>
            <a:r>
              <a:rPr lang="en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returns false.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725592" y="3846320"/>
            <a:ext cx="187164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Calling the sort function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3859</Words>
  <Application>Microsoft Macintosh PowerPoint</Application>
  <PresentationFormat>Widescreen</PresentationFormat>
  <Paragraphs>452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等线</vt:lpstr>
      <vt:lpstr>微软雅黑</vt:lpstr>
      <vt:lpstr>华文楷体</vt:lpstr>
      <vt:lpstr>Aptos Display</vt:lpstr>
      <vt:lpstr>Arial</vt:lpstr>
      <vt:lpstr>Consolas</vt:lpstr>
      <vt:lpstr>JetBrains Mono</vt:lpstr>
      <vt:lpstr>Tw Cen MT</vt:lpstr>
      <vt:lpstr>电路</vt:lpstr>
      <vt:lpstr>NOIP Language Basics (12)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everyone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Bryan Sun</cp:lastModifiedBy>
  <cp:revision>343</cp:revision>
  <dcterms:created xsi:type="dcterms:W3CDTF">2018-08-09T00:16:00Z</dcterms:created>
  <dcterms:modified xsi:type="dcterms:W3CDTF">2025-11-01T12:52:22Z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9CCE0B31C1154CA7A4FB1F24B9171C33</vt:lpwstr>
  </property>
  <property fmtid="{D5CDD505-2E9C-101B-9397-08002B2CF9AE}" pid="3" name="KSOProductBuildVer">
    <vt:lpwstr>2052-11.1.0.11045</vt:lpwstr>
  </property>
</Properties>
</file>