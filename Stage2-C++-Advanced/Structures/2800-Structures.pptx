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7"/>
  </p:notesMasterIdLst>
  <p:sldIdLst>
    <p:sldId id="256" r:id="rId2"/>
    <p:sldId id="345" r:id="rId3"/>
    <p:sldId id="341" r:id="rId4"/>
    <p:sldId id="343" r:id="rId5"/>
    <p:sldId id="346" r:id="rId6"/>
    <p:sldId id="363" r:id="rId7"/>
    <p:sldId id="351" r:id="rId8"/>
    <p:sldId id="349" r:id="rId9"/>
    <p:sldId id="362" r:id="rId10"/>
    <p:sldId id="261" r:id="rId11"/>
    <p:sldId id="357" r:id="rId12"/>
    <p:sldId id="358" r:id="rId13"/>
    <p:sldId id="359" r:id="rId14"/>
    <p:sldId id="360" r:id="rId15"/>
    <p:sldId id="352" r:id="rId16"/>
  </p:sldIdLst>
  <p:sldSz cx="12192000" cy="6858000"/>
  <p:notesSz cx="6858000" cy="9144000"/>
  <p:defaultTextStyle>
    <a:defPPr>
      <a:defRPr lang="en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38471C-B493-46C9-9671-CD749E1C8DB4}" v="131" dt="2025-11-19T08:53:13.3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785" autoAdjust="0"/>
    <p:restoredTop sz="95072" autoAdjust="0"/>
  </p:normalViewPr>
  <p:slideViewPr>
    <p:cSldViewPr snapToGrid="0">
      <p:cViewPr varScale="1">
        <p:scale>
          <a:sx n="61" d="100"/>
          <a:sy n="61" d="100"/>
        </p:scale>
        <p:origin x="63" y="4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yan Sun" userId="851caa7714272873" providerId="LiveId" clId="{1A8111D1-4A65-4A29-9DEE-6B0D34390FD8}"/>
    <pc:docChg chg="modSld">
      <pc:chgData name="Bryan Sun" userId="851caa7714272873" providerId="LiveId" clId="{1A8111D1-4A65-4A29-9DEE-6B0D34390FD8}" dt="2025-11-19T08:57:24.968" v="292" actId="20577"/>
      <pc:docMkLst>
        <pc:docMk/>
      </pc:docMkLst>
      <pc:sldChg chg="modSp mod">
        <pc:chgData name="Bryan Sun" userId="851caa7714272873" providerId="LiveId" clId="{1A8111D1-4A65-4A29-9DEE-6B0D34390FD8}" dt="2025-11-19T08:39:01.801" v="10" actId="404"/>
        <pc:sldMkLst>
          <pc:docMk/>
          <pc:sldMk cId="0" sldId="341"/>
        </pc:sldMkLst>
        <pc:spChg chg="mod">
          <ac:chgData name="Bryan Sun" userId="851caa7714272873" providerId="LiveId" clId="{1A8111D1-4A65-4A29-9DEE-6B0D34390FD8}" dt="2025-11-19T08:38:57.025" v="9" actId="404"/>
          <ac:spMkLst>
            <pc:docMk/>
            <pc:sldMk cId="0" sldId="341"/>
            <ac:spMk id="9" creationId="{00000000-0000-0000-0000-000000000000}"/>
          </ac:spMkLst>
        </pc:spChg>
        <pc:spChg chg="mod">
          <ac:chgData name="Bryan Sun" userId="851caa7714272873" providerId="LiveId" clId="{1A8111D1-4A65-4A29-9DEE-6B0D34390FD8}" dt="2025-11-19T08:39:01.801" v="10" actId="404"/>
          <ac:spMkLst>
            <pc:docMk/>
            <pc:sldMk cId="0" sldId="341"/>
            <ac:spMk id="13" creationId="{00000000-0000-0000-0000-000000000000}"/>
          </ac:spMkLst>
        </pc:spChg>
      </pc:sldChg>
      <pc:sldChg chg="modSp mod">
        <pc:chgData name="Bryan Sun" userId="851caa7714272873" providerId="LiveId" clId="{1A8111D1-4A65-4A29-9DEE-6B0D34390FD8}" dt="2025-11-19T08:40:22.140" v="60" actId="404"/>
        <pc:sldMkLst>
          <pc:docMk/>
          <pc:sldMk cId="0" sldId="346"/>
        </pc:sldMkLst>
        <pc:spChg chg="mod">
          <ac:chgData name="Bryan Sun" userId="851caa7714272873" providerId="LiveId" clId="{1A8111D1-4A65-4A29-9DEE-6B0D34390FD8}" dt="2025-11-19T08:39:20.269" v="11" actId="404"/>
          <ac:spMkLst>
            <pc:docMk/>
            <pc:sldMk cId="0" sldId="346"/>
            <ac:spMk id="4" creationId="{00000000-0000-0000-0000-000000000000}"/>
          </ac:spMkLst>
        </pc:spChg>
        <pc:spChg chg="mod">
          <ac:chgData name="Bryan Sun" userId="851caa7714272873" providerId="LiveId" clId="{1A8111D1-4A65-4A29-9DEE-6B0D34390FD8}" dt="2025-11-19T08:40:22.140" v="60" actId="404"/>
          <ac:spMkLst>
            <pc:docMk/>
            <pc:sldMk cId="0" sldId="346"/>
            <ac:spMk id="5" creationId="{00000000-0000-0000-0000-000000000000}"/>
          </ac:spMkLst>
        </pc:spChg>
        <pc:spChg chg="mod">
          <ac:chgData name="Bryan Sun" userId="851caa7714272873" providerId="LiveId" clId="{1A8111D1-4A65-4A29-9DEE-6B0D34390FD8}" dt="2025-11-19T08:39:27.541" v="12" actId="1076"/>
          <ac:spMkLst>
            <pc:docMk/>
            <pc:sldMk cId="0" sldId="346"/>
            <ac:spMk id="8" creationId="{00000000-0000-0000-0000-000000000000}"/>
          </ac:spMkLst>
        </pc:spChg>
        <pc:spChg chg="mod">
          <ac:chgData name="Bryan Sun" userId="851caa7714272873" providerId="LiveId" clId="{1A8111D1-4A65-4A29-9DEE-6B0D34390FD8}" dt="2025-11-19T08:39:31.522" v="13" actId="1076"/>
          <ac:spMkLst>
            <pc:docMk/>
            <pc:sldMk cId="0" sldId="346"/>
            <ac:spMk id="9" creationId="{00000000-0000-0000-0000-000000000000}"/>
          </ac:spMkLst>
        </pc:spChg>
        <pc:spChg chg="mod">
          <ac:chgData name="Bryan Sun" userId="851caa7714272873" providerId="LiveId" clId="{1A8111D1-4A65-4A29-9DEE-6B0D34390FD8}" dt="2025-11-19T08:40:16.459" v="59" actId="20577"/>
          <ac:spMkLst>
            <pc:docMk/>
            <pc:sldMk cId="0" sldId="346"/>
            <ac:spMk id="10" creationId="{00000000-0000-0000-0000-000000000000}"/>
          </ac:spMkLst>
        </pc:spChg>
      </pc:sldChg>
      <pc:sldChg chg="modSp mod">
        <pc:chgData name="Bryan Sun" userId="851caa7714272873" providerId="LiveId" clId="{1A8111D1-4A65-4A29-9DEE-6B0D34390FD8}" dt="2025-11-19T08:51:27.257" v="135" actId="14100"/>
        <pc:sldMkLst>
          <pc:docMk/>
          <pc:sldMk cId="0" sldId="349"/>
        </pc:sldMkLst>
        <pc:spChg chg="mod">
          <ac:chgData name="Bryan Sun" userId="851caa7714272873" providerId="LiveId" clId="{1A8111D1-4A65-4A29-9DEE-6B0D34390FD8}" dt="2025-11-19T08:50:31.989" v="95" actId="6549"/>
          <ac:spMkLst>
            <pc:docMk/>
            <pc:sldMk cId="0" sldId="349"/>
            <ac:spMk id="2" creationId="{00000000-0000-0000-0000-000000000000}"/>
          </ac:spMkLst>
        </pc:spChg>
        <pc:spChg chg="mod">
          <ac:chgData name="Bryan Sun" userId="851caa7714272873" providerId="LiveId" clId="{1A8111D1-4A65-4A29-9DEE-6B0D34390FD8}" dt="2025-11-19T08:51:21.865" v="133" actId="14100"/>
          <ac:spMkLst>
            <pc:docMk/>
            <pc:sldMk cId="0" sldId="349"/>
            <ac:spMk id="3" creationId="{00000000-0000-0000-0000-000000000000}"/>
          </ac:spMkLst>
        </pc:spChg>
        <pc:spChg chg="mod">
          <ac:chgData name="Bryan Sun" userId="851caa7714272873" providerId="LiveId" clId="{1A8111D1-4A65-4A29-9DEE-6B0D34390FD8}" dt="2025-11-19T08:51:27.257" v="135" actId="14100"/>
          <ac:spMkLst>
            <pc:docMk/>
            <pc:sldMk cId="0" sldId="349"/>
            <ac:spMk id="4" creationId="{00000000-0000-0000-0000-000000000000}"/>
          </ac:spMkLst>
        </pc:spChg>
        <pc:spChg chg="mod">
          <ac:chgData name="Bryan Sun" userId="851caa7714272873" providerId="LiveId" clId="{1A8111D1-4A65-4A29-9DEE-6B0D34390FD8}" dt="2025-11-19T08:50:13.732" v="74" actId="20577"/>
          <ac:spMkLst>
            <pc:docMk/>
            <pc:sldMk cId="0" sldId="349"/>
            <ac:spMk id="6" creationId="{00000000-0000-0000-0000-000000000000}"/>
          </ac:spMkLst>
        </pc:spChg>
        <pc:spChg chg="mod">
          <ac:chgData name="Bryan Sun" userId="851caa7714272873" providerId="LiveId" clId="{1A8111D1-4A65-4A29-9DEE-6B0D34390FD8}" dt="2025-11-19T08:51:19.201" v="132" actId="1076"/>
          <ac:spMkLst>
            <pc:docMk/>
            <pc:sldMk cId="0" sldId="349"/>
            <ac:spMk id="7" creationId="{00000000-0000-0000-0000-000000000000}"/>
          </ac:spMkLst>
        </pc:spChg>
      </pc:sldChg>
      <pc:sldChg chg="modSp mod">
        <pc:chgData name="Bryan Sun" userId="851caa7714272873" providerId="LiveId" clId="{1A8111D1-4A65-4A29-9DEE-6B0D34390FD8}" dt="2025-11-19T08:49:39.262" v="68" actId="20577"/>
        <pc:sldMkLst>
          <pc:docMk/>
          <pc:sldMk cId="0" sldId="351"/>
        </pc:sldMkLst>
        <pc:spChg chg="mod">
          <ac:chgData name="Bryan Sun" userId="851caa7714272873" providerId="LiveId" clId="{1A8111D1-4A65-4A29-9DEE-6B0D34390FD8}" dt="2025-11-19T08:49:39.262" v="68" actId="20577"/>
          <ac:spMkLst>
            <pc:docMk/>
            <pc:sldMk cId="0" sldId="351"/>
            <ac:spMk id="8" creationId="{00000000-0000-0000-0000-000000000000}"/>
          </ac:spMkLst>
        </pc:spChg>
      </pc:sldChg>
      <pc:sldChg chg="modSp mod">
        <pc:chgData name="Bryan Sun" userId="851caa7714272873" providerId="LiveId" clId="{1A8111D1-4A65-4A29-9DEE-6B0D34390FD8}" dt="2025-11-19T08:57:24.968" v="292" actId="20577"/>
        <pc:sldMkLst>
          <pc:docMk/>
          <pc:sldMk cId="0" sldId="352"/>
        </pc:sldMkLst>
        <pc:spChg chg="mod">
          <ac:chgData name="Bryan Sun" userId="851caa7714272873" providerId="LiveId" clId="{1A8111D1-4A65-4A29-9DEE-6B0D34390FD8}" dt="2025-11-19T08:54:18.823" v="265" actId="6549"/>
          <ac:spMkLst>
            <pc:docMk/>
            <pc:sldMk cId="0" sldId="352"/>
            <ac:spMk id="2" creationId="{00000000-0000-0000-0000-000000000000}"/>
          </ac:spMkLst>
        </pc:spChg>
        <pc:spChg chg="mod">
          <ac:chgData name="Bryan Sun" userId="851caa7714272873" providerId="LiveId" clId="{1A8111D1-4A65-4A29-9DEE-6B0D34390FD8}" dt="2025-11-19T08:57:24.968" v="292" actId="20577"/>
          <ac:spMkLst>
            <pc:docMk/>
            <pc:sldMk cId="0" sldId="352"/>
            <ac:spMk id="3" creationId="{00000000-0000-0000-0000-000000000000}"/>
          </ac:spMkLst>
        </pc:spChg>
      </pc:sldChg>
      <pc:sldChg chg="modSp mod">
        <pc:chgData name="Bryan Sun" userId="851caa7714272873" providerId="LiveId" clId="{1A8111D1-4A65-4A29-9DEE-6B0D34390FD8}" dt="2025-11-19T08:53:31.846" v="223" actId="1076"/>
        <pc:sldMkLst>
          <pc:docMk/>
          <pc:sldMk cId="0" sldId="358"/>
        </pc:sldMkLst>
        <pc:spChg chg="mod">
          <ac:chgData name="Bryan Sun" userId="851caa7714272873" providerId="LiveId" clId="{1A8111D1-4A65-4A29-9DEE-6B0D34390FD8}" dt="2025-11-19T08:53:31.846" v="223" actId="1076"/>
          <ac:spMkLst>
            <pc:docMk/>
            <pc:sldMk cId="0" sldId="358"/>
            <ac:spMk id="3" creationId="{5B0CEE46-282E-73EB-CE61-DD9C185148A2}"/>
          </ac:spMkLst>
        </pc:spChg>
      </pc:sldChg>
      <pc:sldChg chg="modSp mod">
        <pc:chgData name="Bryan Sun" userId="851caa7714272873" providerId="LiveId" clId="{1A8111D1-4A65-4A29-9DEE-6B0D34390FD8}" dt="2025-11-19T08:52:51.906" v="220" actId="1076"/>
        <pc:sldMkLst>
          <pc:docMk/>
          <pc:sldMk cId="0" sldId="362"/>
        </pc:sldMkLst>
        <pc:spChg chg="mod">
          <ac:chgData name="Bryan Sun" userId="851caa7714272873" providerId="LiveId" clId="{1A8111D1-4A65-4A29-9DEE-6B0D34390FD8}" dt="2025-11-19T08:52:49.250" v="219" actId="1076"/>
          <ac:spMkLst>
            <pc:docMk/>
            <pc:sldMk cId="0" sldId="362"/>
            <ac:spMk id="3" creationId="{00000000-0000-0000-0000-000000000000}"/>
          </ac:spMkLst>
        </pc:spChg>
        <pc:spChg chg="mod">
          <ac:chgData name="Bryan Sun" userId="851caa7714272873" providerId="LiveId" clId="{1A8111D1-4A65-4A29-9DEE-6B0D34390FD8}" dt="2025-11-19T08:52:51.906" v="220" actId="1076"/>
          <ac:spMkLst>
            <pc:docMk/>
            <pc:sldMk cId="0" sldId="362"/>
            <ac:spMk id="4" creationId="{00000000-0000-0000-0000-000000000000}"/>
          </ac:spMkLst>
        </pc:spChg>
        <pc:spChg chg="mod">
          <ac:chgData name="Bryan Sun" userId="851caa7714272873" providerId="LiveId" clId="{1A8111D1-4A65-4A29-9DEE-6B0D34390FD8}" dt="2025-11-19T08:52:07.484" v="163" actId="20577"/>
          <ac:spMkLst>
            <pc:docMk/>
            <pc:sldMk cId="0" sldId="362"/>
            <ac:spMk id="11" creationId="{00000000-0000-0000-0000-000000000000}"/>
          </ac:spMkLst>
        </pc:spChg>
      </pc:sldChg>
    </pc:docChg>
  </pc:docChgLst>
  <pc:docChgLst>
    <pc:chgData name="Bryan Sun" userId="851caa7714272873" providerId="LiveId" clId="{1DF0C224-3A3E-55A6-A8D1-F8F2208D385B}"/>
    <pc:docChg chg="custSel modSld">
      <pc:chgData name="Bryan Sun" userId="851caa7714272873" providerId="LiveId" clId="{1DF0C224-3A3E-55A6-A8D1-F8F2208D385B}" dt="2025-11-16T12:03:01.019" v="4217" actId="20577"/>
      <pc:docMkLst>
        <pc:docMk/>
      </pc:docMkLst>
      <pc:sldChg chg="modSp mod">
        <pc:chgData name="Bryan Sun" userId="851caa7714272873" providerId="LiveId" clId="{1DF0C224-3A3E-55A6-A8D1-F8F2208D385B}" dt="2025-11-08T23:15:00.929" v="2182" actId="14100"/>
        <pc:sldMkLst>
          <pc:docMk/>
          <pc:sldMk cId="0" sldId="256"/>
        </pc:sldMkLst>
        <pc:spChg chg="mod">
          <ac:chgData name="Bryan Sun" userId="851caa7714272873" providerId="LiveId" clId="{1DF0C224-3A3E-55A6-A8D1-F8F2208D385B}" dt="2025-10-25T10:59:30.858" v="1" actId="20577"/>
          <ac:spMkLst>
            <pc:docMk/>
            <pc:sldMk cId="0" sldId="256"/>
            <ac:spMk id="2" creationId="{00000000-0000-0000-0000-000000000000}"/>
          </ac:spMkLst>
        </pc:spChg>
        <pc:spChg chg="mod">
          <ac:chgData name="Bryan Sun" userId="851caa7714272873" providerId="LiveId" clId="{1DF0C224-3A3E-55A6-A8D1-F8F2208D385B}" dt="2025-10-25T10:59:36.291" v="2" actId="20577"/>
          <ac:spMkLst>
            <pc:docMk/>
            <pc:sldMk cId="0" sldId="256"/>
            <ac:spMk id="3" creationId="{00000000-0000-0000-0000-000000000000}"/>
          </ac:spMkLst>
        </pc:spChg>
        <pc:spChg chg="mod">
          <ac:chgData name="Bryan Sun" userId="851caa7714272873" providerId="LiveId" clId="{1DF0C224-3A3E-55A6-A8D1-F8F2208D385B}" dt="2025-11-08T23:15:00.929" v="2182" actId="14100"/>
          <ac:spMkLst>
            <pc:docMk/>
            <pc:sldMk cId="0" sldId="256"/>
            <ac:spMk id="4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5-11-16T11:57:58.581" v="3989" actId="20577"/>
        <pc:sldMkLst>
          <pc:docMk/>
          <pc:sldMk cId="0" sldId="341"/>
        </pc:sldMkLst>
        <pc:spChg chg="mod">
          <ac:chgData name="Bryan Sun" userId="851caa7714272873" providerId="LiveId" clId="{1DF0C224-3A3E-55A6-A8D1-F8F2208D385B}" dt="2025-10-25T11:15:36.062" v="314" actId="20577"/>
          <ac:spMkLst>
            <pc:docMk/>
            <pc:sldMk cId="0" sldId="341"/>
            <ac:spMk id="3" creationId="{00000000-0000-0000-0000-000000000000}"/>
          </ac:spMkLst>
        </pc:spChg>
        <pc:spChg chg="mod">
          <ac:chgData name="Bryan Sun" userId="851caa7714272873" providerId="LiveId" clId="{1DF0C224-3A3E-55A6-A8D1-F8F2208D385B}" dt="2025-10-25T11:19:48.462" v="454" actId="27636"/>
          <ac:spMkLst>
            <pc:docMk/>
            <pc:sldMk cId="0" sldId="341"/>
            <ac:spMk id="4" creationId="{00000000-0000-0000-0000-000000000000}"/>
          </ac:spMkLst>
        </pc:spChg>
        <pc:spChg chg="mod">
          <ac:chgData name="Bryan Sun" userId="851caa7714272873" providerId="LiveId" clId="{1DF0C224-3A3E-55A6-A8D1-F8F2208D385B}" dt="2025-10-25T11:14:07.389" v="294" actId="2711"/>
          <ac:spMkLst>
            <pc:docMk/>
            <pc:sldMk cId="0" sldId="341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5-10-25T11:19:30.996" v="450" actId="403"/>
          <ac:spMkLst>
            <pc:docMk/>
            <pc:sldMk cId="0" sldId="341"/>
            <ac:spMk id="8" creationId="{00000000-0000-0000-0000-000000000000}"/>
          </ac:spMkLst>
        </pc:spChg>
        <pc:spChg chg="mod">
          <ac:chgData name="Bryan Sun" userId="851caa7714272873" providerId="LiveId" clId="{1DF0C224-3A3E-55A6-A8D1-F8F2208D385B}" dt="2025-11-16T11:57:58.581" v="3989" actId="20577"/>
          <ac:spMkLst>
            <pc:docMk/>
            <pc:sldMk cId="0" sldId="341"/>
            <ac:spMk id="9" creationId="{00000000-0000-0000-0000-000000000000}"/>
          </ac:spMkLst>
        </pc:spChg>
        <pc:spChg chg="mod">
          <ac:chgData name="Bryan Sun" userId="851caa7714272873" providerId="LiveId" clId="{1DF0C224-3A3E-55A6-A8D1-F8F2208D385B}" dt="2025-10-25T11:18:42.137" v="435" actId="14100"/>
          <ac:spMkLst>
            <pc:docMk/>
            <pc:sldMk cId="0" sldId="341"/>
            <ac:spMk id="10" creationId="{00000000-0000-0000-0000-000000000000}"/>
          </ac:spMkLst>
        </pc:spChg>
        <pc:spChg chg="mod">
          <ac:chgData name="Bryan Sun" userId="851caa7714272873" providerId="LiveId" clId="{1DF0C224-3A3E-55A6-A8D1-F8F2208D385B}" dt="2025-10-25T11:19:19.914" v="448" actId="14100"/>
          <ac:spMkLst>
            <pc:docMk/>
            <pc:sldMk cId="0" sldId="341"/>
            <ac:spMk id="11" creationId="{00000000-0000-0000-0000-000000000000}"/>
          </ac:spMkLst>
        </pc:spChg>
        <pc:spChg chg="mod">
          <ac:chgData name="Bryan Sun" userId="851caa7714272873" providerId="LiveId" clId="{1DF0C224-3A3E-55A6-A8D1-F8F2208D385B}" dt="2025-10-25T11:21:03.268" v="491" actId="20577"/>
          <ac:spMkLst>
            <pc:docMk/>
            <pc:sldMk cId="0" sldId="341"/>
            <ac:spMk id="12" creationId="{00000000-0000-0000-0000-000000000000}"/>
          </ac:spMkLst>
        </pc:spChg>
        <pc:spChg chg="mod">
          <ac:chgData name="Bryan Sun" userId="851caa7714272873" providerId="LiveId" clId="{1DF0C224-3A3E-55A6-A8D1-F8F2208D385B}" dt="2025-11-16T11:57:54.196" v="3987" actId="20577"/>
          <ac:spMkLst>
            <pc:docMk/>
            <pc:sldMk cId="0" sldId="341"/>
            <ac:spMk id="13" creationId="{00000000-0000-0000-0000-000000000000}"/>
          </ac:spMkLst>
        </pc:spChg>
        <pc:spChg chg="mod">
          <ac:chgData name="Bryan Sun" userId="851caa7714272873" providerId="LiveId" clId="{1DF0C224-3A3E-55A6-A8D1-F8F2208D385B}" dt="2025-10-25T11:21:31.695" v="500" actId="20577"/>
          <ac:spMkLst>
            <pc:docMk/>
            <pc:sldMk cId="0" sldId="341"/>
            <ac:spMk id="14" creationId="{00000000-0000-0000-0000-000000000000}"/>
          </ac:spMkLst>
        </pc:spChg>
        <pc:spChg chg="mod">
          <ac:chgData name="Bryan Sun" userId="851caa7714272873" providerId="LiveId" clId="{1DF0C224-3A3E-55A6-A8D1-F8F2208D385B}" dt="2025-10-25T11:22:08.435" v="514" actId="20577"/>
          <ac:spMkLst>
            <pc:docMk/>
            <pc:sldMk cId="0" sldId="341"/>
            <ac:spMk id="15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5-11-16T11:58:37.449" v="4015" actId="20577"/>
        <pc:sldMkLst>
          <pc:docMk/>
          <pc:sldMk cId="0" sldId="343"/>
        </pc:sldMkLst>
        <pc:spChg chg="mod">
          <ac:chgData name="Bryan Sun" userId="851caa7714272873" providerId="LiveId" clId="{1DF0C224-3A3E-55A6-A8D1-F8F2208D385B}" dt="2025-10-25T11:30:12.408" v="767" actId="20577"/>
          <ac:spMkLst>
            <pc:docMk/>
            <pc:sldMk cId="0" sldId="343"/>
            <ac:spMk id="5" creationId="{00000000-0000-0000-0000-000000000000}"/>
          </ac:spMkLst>
        </pc:spChg>
        <pc:spChg chg="mod">
          <ac:chgData name="Bryan Sun" userId="851caa7714272873" providerId="LiveId" clId="{1DF0C224-3A3E-55A6-A8D1-F8F2208D385B}" dt="2025-10-25T11:27:04.212" v="690" actId="20577"/>
          <ac:spMkLst>
            <pc:docMk/>
            <pc:sldMk cId="0" sldId="343"/>
            <ac:spMk id="6" creationId="{00000000-0000-0000-0000-000000000000}"/>
          </ac:spMkLst>
        </pc:spChg>
        <pc:spChg chg="mod">
          <ac:chgData name="Bryan Sun" userId="851caa7714272873" providerId="LiveId" clId="{1DF0C224-3A3E-55A6-A8D1-F8F2208D385B}" dt="2025-10-25T11:23:00.483" v="515" actId="2711"/>
          <ac:spMkLst>
            <pc:docMk/>
            <pc:sldMk cId="0" sldId="343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5-10-25T11:27:53.053" v="706" actId="20577"/>
          <ac:spMkLst>
            <pc:docMk/>
            <pc:sldMk cId="0" sldId="343"/>
            <ac:spMk id="8" creationId="{00000000-0000-0000-0000-000000000000}"/>
          </ac:spMkLst>
        </pc:spChg>
        <pc:spChg chg="mod">
          <ac:chgData name="Bryan Sun" userId="851caa7714272873" providerId="LiveId" clId="{1DF0C224-3A3E-55A6-A8D1-F8F2208D385B}" dt="2025-11-16T11:58:37.449" v="4015" actId="20577"/>
          <ac:spMkLst>
            <pc:docMk/>
            <pc:sldMk cId="0" sldId="343"/>
            <ac:spMk id="9" creationId="{00000000-0000-0000-0000-000000000000}"/>
          </ac:spMkLst>
        </pc:spChg>
        <pc:spChg chg="mod">
          <ac:chgData name="Bryan Sun" userId="851caa7714272873" providerId="LiveId" clId="{1DF0C224-3A3E-55A6-A8D1-F8F2208D385B}" dt="2025-10-25T11:28:29.356" v="739" actId="20577"/>
          <ac:spMkLst>
            <pc:docMk/>
            <pc:sldMk cId="0" sldId="343"/>
            <ac:spMk id="11" creationId="{00000000-0000-0000-0000-000000000000}"/>
          </ac:spMkLst>
        </pc:spChg>
        <pc:spChg chg="mod">
          <ac:chgData name="Bryan Sun" userId="851caa7714272873" providerId="LiveId" clId="{1DF0C224-3A3E-55A6-A8D1-F8F2208D385B}" dt="2025-10-25T11:27:33.482" v="702" actId="20577"/>
          <ac:spMkLst>
            <pc:docMk/>
            <pc:sldMk cId="0" sldId="343"/>
            <ac:spMk id="12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5-10-25T11:12:55.054" v="293" actId="166"/>
        <pc:sldMkLst>
          <pc:docMk/>
          <pc:sldMk cId="0" sldId="345"/>
        </pc:sldMkLst>
        <pc:spChg chg="mod">
          <ac:chgData name="Bryan Sun" userId="851caa7714272873" providerId="LiveId" clId="{1DF0C224-3A3E-55A6-A8D1-F8F2208D385B}" dt="2025-10-25T11:10:49.910" v="287" actId="20577"/>
          <ac:spMkLst>
            <pc:docMk/>
            <pc:sldMk cId="0" sldId="345"/>
            <ac:spMk id="9" creationId="{00000000-0000-0000-0000-000000000000}"/>
          </ac:spMkLst>
        </pc:spChg>
        <pc:spChg chg="mod">
          <ac:chgData name="Bryan Sun" userId="851caa7714272873" providerId="LiveId" clId="{1DF0C224-3A3E-55A6-A8D1-F8F2208D385B}" dt="2025-10-25T11:12:10.644" v="291" actId="1037"/>
          <ac:spMkLst>
            <pc:docMk/>
            <pc:sldMk cId="0" sldId="345"/>
            <ac:spMk id="10" creationId="{00000000-0000-0000-0000-000000000000}"/>
          </ac:spMkLst>
        </pc:spChg>
        <pc:spChg chg="mod">
          <ac:chgData name="Bryan Sun" userId="851caa7714272873" providerId="LiveId" clId="{1DF0C224-3A3E-55A6-A8D1-F8F2208D385B}" dt="2025-10-25T11:00:09.301" v="28" actId="20577"/>
          <ac:spMkLst>
            <pc:docMk/>
            <pc:sldMk cId="0" sldId="345"/>
            <ac:spMk id="16" creationId="{00000000-0000-0000-0000-000000000000}"/>
          </ac:spMkLst>
        </pc:spChg>
        <pc:spChg chg="mod">
          <ac:chgData name="Bryan Sun" userId="851caa7714272873" providerId="LiveId" clId="{1DF0C224-3A3E-55A6-A8D1-F8F2208D385B}" dt="2025-10-25T11:12:42.423" v="292" actId="20577"/>
          <ac:spMkLst>
            <pc:docMk/>
            <pc:sldMk cId="0" sldId="345"/>
            <ac:spMk id="18" creationId="{00000000-0000-0000-0000-000000000000}"/>
          </ac:spMkLst>
        </pc:spChg>
        <pc:spChg chg="mod">
          <ac:chgData name="Bryan Sun" userId="851caa7714272873" providerId="LiveId" clId="{1DF0C224-3A3E-55A6-A8D1-F8F2208D385B}" dt="2025-10-25T11:12:55.054" v="293" actId="166"/>
          <ac:spMkLst>
            <pc:docMk/>
            <pc:sldMk cId="0" sldId="345"/>
            <ac:spMk id="29" creationId="{00000000-0000-0000-0000-000000000000}"/>
          </ac:spMkLst>
        </pc:spChg>
        <pc:spChg chg="mod">
          <ac:chgData name="Bryan Sun" userId="851caa7714272873" providerId="LiveId" clId="{1DF0C224-3A3E-55A6-A8D1-F8F2208D385B}" dt="2025-10-25T10:59:58.383" v="3" actId="2711"/>
          <ac:spMkLst>
            <pc:docMk/>
            <pc:sldMk cId="0" sldId="345"/>
            <ac:spMk id="39" creationId="{00000000-0000-0000-0000-000000000000}"/>
          </ac:spMkLst>
        </pc:spChg>
        <pc:spChg chg="mod">
          <ac:chgData name="Bryan Sun" userId="851caa7714272873" providerId="LiveId" clId="{1DF0C224-3A3E-55A6-A8D1-F8F2208D385B}" dt="2025-10-25T10:59:58.383" v="3" actId="2711"/>
          <ac:spMkLst>
            <pc:docMk/>
            <pc:sldMk cId="0" sldId="345"/>
            <ac:spMk id="40" creationId="{00000000-0000-0000-0000-000000000000}"/>
          </ac:spMkLst>
        </pc:spChg>
        <pc:spChg chg="mod">
          <ac:chgData name="Bryan Sun" userId="851caa7714272873" providerId="LiveId" clId="{1DF0C224-3A3E-55A6-A8D1-F8F2208D385B}" dt="2025-10-25T10:59:58.383" v="3" actId="2711"/>
          <ac:spMkLst>
            <pc:docMk/>
            <pc:sldMk cId="0" sldId="345"/>
            <ac:spMk id="41" creationId="{00000000-0000-0000-0000-000000000000}"/>
          </ac:spMkLst>
        </pc:spChg>
        <pc:spChg chg="mod">
          <ac:chgData name="Bryan Sun" userId="851caa7714272873" providerId="LiveId" clId="{1DF0C224-3A3E-55A6-A8D1-F8F2208D385B}" dt="2025-10-25T10:59:58.383" v="3" actId="2711"/>
          <ac:spMkLst>
            <pc:docMk/>
            <pc:sldMk cId="0" sldId="345"/>
            <ac:spMk id="42" creationId="{00000000-0000-0000-0000-000000000000}"/>
          </ac:spMkLst>
        </pc:spChg>
        <pc:spChg chg="mod">
          <ac:chgData name="Bryan Sun" userId="851caa7714272873" providerId="LiveId" clId="{1DF0C224-3A3E-55A6-A8D1-F8F2208D385B}" dt="2025-10-25T10:59:58.383" v="3" actId="2711"/>
          <ac:spMkLst>
            <pc:docMk/>
            <pc:sldMk cId="0" sldId="345"/>
            <ac:spMk id="43" creationId="{00000000-0000-0000-0000-000000000000}"/>
          </ac:spMkLst>
        </pc:spChg>
        <pc:spChg chg="mod">
          <ac:chgData name="Bryan Sun" userId="851caa7714272873" providerId="LiveId" clId="{1DF0C224-3A3E-55A6-A8D1-F8F2208D385B}" dt="2025-10-25T10:59:58.383" v="3" actId="2711"/>
          <ac:spMkLst>
            <pc:docMk/>
            <pc:sldMk cId="0" sldId="345"/>
            <ac:spMk id="44" creationId="{00000000-0000-0000-0000-000000000000}"/>
          </ac:spMkLst>
        </pc:spChg>
        <pc:spChg chg="mod">
          <ac:chgData name="Bryan Sun" userId="851caa7714272873" providerId="LiveId" clId="{1DF0C224-3A3E-55A6-A8D1-F8F2208D385B}" dt="2025-10-25T10:59:58.383" v="3" actId="2711"/>
          <ac:spMkLst>
            <pc:docMk/>
            <pc:sldMk cId="0" sldId="345"/>
            <ac:spMk id="45" creationId="{00000000-0000-0000-0000-000000000000}"/>
          </ac:spMkLst>
        </pc:spChg>
        <pc:spChg chg="mod">
          <ac:chgData name="Bryan Sun" userId="851caa7714272873" providerId="LiveId" clId="{1DF0C224-3A3E-55A6-A8D1-F8F2208D385B}" dt="2025-10-25T10:59:58.383" v="3" actId="2711"/>
          <ac:spMkLst>
            <pc:docMk/>
            <pc:sldMk cId="0" sldId="345"/>
            <ac:spMk id="46" creationId="{00000000-0000-0000-0000-000000000000}"/>
          </ac:spMkLst>
        </pc:spChg>
        <pc:spChg chg="mod">
          <ac:chgData name="Bryan Sun" userId="851caa7714272873" providerId="LiveId" clId="{1DF0C224-3A3E-55A6-A8D1-F8F2208D385B}" dt="2025-10-25T10:59:58.383" v="3" actId="2711"/>
          <ac:spMkLst>
            <pc:docMk/>
            <pc:sldMk cId="0" sldId="345"/>
            <ac:spMk id="47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5-11-16T11:59:45.058" v="4076" actId="20577"/>
        <pc:sldMkLst>
          <pc:docMk/>
          <pc:sldMk cId="0" sldId="346"/>
        </pc:sldMkLst>
        <pc:spChg chg="mod">
          <ac:chgData name="Bryan Sun" userId="851caa7714272873" providerId="LiveId" clId="{1DF0C224-3A3E-55A6-A8D1-F8F2208D385B}" dt="2025-11-16T11:58:57.697" v="4028" actId="20577"/>
          <ac:spMkLst>
            <pc:docMk/>
            <pc:sldMk cId="0" sldId="346"/>
            <ac:spMk id="4" creationId="{00000000-0000-0000-0000-000000000000}"/>
          </ac:spMkLst>
        </pc:spChg>
        <pc:spChg chg="mod">
          <ac:chgData name="Bryan Sun" userId="851caa7714272873" providerId="LiveId" clId="{1DF0C224-3A3E-55A6-A8D1-F8F2208D385B}" dt="2025-11-16T11:59:45.058" v="4076" actId="20577"/>
          <ac:spMkLst>
            <pc:docMk/>
            <pc:sldMk cId="0" sldId="346"/>
            <ac:spMk id="5" creationId="{00000000-0000-0000-0000-000000000000}"/>
          </ac:spMkLst>
        </pc:spChg>
        <pc:spChg chg="mod">
          <ac:chgData name="Bryan Sun" userId="851caa7714272873" providerId="LiveId" clId="{1DF0C224-3A3E-55A6-A8D1-F8F2208D385B}" dt="2025-10-25T11:31:20.339" v="789" actId="3064"/>
          <ac:spMkLst>
            <pc:docMk/>
            <pc:sldMk cId="0" sldId="346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5-10-25T11:34:09.374" v="906" actId="14100"/>
          <ac:spMkLst>
            <pc:docMk/>
            <pc:sldMk cId="0" sldId="346"/>
            <ac:spMk id="8" creationId="{00000000-0000-0000-0000-000000000000}"/>
          </ac:spMkLst>
        </pc:spChg>
        <pc:spChg chg="mod">
          <ac:chgData name="Bryan Sun" userId="851caa7714272873" providerId="LiveId" clId="{1DF0C224-3A3E-55A6-A8D1-F8F2208D385B}" dt="2025-10-25T11:34:45.605" v="927" actId="1076"/>
          <ac:spMkLst>
            <pc:docMk/>
            <pc:sldMk cId="0" sldId="346"/>
            <ac:spMk id="9" creationId="{00000000-0000-0000-0000-000000000000}"/>
          </ac:spMkLst>
        </pc:spChg>
        <pc:spChg chg="mod">
          <ac:chgData name="Bryan Sun" userId="851caa7714272873" providerId="LiveId" clId="{1DF0C224-3A3E-55A6-A8D1-F8F2208D385B}" dt="2025-10-25T11:35:46.458" v="930" actId="20577"/>
          <ac:spMkLst>
            <pc:docMk/>
            <pc:sldMk cId="0" sldId="346"/>
            <ac:spMk id="10" creationId="{00000000-0000-0000-0000-000000000000}"/>
          </ac:spMkLst>
        </pc:spChg>
        <pc:spChg chg="mod">
          <ac:chgData name="Bryan Sun" userId="851caa7714272873" providerId="LiveId" clId="{1DF0C224-3A3E-55A6-A8D1-F8F2208D385B}" dt="2025-11-16T11:59:12.998" v="4049" actId="1038"/>
          <ac:spMkLst>
            <pc:docMk/>
            <pc:sldMk cId="0" sldId="346"/>
            <ac:spMk id="11" creationId="{00000000-0000-0000-0000-000000000000}"/>
          </ac:spMkLst>
        </pc:spChg>
      </pc:sldChg>
      <pc:sldChg chg="modSp mod modAnim">
        <pc:chgData name="Bryan Sun" userId="851caa7714272873" providerId="LiveId" clId="{1DF0C224-3A3E-55A6-A8D1-F8F2208D385B}" dt="2025-11-16T12:03:01.019" v="4217" actId="20577"/>
        <pc:sldMkLst>
          <pc:docMk/>
          <pc:sldMk cId="0" sldId="349"/>
        </pc:sldMkLst>
        <pc:spChg chg="mod">
          <ac:chgData name="Bryan Sun" userId="851caa7714272873" providerId="LiveId" clId="{1DF0C224-3A3E-55A6-A8D1-F8F2208D385B}" dt="2025-11-16T02:04:38.731" v="3607" actId="20577"/>
          <ac:spMkLst>
            <pc:docMk/>
            <pc:sldMk cId="0" sldId="349"/>
            <ac:spMk id="2" creationId="{00000000-0000-0000-0000-000000000000}"/>
          </ac:spMkLst>
        </pc:spChg>
        <pc:spChg chg="mod">
          <ac:chgData name="Bryan Sun" userId="851caa7714272873" providerId="LiveId" clId="{1DF0C224-3A3E-55A6-A8D1-F8F2208D385B}" dt="2025-11-16T02:05:09.226" v="3611" actId="14100"/>
          <ac:spMkLst>
            <pc:docMk/>
            <pc:sldMk cId="0" sldId="349"/>
            <ac:spMk id="3" creationId="{00000000-0000-0000-0000-000000000000}"/>
          </ac:spMkLst>
        </pc:spChg>
        <pc:spChg chg="mod">
          <ac:chgData name="Bryan Sun" userId="851caa7714272873" providerId="LiveId" clId="{1DF0C224-3A3E-55A6-A8D1-F8F2208D385B}" dt="2025-11-16T02:01:23.210" v="3453" actId="1076"/>
          <ac:spMkLst>
            <pc:docMk/>
            <pc:sldMk cId="0" sldId="349"/>
            <ac:spMk id="4" creationId="{00000000-0000-0000-0000-000000000000}"/>
          </ac:spMkLst>
        </pc:spChg>
        <pc:spChg chg="mod">
          <ac:chgData name="Bryan Sun" userId="851caa7714272873" providerId="LiveId" clId="{1DF0C224-3A3E-55A6-A8D1-F8F2208D385B}" dt="2025-11-16T12:02:51.444" v="4215" actId="20577"/>
          <ac:spMkLst>
            <pc:docMk/>
            <pc:sldMk cId="0" sldId="349"/>
            <ac:spMk id="6" creationId="{00000000-0000-0000-0000-000000000000}"/>
          </ac:spMkLst>
        </pc:spChg>
        <pc:spChg chg="mod">
          <ac:chgData name="Bryan Sun" userId="851caa7714272873" providerId="LiveId" clId="{1DF0C224-3A3E-55A6-A8D1-F8F2208D385B}" dt="2025-11-16T12:03:01.019" v="4217" actId="20577"/>
          <ac:spMkLst>
            <pc:docMk/>
            <pc:sldMk cId="0" sldId="349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5-10-25T11:55:07.937" v="1857" actId="2711"/>
          <ac:spMkLst>
            <pc:docMk/>
            <pc:sldMk cId="0" sldId="349"/>
            <ac:spMk id="8" creationId="{00000000-0000-0000-0000-000000000000}"/>
          </ac:spMkLst>
        </pc:spChg>
        <pc:spChg chg="mod">
          <ac:chgData name="Bryan Sun" userId="851caa7714272873" providerId="LiveId" clId="{1DF0C224-3A3E-55A6-A8D1-F8F2208D385B}" dt="2025-10-25T11:55:16.646" v="1870" actId="20577"/>
          <ac:spMkLst>
            <pc:docMk/>
            <pc:sldMk cId="0" sldId="349"/>
            <ac:spMk id="9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5-11-16T12:02:33.462" v="4213" actId="313"/>
        <pc:sldMkLst>
          <pc:docMk/>
          <pc:sldMk cId="0" sldId="351"/>
        </pc:sldMkLst>
        <pc:spChg chg="mod">
          <ac:chgData name="Bryan Sun" userId="851caa7714272873" providerId="LiveId" clId="{1DF0C224-3A3E-55A6-A8D1-F8F2208D385B}" dt="2025-10-25T11:45:12.371" v="1409" actId="20577"/>
          <ac:spMkLst>
            <pc:docMk/>
            <pc:sldMk cId="0" sldId="351"/>
            <ac:spMk id="6" creationId="{00000000-0000-0000-0000-000000000000}"/>
          </ac:spMkLst>
        </pc:spChg>
        <pc:spChg chg="mod">
          <ac:chgData name="Bryan Sun" userId="851caa7714272873" providerId="LiveId" clId="{1DF0C224-3A3E-55A6-A8D1-F8F2208D385B}" dt="2025-11-16T12:02:33.462" v="4213" actId="313"/>
          <ac:spMkLst>
            <pc:docMk/>
            <pc:sldMk cId="0" sldId="351"/>
            <ac:spMk id="8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5-11-16T02:11:27.457" v="3902" actId="20577"/>
        <pc:sldMkLst>
          <pc:docMk/>
          <pc:sldMk cId="0" sldId="352"/>
        </pc:sldMkLst>
        <pc:spChg chg="mod">
          <ac:chgData name="Bryan Sun" userId="851caa7714272873" providerId="LiveId" clId="{1DF0C224-3A3E-55A6-A8D1-F8F2208D385B}" dt="2025-11-16T02:09:30.344" v="3810" actId="20577"/>
          <ac:spMkLst>
            <pc:docMk/>
            <pc:sldMk cId="0" sldId="352"/>
            <ac:spMk id="2" creationId="{00000000-0000-0000-0000-000000000000}"/>
          </ac:spMkLst>
        </pc:spChg>
        <pc:spChg chg="mod">
          <ac:chgData name="Bryan Sun" userId="851caa7714272873" providerId="LiveId" clId="{1DF0C224-3A3E-55A6-A8D1-F8F2208D385B}" dt="2025-11-16T02:10:19.444" v="3881" actId="20577"/>
          <ac:spMkLst>
            <pc:docMk/>
            <pc:sldMk cId="0" sldId="352"/>
            <ac:spMk id="3" creationId="{00000000-0000-0000-0000-000000000000}"/>
          </ac:spMkLst>
        </pc:spChg>
        <pc:spChg chg="mod">
          <ac:chgData name="Bryan Sun" userId="851caa7714272873" providerId="LiveId" clId="{1DF0C224-3A3E-55A6-A8D1-F8F2208D385B}" dt="2025-11-16T02:10:39.011" v="3889" actId="20577"/>
          <ac:spMkLst>
            <pc:docMk/>
            <pc:sldMk cId="0" sldId="352"/>
            <ac:spMk id="6" creationId="{00000000-0000-0000-0000-000000000000}"/>
          </ac:spMkLst>
        </pc:spChg>
        <pc:spChg chg="mod">
          <ac:chgData name="Bryan Sun" userId="851caa7714272873" providerId="LiveId" clId="{1DF0C224-3A3E-55A6-A8D1-F8F2208D385B}" dt="2025-11-16T02:11:27.457" v="3902" actId="20577"/>
          <ac:spMkLst>
            <pc:docMk/>
            <pc:sldMk cId="0" sldId="352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5-11-16T01:57:24.169" v="3313" actId="2711"/>
          <ac:spMkLst>
            <pc:docMk/>
            <pc:sldMk cId="0" sldId="352"/>
            <ac:spMk id="8" creationId="{00000000-0000-0000-0000-000000000000}"/>
          </ac:spMkLst>
        </pc:spChg>
        <pc:spChg chg="mod">
          <ac:chgData name="Bryan Sun" userId="851caa7714272873" providerId="LiveId" clId="{1DF0C224-3A3E-55A6-A8D1-F8F2208D385B}" dt="2025-11-16T01:57:24.169" v="3313" actId="2711"/>
          <ac:spMkLst>
            <pc:docMk/>
            <pc:sldMk cId="0" sldId="352"/>
            <ac:spMk id="9" creationId="{00000000-0000-0000-0000-000000000000}"/>
          </ac:spMkLst>
        </pc:spChg>
        <pc:spChg chg="mod">
          <ac:chgData name="Bryan Sun" userId="851caa7714272873" providerId="LiveId" clId="{1DF0C224-3A3E-55A6-A8D1-F8F2208D385B}" dt="2025-11-16T02:11:19.036" v="3900" actId="1076"/>
          <ac:spMkLst>
            <pc:docMk/>
            <pc:sldMk cId="0" sldId="352"/>
            <ac:spMk id="10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5-11-16T06:01:22.011" v="3958" actId="20577"/>
        <pc:sldMkLst>
          <pc:docMk/>
          <pc:sldMk cId="0" sldId="357"/>
        </pc:sldMkLst>
        <pc:spChg chg="mod">
          <ac:chgData name="Bryan Sun" userId="851caa7714272873" providerId="LiveId" clId="{1DF0C224-3A3E-55A6-A8D1-F8F2208D385B}" dt="2025-11-16T00:57:46.925" v="2189" actId="2711"/>
          <ac:spMkLst>
            <pc:docMk/>
            <pc:sldMk cId="0" sldId="357"/>
            <ac:spMk id="3" creationId="{00000000-0000-0000-0000-000000000000}"/>
          </ac:spMkLst>
        </pc:spChg>
        <pc:spChg chg="mod">
          <ac:chgData name="Bryan Sun" userId="851caa7714272873" providerId="LiveId" clId="{1DF0C224-3A3E-55A6-A8D1-F8F2208D385B}" dt="2025-11-16T01:31:29.424" v="2341" actId="20577"/>
          <ac:spMkLst>
            <pc:docMk/>
            <pc:sldMk cId="0" sldId="357"/>
            <ac:spMk id="4" creationId="{00000000-0000-0000-0000-000000000000}"/>
          </ac:spMkLst>
        </pc:spChg>
        <pc:spChg chg="mod">
          <ac:chgData name="Bryan Sun" userId="851caa7714272873" providerId="LiveId" clId="{1DF0C224-3A3E-55A6-A8D1-F8F2208D385B}" dt="2025-11-16T06:01:22.011" v="3958" actId="20577"/>
          <ac:spMkLst>
            <pc:docMk/>
            <pc:sldMk cId="0" sldId="357"/>
            <ac:spMk id="5" creationId="{00000000-0000-0000-0000-000000000000}"/>
          </ac:spMkLst>
        </pc:spChg>
        <pc:spChg chg="mod">
          <ac:chgData name="Bryan Sun" userId="851caa7714272873" providerId="LiveId" clId="{1DF0C224-3A3E-55A6-A8D1-F8F2208D385B}" dt="2025-11-16T06:00:22.214" v="3941" actId="20577"/>
          <ac:spMkLst>
            <pc:docMk/>
            <pc:sldMk cId="0" sldId="357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5-11-16T06:00:58.660" v="3954" actId="114"/>
          <ac:spMkLst>
            <pc:docMk/>
            <pc:sldMk cId="0" sldId="357"/>
            <ac:spMk id="9" creationId="{00000000-0000-0000-0000-000000000000}"/>
          </ac:spMkLst>
        </pc:spChg>
        <pc:graphicFrameChg chg="mod modGraphic">
          <ac:chgData name="Bryan Sun" userId="851caa7714272873" providerId="LiveId" clId="{1DF0C224-3A3E-55A6-A8D1-F8F2208D385B}" dt="2025-11-16T06:01:06.740" v="3956" actId="1035"/>
          <ac:graphicFrameMkLst>
            <pc:docMk/>
            <pc:sldMk cId="0" sldId="357"/>
            <ac:graphicFrameMk id="2" creationId="{00000000-0000-0000-0000-000000000000}"/>
          </ac:graphicFrameMkLst>
        </pc:graphicFrameChg>
      </pc:sldChg>
      <pc:sldChg chg="addSp delSp modSp mod delAnim modAnim">
        <pc:chgData name="Bryan Sun" userId="851caa7714272873" providerId="LiveId" clId="{1DF0C224-3A3E-55A6-A8D1-F8F2208D385B}" dt="2025-11-16T06:02:15.499" v="3971" actId="20577"/>
        <pc:sldMkLst>
          <pc:docMk/>
          <pc:sldMk cId="0" sldId="358"/>
        </pc:sldMkLst>
        <pc:spChg chg="add mod">
          <ac:chgData name="Bryan Sun" userId="851caa7714272873" providerId="LiveId" clId="{1DF0C224-3A3E-55A6-A8D1-F8F2208D385B}" dt="2025-11-16T01:45:02.950" v="2915" actId="404"/>
          <ac:spMkLst>
            <pc:docMk/>
            <pc:sldMk cId="0" sldId="358"/>
            <ac:spMk id="3" creationId="{5B0CEE46-282E-73EB-CE61-DD9C185148A2}"/>
          </ac:spMkLst>
        </pc:spChg>
        <pc:spChg chg="mod">
          <ac:chgData name="Bryan Sun" userId="851caa7714272873" providerId="LiveId" clId="{1DF0C224-3A3E-55A6-A8D1-F8F2208D385B}" dt="2025-11-16T06:02:15.499" v="3971" actId="20577"/>
          <ac:spMkLst>
            <pc:docMk/>
            <pc:sldMk cId="0" sldId="358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5-11-16T01:44:19.196" v="2902" actId="14100"/>
          <ac:spMkLst>
            <pc:docMk/>
            <pc:sldMk cId="0" sldId="358"/>
            <ac:spMk id="8" creationId="{00000000-0000-0000-0000-000000000000}"/>
          </ac:spMkLst>
        </pc:spChg>
        <pc:spChg chg="mod">
          <ac:chgData name="Bryan Sun" userId="851caa7714272873" providerId="LiveId" clId="{1DF0C224-3A3E-55A6-A8D1-F8F2208D385B}" dt="2025-11-16T01:46:38.337" v="2934" actId="20577"/>
          <ac:spMkLst>
            <pc:docMk/>
            <pc:sldMk cId="0" sldId="358"/>
            <ac:spMk id="13" creationId="{00000000-0000-0000-0000-000000000000}"/>
          </ac:spMkLst>
        </pc:spChg>
        <pc:spChg chg="mod">
          <ac:chgData name="Bryan Sun" userId="851caa7714272873" providerId="LiveId" clId="{1DF0C224-3A3E-55A6-A8D1-F8F2208D385B}" dt="2025-11-16T01:43:50.684" v="2896" actId="1038"/>
          <ac:spMkLst>
            <pc:docMk/>
            <pc:sldMk cId="0" sldId="358"/>
            <ac:spMk id="14" creationId="{00000000-0000-0000-0000-000000000000}"/>
          </ac:spMkLst>
        </pc:spChg>
      </pc:sldChg>
      <pc:sldChg chg="addSp delSp modSp mod modAnim">
        <pc:chgData name="Bryan Sun" userId="851caa7714272873" providerId="LiveId" clId="{1DF0C224-3A3E-55A6-A8D1-F8F2208D385B}" dt="2025-11-16T06:02:18.888" v="3973"/>
        <pc:sldMkLst>
          <pc:docMk/>
          <pc:sldMk cId="0" sldId="359"/>
        </pc:sldMkLst>
        <pc:spChg chg="mod">
          <ac:chgData name="Bryan Sun" userId="851caa7714272873" providerId="LiveId" clId="{1DF0C224-3A3E-55A6-A8D1-F8F2208D385B}" dt="2025-11-16T01:51:53.484" v="3093" actId="1076"/>
          <ac:spMkLst>
            <pc:docMk/>
            <pc:sldMk cId="0" sldId="359"/>
            <ac:spMk id="2" creationId="{00000000-0000-0000-0000-000000000000}"/>
          </ac:spMkLst>
        </pc:spChg>
        <pc:spChg chg="mod">
          <ac:chgData name="Bryan Sun" userId="851caa7714272873" providerId="LiveId" clId="{1DF0C224-3A3E-55A6-A8D1-F8F2208D385B}" dt="2025-11-16T01:50:34.597" v="3032" actId="1076"/>
          <ac:spMkLst>
            <pc:docMk/>
            <pc:sldMk cId="0" sldId="359"/>
            <ac:spMk id="3" creationId="{00000000-0000-0000-0000-000000000000}"/>
          </ac:spMkLst>
        </pc:spChg>
        <pc:spChg chg="mod">
          <ac:chgData name="Bryan Sun" userId="851caa7714272873" providerId="LiveId" clId="{1DF0C224-3A3E-55A6-A8D1-F8F2208D385B}" dt="2025-11-16T06:02:12.237" v="3965" actId="20577"/>
          <ac:spMkLst>
            <pc:docMk/>
            <pc:sldMk cId="0" sldId="359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5-11-16T01:52:54.897" v="3122" actId="20577"/>
          <ac:spMkLst>
            <pc:docMk/>
            <pc:sldMk cId="0" sldId="359"/>
            <ac:spMk id="11" creationId="{00000000-0000-0000-0000-000000000000}"/>
          </ac:spMkLst>
        </pc:spChg>
        <pc:spChg chg="mod">
          <ac:chgData name="Bryan Sun" userId="851caa7714272873" providerId="LiveId" clId="{1DF0C224-3A3E-55A6-A8D1-F8F2208D385B}" dt="2025-11-16T01:48:34.369" v="2955" actId="20577"/>
          <ac:spMkLst>
            <pc:docMk/>
            <pc:sldMk cId="0" sldId="359"/>
            <ac:spMk id="12" creationId="{00000000-0000-0000-0000-000000000000}"/>
          </ac:spMkLst>
        </pc:spChg>
      </pc:sldChg>
      <pc:sldChg chg="modSp mod modAnim">
        <pc:chgData name="Bryan Sun" userId="851caa7714272873" providerId="LiveId" clId="{1DF0C224-3A3E-55A6-A8D1-F8F2208D385B}" dt="2025-11-16T06:02:20.410" v="3979" actId="20577"/>
        <pc:sldMkLst>
          <pc:docMk/>
          <pc:sldMk cId="0" sldId="360"/>
        </pc:sldMkLst>
        <pc:spChg chg="mod">
          <ac:chgData name="Bryan Sun" userId="851caa7714272873" providerId="LiveId" clId="{1DF0C224-3A3E-55A6-A8D1-F8F2208D385B}" dt="2025-11-16T06:02:20.410" v="3979" actId="20577"/>
          <ac:spMkLst>
            <pc:docMk/>
            <pc:sldMk cId="0" sldId="360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5-11-16T01:57:03.526" v="3312" actId="20577"/>
          <ac:spMkLst>
            <pc:docMk/>
            <pc:sldMk cId="0" sldId="360"/>
            <ac:spMk id="11" creationId="{00000000-0000-0000-0000-000000000000}"/>
          </ac:spMkLst>
        </pc:spChg>
        <pc:spChg chg="mod">
          <ac:chgData name="Bryan Sun" userId="851caa7714272873" providerId="LiveId" clId="{1DF0C224-3A3E-55A6-A8D1-F8F2208D385B}" dt="2025-11-16T01:53:46.523" v="3126" actId="1076"/>
          <ac:spMkLst>
            <pc:docMk/>
            <pc:sldMk cId="0" sldId="360"/>
            <ac:spMk id="12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5-11-16T02:08:54.190" v="3782" actId="20577"/>
        <pc:sldMkLst>
          <pc:docMk/>
          <pc:sldMk cId="0" sldId="362"/>
        </pc:sldMkLst>
        <pc:spChg chg="mod">
          <ac:chgData name="Bryan Sun" userId="851caa7714272873" providerId="LiveId" clId="{1DF0C224-3A3E-55A6-A8D1-F8F2208D385B}" dt="2025-10-25T12:02:40.785" v="2136" actId="1076"/>
          <ac:spMkLst>
            <pc:docMk/>
            <pc:sldMk cId="0" sldId="362"/>
            <ac:spMk id="3" creationId="{00000000-0000-0000-0000-000000000000}"/>
          </ac:spMkLst>
        </pc:spChg>
        <pc:spChg chg="mod">
          <ac:chgData name="Bryan Sun" userId="851caa7714272873" providerId="LiveId" clId="{1DF0C224-3A3E-55A6-A8D1-F8F2208D385B}" dt="2025-11-16T02:08:32.079" v="3768" actId="20577"/>
          <ac:spMkLst>
            <pc:docMk/>
            <pc:sldMk cId="0" sldId="362"/>
            <ac:spMk id="4" creationId="{00000000-0000-0000-0000-000000000000}"/>
          </ac:spMkLst>
        </pc:spChg>
        <pc:spChg chg="mod">
          <ac:chgData name="Bryan Sun" userId="851caa7714272873" providerId="LiveId" clId="{1DF0C224-3A3E-55A6-A8D1-F8F2208D385B}" dt="2025-11-16T02:08:21.838" v="3749" actId="20577"/>
          <ac:spMkLst>
            <pc:docMk/>
            <pc:sldMk cId="0" sldId="362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5-10-25T11:58:48.019" v="1965" actId="20577"/>
          <ac:spMkLst>
            <pc:docMk/>
            <pc:sldMk cId="0" sldId="362"/>
            <ac:spMk id="8" creationId="{00000000-0000-0000-0000-000000000000}"/>
          </ac:spMkLst>
        </pc:spChg>
        <pc:spChg chg="mod">
          <ac:chgData name="Bryan Sun" userId="851caa7714272873" providerId="LiveId" clId="{1DF0C224-3A3E-55A6-A8D1-F8F2208D385B}" dt="2025-10-25T11:58:56.267" v="1984" actId="20577"/>
          <ac:spMkLst>
            <pc:docMk/>
            <pc:sldMk cId="0" sldId="362"/>
            <ac:spMk id="9" creationId="{00000000-0000-0000-0000-000000000000}"/>
          </ac:spMkLst>
        </pc:spChg>
        <pc:spChg chg="mod">
          <ac:chgData name="Bryan Sun" userId="851caa7714272873" providerId="LiveId" clId="{1DF0C224-3A3E-55A6-A8D1-F8F2208D385B}" dt="2025-11-16T02:08:54.190" v="3782" actId="20577"/>
          <ac:spMkLst>
            <pc:docMk/>
            <pc:sldMk cId="0" sldId="362"/>
            <ac:spMk id="10" creationId="{00000000-0000-0000-0000-000000000000}"/>
          </ac:spMkLst>
        </pc:spChg>
        <pc:spChg chg="mod">
          <ac:chgData name="Bryan Sun" userId="851caa7714272873" providerId="LiveId" clId="{1DF0C224-3A3E-55A6-A8D1-F8F2208D385B}" dt="2025-11-16T02:06:14.628" v="3656" actId="20577"/>
          <ac:spMkLst>
            <pc:docMk/>
            <pc:sldMk cId="0" sldId="362"/>
            <ac:spMk id="11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5-11-16T12:02:16.831" v="4212" actId="20577"/>
        <pc:sldMkLst>
          <pc:docMk/>
          <pc:sldMk cId="0" sldId="363"/>
        </pc:sldMkLst>
        <pc:spChg chg="mod">
          <ac:chgData name="Bryan Sun" userId="851caa7714272873" providerId="LiveId" clId="{1DF0C224-3A3E-55A6-A8D1-F8F2208D385B}" dt="2025-10-25T11:36:35.951" v="945" actId="2711"/>
          <ac:spMkLst>
            <pc:docMk/>
            <pc:sldMk cId="0" sldId="363"/>
            <ac:spMk id="3" creationId="{00000000-0000-0000-0000-000000000000}"/>
          </ac:spMkLst>
        </pc:spChg>
        <pc:spChg chg="mod">
          <ac:chgData name="Bryan Sun" userId="851caa7714272873" providerId="LiveId" clId="{1DF0C224-3A3E-55A6-A8D1-F8F2208D385B}" dt="2025-11-16T12:02:07.203" v="4207" actId="1076"/>
          <ac:spMkLst>
            <pc:docMk/>
            <pc:sldMk cId="0" sldId="363"/>
            <ac:spMk id="6" creationId="{00000000-0000-0000-0000-000000000000}"/>
          </ac:spMkLst>
        </pc:spChg>
        <pc:spChg chg="mod">
          <ac:chgData name="Bryan Sun" userId="851caa7714272873" providerId="LiveId" clId="{1DF0C224-3A3E-55A6-A8D1-F8F2208D385B}" dt="2025-10-25T11:36:39.761" v="946" actId="20577"/>
          <ac:spMkLst>
            <pc:docMk/>
            <pc:sldMk cId="0" sldId="363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5-10-25T11:38:24.719" v="1107" actId="20577"/>
          <ac:spMkLst>
            <pc:docMk/>
            <pc:sldMk cId="0" sldId="363"/>
            <ac:spMk id="9" creationId="{00000000-0000-0000-0000-000000000000}"/>
          </ac:spMkLst>
        </pc:spChg>
        <pc:spChg chg="mod">
          <ac:chgData name="Bryan Sun" userId="851caa7714272873" providerId="LiveId" clId="{1DF0C224-3A3E-55A6-A8D1-F8F2208D385B}" dt="2025-11-16T12:00:57.335" v="4140" actId="20577"/>
          <ac:spMkLst>
            <pc:docMk/>
            <pc:sldMk cId="0" sldId="363"/>
            <ac:spMk id="12" creationId="{00000000-0000-0000-0000-000000000000}"/>
          </ac:spMkLst>
        </pc:spChg>
        <pc:spChg chg="mod">
          <ac:chgData name="Bryan Sun" userId="851caa7714272873" providerId="LiveId" clId="{1DF0C224-3A3E-55A6-A8D1-F8F2208D385B}" dt="2025-11-16T12:02:16.831" v="4212" actId="20577"/>
          <ac:spMkLst>
            <pc:docMk/>
            <pc:sldMk cId="0" sldId="363"/>
            <ac:spMk id="13" creationId="{00000000-0000-0000-0000-000000000000}"/>
          </ac:spMkLst>
        </pc:spChg>
        <pc:spChg chg="mod">
          <ac:chgData name="Bryan Sun" userId="851caa7714272873" providerId="LiveId" clId="{1DF0C224-3A3E-55A6-A8D1-F8F2208D385B}" dt="2025-10-25T11:36:35.951" v="945" actId="2711"/>
          <ac:spMkLst>
            <pc:docMk/>
            <pc:sldMk cId="0" sldId="363"/>
            <ac:spMk id="1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811B5F-5A72-4726-AC3F-C438D330BC78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0F2C92-0232-4362-81DA-2203573C838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0F2C92-0232-4362-81DA-2203573C8389}" type="slidenum">
              <a:rPr lang="zh-CN" altLang="en-US" smtClean="0"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0F2C92-0232-4362-81DA-2203573C8389}" type="slidenum">
              <a:rPr lang="zh-CN" altLang="en-US" smtClean="0"/>
              <a:t>5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0F2C92-0232-4362-81DA-2203573C8389}" type="slidenum">
              <a:rPr lang="zh-CN" altLang="en-US" smtClean="0"/>
              <a:t>7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0F2C92-0232-4362-81DA-2203573C8389}" type="slidenum">
              <a:rPr lang="zh-CN" altLang="en-US" smtClean="0"/>
              <a:t>8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0F2C92-0232-4362-81DA-2203573C8389}" type="slidenum">
              <a:rPr lang="zh-CN" altLang="en-US" smtClean="0"/>
              <a:t>9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0F2C92-0232-4362-81DA-2203573C8389}" type="slidenum">
              <a:rPr lang="zh-CN" altLang="en-US" smtClean="0"/>
              <a:t>15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12192000" cy="6857999"/>
          </a:xfrm>
          <a:prstGeom prst="rect">
            <a:avLst/>
          </a:prstGeom>
          <a:noFill/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全景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 panose="020B0603020202020204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 panose="020B0603020202020204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图片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图片 52"/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8609" y="7541"/>
            <a:ext cx="10368800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8612" y="1486111"/>
            <a:ext cx="10368800" cy="51044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50" name="文本框 49"/>
          <p:cNvSpPr txBox="1"/>
          <p:nvPr userDrawn="1"/>
        </p:nvSpPr>
        <p:spPr>
          <a:xfrm>
            <a:off x="9212580" y="620649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高老师算法竞赛训练营</a:t>
            </a:r>
          </a:p>
        </p:txBody>
      </p:sp>
      <p:pic>
        <p:nvPicPr>
          <p:cNvPr id="51" name="图片 50"/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10812780" y="5361173"/>
            <a:ext cx="760094" cy="7659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" altLang="zh-CN" dirty="0"/>
              <a:t>NOIP </a:t>
            </a:r>
            <a:r>
              <a:rPr lang="en" altLang="en-US" dirty="0"/>
              <a:t>Language Basics (</a:t>
            </a:r>
            <a:r>
              <a:rPr lang="en-US" altLang="zh-CN" dirty="0"/>
              <a:t>1</a:t>
            </a:r>
            <a:r>
              <a:rPr lang="en" altLang="en-US" dirty="0"/>
              <a:t>2)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" altLang="en-US" dirty="0"/>
              <a:t>Structure</a:t>
            </a:r>
            <a:r>
              <a:rPr lang="en-US" altLang="zh-CN" dirty="0"/>
              <a:t>s</a:t>
            </a:r>
            <a:endParaRPr lang="e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9000000" y="6120000"/>
            <a:ext cx="270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14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Mr.</a:t>
            </a:r>
            <a:r>
              <a:rPr lang="en" altLang="en-US" sz="14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Gao's Algorithm </a:t>
            </a:r>
          </a:p>
          <a:p>
            <a:pPr algn="r"/>
            <a:r>
              <a:rPr lang="en" altLang="en-US" sz="14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Competition Training Camp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5361173"/>
            <a:ext cx="760094" cy="7659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文本框 5"/>
          <p:cNvSpPr txBox="1"/>
          <p:nvPr/>
        </p:nvSpPr>
        <p:spPr>
          <a:xfrm>
            <a:off x="2564130" y="6206490"/>
            <a:ext cx="38779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altLang="en-US" sz="1600" dirty="0">
                <a:latin typeface="+mj-ea"/>
                <a:ea typeface="+mj-ea"/>
              </a:rPr>
              <a:t>Note: Please turn off your microphone and camera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内容占位符 2"/>
          <p:cNvSpPr txBox="1"/>
          <p:nvPr/>
        </p:nvSpPr>
        <p:spPr>
          <a:xfrm>
            <a:off x="5951079" y="1348343"/>
            <a:ext cx="5862537" cy="55820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" altLang="zh-CN" sz="14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#include&lt;bits/</a:t>
            </a:r>
            <a:r>
              <a:rPr lang="en" altLang="zh-CN" sz="1400" dirty="0" err="1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stdc</a:t>
            </a:r>
            <a:r>
              <a:rPr lang="en" altLang="zh-CN" sz="14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++.h&gt;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" altLang="zh-CN" sz="14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using namespace std;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" altLang="zh-CN" sz="14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int main(){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zh-CN" altLang="en-US" sz="14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int l1,l2,l3,r1,r2,r3,t1,t2,t3,b1,b2,b3,ans=0;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" altLang="zh-CN" sz="14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zh-CN" sz="1400" dirty="0" err="1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cin</a:t>
            </a:r>
            <a:r>
              <a:rPr lang="en" altLang="zh-CN" sz="14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&gt;&gt;l1&gt;&gt;r1&gt;&gt;t1&gt;&gt;b1&gt;&gt;l2&gt;&gt;r2&gt;&gt;t2&gt;&gt;b2;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zh-CN" altLang="en-US" sz="14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</a:t>
            </a:r>
            <a:endParaRPr lang="en-US" altLang="zh-CN" sz="1400" dirty="0">
              <a:latin typeface="JetBrains Mono" panose="020B0509020102050004" pitchFamily="49" charset="77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zh-CN" sz="1400" dirty="0">
              <a:latin typeface="JetBrains Mono" panose="020B0509020102050004" pitchFamily="49" charset="77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zh-CN" altLang="en-US" sz="14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return 0;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" altLang="zh-CN" sz="14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9" name="矩形 8"/>
          <p:cNvSpPr/>
          <p:nvPr/>
        </p:nvSpPr>
        <p:spPr>
          <a:xfrm>
            <a:off x="5951079" y="3036543"/>
            <a:ext cx="3823562" cy="320877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ts val="1000"/>
              </a:spcBef>
              <a:buSzPct val="125000"/>
            </a:pP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l3=max(l1,l2);</a:t>
            </a:r>
          </a:p>
          <a:p>
            <a:pPr defTabSz="914400">
              <a:spcBef>
                <a:spcPts val="1000"/>
              </a:spcBef>
              <a:buSzPct val="125000"/>
            </a:pP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r3=min(r1,r2);</a:t>
            </a:r>
          </a:p>
          <a:p>
            <a:pPr defTabSz="914400">
              <a:spcBef>
                <a:spcPts val="1000"/>
              </a:spcBef>
              <a:buSzPct val="125000"/>
            </a:pP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t3=max(t1,t2);</a:t>
            </a:r>
          </a:p>
          <a:p>
            <a:pPr defTabSz="914400">
              <a:spcBef>
                <a:spcPts val="1000"/>
              </a:spcBef>
              <a:buSzPct val="125000"/>
            </a:pP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b3=min(b1,b2);</a:t>
            </a:r>
          </a:p>
          <a:p>
            <a:pPr defTabSz="914400">
              <a:spcBef>
                <a:spcPts val="1000"/>
              </a:spcBef>
              <a:buSzPct val="125000"/>
            </a:pP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a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ns=(r3-l3)*(b3-t3);</a:t>
            </a:r>
          </a:p>
          <a:p>
            <a:pPr defTabSz="914400">
              <a:spcBef>
                <a:spcPts val="1000"/>
              </a:spcBef>
              <a:buSzPct val="125000"/>
            </a:pP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zh-CN" sz="1400" dirty="0" err="1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cout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&lt;&lt;</a:t>
            </a:r>
            <a:r>
              <a:rPr lang="en" altLang="zh-CN" sz="1400" dirty="0" err="1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ans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&lt;&lt;</a:t>
            </a:r>
            <a:r>
              <a:rPr lang="en" altLang="zh-CN" sz="1400" dirty="0" err="1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endl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</a:p>
          <a:p>
            <a:pPr defTabSz="914400">
              <a:spcBef>
                <a:spcPts val="1000"/>
              </a:spcBef>
              <a:buSzPct val="125000"/>
            </a:pP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return 0</a:t>
            </a:r>
          </a:p>
          <a:p>
            <a:pPr defTabSz="914400">
              <a:spcBef>
                <a:spcPts val="1000"/>
              </a:spcBef>
              <a:buSzPct val="125000"/>
            </a:pP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}</a:t>
            </a:r>
            <a:endParaRPr lang="zh-CN" altLang="en-US" sz="1400" dirty="0">
              <a:solidFill>
                <a:schemeClr val="bg1"/>
              </a:solidFill>
              <a:latin typeface="JetBrains Mono" panose="020B0509020102050004" pitchFamily="49" charset="77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410397" y="2255455"/>
            <a:ext cx="2091446" cy="1371600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ptos Display" panose="020B0004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929969" y="2611618"/>
            <a:ext cx="1357009" cy="17412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ptos Display" panose="020B0004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6" name="文本框 23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Example </a:t>
            </a:r>
            <a:r>
              <a:rPr lang="en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– </a:t>
            </a:r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Overlap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ping</a:t>
            </a:r>
            <a:r>
              <a:rPr lang="zh-C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Windows</a:t>
            </a:r>
            <a:endParaRPr lang="en" altLang="en-US" sz="40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660225" y="4907685"/>
            <a:ext cx="3708735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The coordinates of the four vertices of the two windows are: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(l1,t1),(r1,t1),(l1,b1),(r1,b1)</a:t>
            </a:r>
          </a:p>
          <a:p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(l2,t2),(r2,t2),(l2,b2),(r2,b2)</a:t>
            </a:r>
          </a:p>
          <a:p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Find the area of the intersection</a:t>
            </a:r>
          </a:p>
        </p:txBody>
      </p:sp>
      <p:sp>
        <p:nvSpPr>
          <p:cNvPr id="2" name="矩形 1"/>
          <p:cNvSpPr/>
          <p:nvPr/>
        </p:nvSpPr>
        <p:spPr>
          <a:xfrm>
            <a:off x="416414" y="6100102"/>
            <a:ext cx="231499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" altLang="zh-CN" sz="1400" dirty="0">
                <a:solidFill>
                  <a:schemeClr val="bg1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l: left; r: right; t: top; b: bottom</a:t>
            </a:r>
            <a:endParaRPr lang="zh-CN" altLang="en-US" sz="1400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cxnSp>
        <p:nvCxnSpPr>
          <p:cNvPr id="5" name="直接箭头连接符 4"/>
          <p:cNvCxnSpPr/>
          <p:nvPr/>
        </p:nvCxnSpPr>
        <p:spPr>
          <a:xfrm flipV="1">
            <a:off x="650700" y="1687042"/>
            <a:ext cx="4245150" cy="99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/>
          <p:cNvCxnSpPr/>
          <p:nvPr/>
        </p:nvCxnSpPr>
        <p:spPr>
          <a:xfrm>
            <a:off x="656031" y="1688041"/>
            <a:ext cx="0" cy="310444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/>
          <p:cNvCxnSpPr/>
          <p:nvPr/>
        </p:nvCxnSpPr>
        <p:spPr>
          <a:xfrm flipV="1">
            <a:off x="1410397" y="1688041"/>
            <a:ext cx="0" cy="5674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 flipV="1">
            <a:off x="3501834" y="1687042"/>
            <a:ext cx="0" cy="5674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V="1">
            <a:off x="2934899" y="1687042"/>
            <a:ext cx="0" cy="9203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/>
        </p:nvCxnSpPr>
        <p:spPr>
          <a:xfrm flipV="1">
            <a:off x="4286978" y="1687042"/>
            <a:ext cx="0" cy="9203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直接连接符 26"/>
          <p:cNvCxnSpPr/>
          <p:nvPr/>
        </p:nvCxnSpPr>
        <p:spPr>
          <a:xfrm flipH="1">
            <a:off x="660225" y="2612328"/>
            <a:ext cx="2273628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 flipH="1">
            <a:off x="658460" y="4352886"/>
            <a:ext cx="2273628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 flipH="1">
            <a:off x="656031" y="2254456"/>
            <a:ext cx="754367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 flipH="1">
            <a:off x="656030" y="3626326"/>
            <a:ext cx="754367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7" name="文本框 36"/>
          <p:cNvSpPr txBox="1"/>
          <p:nvPr/>
        </p:nvSpPr>
        <p:spPr>
          <a:xfrm>
            <a:off x="1256633" y="1391798"/>
            <a:ext cx="322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just">
              <a:defRPr>
                <a:solidFill>
                  <a:srgbClr val="0070C0"/>
                </a:solidFill>
              </a:defRPr>
            </a:lvl1pPr>
          </a:lstStyle>
          <a:p>
            <a:r>
              <a:rPr lang="en" altLang="zh-CN" sz="1400" dirty="0">
                <a:latin typeface="Aptos Display" panose="020B0004020202020204" pitchFamily="34" charset="0"/>
                <a:cs typeface="Consolas" panose="020B0609020204030204" pitchFamily="49" charset="0"/>
              </a:rPr>
              <a:t>l1</a:t>
            </a:r>
            <a:endParaRPr lang="zh-CN" altLang="en-US" sz="1400" dirty="0">
              <a:latin typeface="Aptos Display" panose="020B0004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3331279" y="1388623"/>
            <a:ext cx="335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just">
              <a:defRPr>
                <a:solidFill>
                  <a:srgbClr val="0070C0"/>
                </a:solidFill>
              </a:defRPr>
            </a:lvl1pPr>
          </a:lstStyle>
          <a:p>
            <a:r>
              <a:rPr lang="en" altLang="zh-CN" sz="1400" dirty="0">
                <a:latin typeface="Aptos Display" panose="020B0004020202020204" pitchFamily="34" charset="0"/>
                <a:cs typeface="Consolas" panose="020B0609020204030204" pitchFamily="49" charset="0"/>
              </a:rPr>
              <a:t>r1</a:t>
            </a:r>
            <a:endParaRPr lang="zh-CN" altLang="en-US" sz="1400" dirty="0">
              <a:latin typeface="Aptos Display" panose="020B0004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2768086" y="1389235"/>
            <a:ext cx="322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just">
              <a:defRPr>
                <a:solidFill>
                  <a:srgbClr val="0070C0"/>
                </a:solidFill>
              </a:defRPr>
            </a:lvl1pPr>
          </a:lstStyle>
          <a:p>
            <a:r>
              <a:rPr lang="en" altLang="zh-CN" sz="14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l2</a:t>
            </a:r>
            <a:endParaRPr lang="zh-CN" altLang="en-US" sz="1400" dirty="0">
              <a:solidFill>
                <a:srgbClr val="FF0000"/>
              </a:solidFill>
              <a:latin typeface="Aptos Display" panose="020B0004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4119304" y="1388622"/>
            <a:ext cx="335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just">
              <a:defRPr>
                <a:solidFill>
                  <a:srgbClr val="0070C0"/>
                </a:solidFill>
              </a:defRPr>
            </a:lvl1pPr>
          </a:lstStyle>
          <a:p>
            <a:r>
              <a:rPr lang="en" altLang="zh-CN" sz="14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r2</a:t>
            </a:r>
            <a:endParaRPr lang="zh-CN" altLang="en-US" sz="1400" dirty="0">
              <a:solidFill>
                <a:srgbClr val="FF0000"/>
              </a:solidFill>
              <a:latin typeface="Aptos Display" panose="020B0004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322870" y="2102462"/>
            <a:ext cx="3337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just">
              <a:defRPr>
                <a:solidFill>
                  <a:srgbClr val="0070C0"/>
                </a:solidFill>
              </a:defRPr>
            </a:lvl1pPr>
          </a:lstStyle>
          <a:p>
            <a:r>
              <a:rPr lang="en" altLang="zh-CN" sz="1400" dirty="0">
                <a:latin typeface="Aptos Display" panose="020B0004020202020204" pitchFamily="34" charset="0"/>
                <a:cs typeface="Consolas" panose="020B0609020204030204" pitchFamily="49" charset="0"/>
              </a:rPr>
              <a:t>t1</a:t>
            </a:r>
            <a:endParaRPr lang="zh-CN" altLang="en-US" sz="1400" dirty="0">
              <a:latin typeface="Aptos Display" panose="020B0004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18005" y="2460167"/>
            <a:ext cx="3337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just">
              <a:defRPr>
                <a:solidFill>
                  <a:srgbClr val="0070C0"/>
                </a:solidFill>
              </a:defRPr>
            </a:lvl1pPr>
          </a:lstStyle>
          <a:p>
            <a:r>
              <a:rPr lang="en" altLang="zh-CN" sz="14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t2</a:t>
            </a:r>
            <a:endParaRPr lang="zh-CN" altLang="en-US" sz="1400" dirty="0">
              <a:solidFill>
                <a:srgbClr val="FF0000"/>
              </a:solidFill>
              <a:latin typeface="Aptos Display" panose="020B0004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293159" y="3479070"/>
            <a:ext cx="3834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" altLang="zh-CN" sz="1400" dirty="0">
                <a:solidFill>
                  <a:srgbClr val="0070C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b1</a:t>
            </a:r>
            <a:endParaRPr lang="zh-CN" altLang="en-US" sz="1400" dirty="0">
              <a:solidFill>
                <a:srgbClr val="0070C0"/>
              </a:solidFill>
              <a:latin typeface="Aptos Display" panose="020B0004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285761" y="4199377"/>
            <a:ext cx="3982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" altLang="zh-CN" sz="14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b2</a:t>
            </a:r>
            <a:endParaRPr lang="zh-CN" altLang="en-US" sz="1400" dirty="0">
              <a:solidFill>
                <a:srgbClr val="FF0000"/>
              </a:solidFill>
              <a:latin typeface="Aptos Display" panose="020B0004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455025" y="142123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just">
              <a:defRPr>
                <a:solidFill>
                  <a:srgbClr val="0070C0"/>
                </a:solidFill>
              </a:defRPr>
            </a:lvl1pPr>
          </a:lstStyle>
          <a:p>
            <a:r>
              <a:rPr lang="en" altLang="zh-CN" sz="1400" dirty="0">
                <a:solidFill>
                  <a:schemeClr val="bg1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0</a:t>
            </a:r>
            <a:endParaRPr lang="zh-CN" altLang="en-US" sz="1400" dirty="0">
              <a:solidFill>
                <a:schemeClr val="bg1"/>
              </a:solidFill>
              <a:latin typeface="Aptos Display" panose="020B0004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4779206" y="1388622"/>
            <a:ext cx="2632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just">
              <a:defRPr>
                <a:solidFill>
                  <a:srgbClr val="0070C0"/>
                </a:solidFill>
              </a:defRPr>
            </a:lvl1pPr>
          </a:lstStyle>
          <a:p>
            <a:r>
              <a:rPr lang="en" altLang="zh-CN" sz="1400" dirty="0">
                <a:solidFill>
                  <a:schemeClr val="bg1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x</a:t>
            </a:r>
            <a:endParaRPr lang="zh-CN" altLang="en-US" sz="1400" dirty="0">
              <a:solidFill>
                <a:schemeClr val="bg1"/>
              </a:solidFill>
              <a:latin typeface="Aptos Display" panose="020B0004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390046" y="4621432"/>
            <a:ext cx="2616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just">
              <a:defRPr>
                <a:solidFill>
                  <a:srgbClr val="0070C0"/>
                </a:solidFill>
              </a:defRPr>
            </a:lvl1pPr>
          </a:lstStyle>
          <a:p>
            <a:r>
              <a:rPr lang="en" altLang="zh-CN" sz="1400" dirty="0">
                <a:solidFill>
                  <a:schemeClr val="bg1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y</a:t>
            </a:r>
            <a:endParaRPr lang="zh-CN" altLang="en-US" sz="1400" dirty="0">
              <a:solidFill>
                <a:schemeClr val="bg1"/>
              </a:solidFill>
              <a:latin typeface="Aptos Display" panose="020B0004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5951079" y="4363432"/>
            <a:ext cx="3356207" cy="1758277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>
            <a:noAutofit/>
          </a:bodyPr>
          <a:lstStyle/>
          <a:p>
            <a:pPr defTabSz="914400">
              <a:spcBef>
                <a:spcPts val="1000"/>
              </a:spcBef>
              <a:buSzPct val="125000"/>
            </a:pP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if(l3&lt;r3&amp;&amp;t3&lt;b3)</a:t>
            </a:r>
          </a:p>
          <a:p>
            <a:pPr defTabSz="914400">
              <a:spcBef>
                <a:spcPts val="1000"/>
              </a:spcBef>
              <a:buSzPct val="125000"/>
            </a:pP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    </a:t>
            </a:r>
            <a:r>
              <a:rPr lang="en" altLang="zh-CN" sz="1400" dirty="0" err="1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ans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=(r3-l3)*(b3-t3);</a:t>
            </a:r>
          </a:p>
          <a:p>
            <a:pPr defTabSz="914400">
              <a:spcBef>
                <a:spcPts val="1000"/>
              </a:spcBef>
              <a:buSzPct val="125000"/>
            </a:pP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zh-CN" sz="1400" dirty="0" err="1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cout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&lt;&lt;</a:t>
            </a:r>
            <a:r>
              <a:rPr lang="en" altLang="zh-CN" sz="1400" dirty="0" err="1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ans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&lt;&lt;</a:t>
            </a:r>
            <a:r>
              <a:rPr lang="en" altLang="zh-CN" sz="1400" dirty="0" err="1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endl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</a:p>
          <a:p>
            <a:pPr defTabSz="914400">
              <a:spcBef>
                <a:spcPts val="1000"/>
              </a:spcBef>
              <a:buSzPct val="125000"/>
            </a:pP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return 0;</a:t>
            </a:r>
          </a:p>
          <a:p>
            <a:pPr defTabSz="914400">
              <a:spcBef>
                <a:spcPts val="1000"/>
              </a:spcBef>
              <a:buSzPct val="125000"/>
            </a:pP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}</a:t>
            </a:r>
            <a:endParaRPr lang="zh-CN" altLang="en-US" sz="1400" dirty="0">
              <a:solidFill>
                <a:schemeClr val="bg1"/>
              </a:solidFill>
              <a:latin typeface="JetBrains Mono" panose="020B0509020102050004" pitchFamily="49" charset="77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9086776" y="4469916"/>
            <a:ext cx="2939143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Must</a:t>
            </a:r>
            <a:r>
              <a:rPr lang="zh-C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consider</a:t>
            </a:r>
            <a:r>
              <a:rPr lang="zh-C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 case</a:t>
            </a:r>
            <a:r>
              <a:rPr lang="en-US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e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where windows do</a:t>
            </a:r>
            <a:r>
              <a:rPr lang="en-US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n’</a:t>
            </a:r>
            <a:r>
              <a:rPr lang="e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 overlap:</a:t>
            </a:r>
            <a:endParaRPr lang="en-US" altLang="zh-CN" sz="1400" dirty="0">
              <a:solidFill>
                <a:srgbClr val="FF00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r>
              <a:rPr lang="en-US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Only</a:t>
            </a:r>
            <a:r>
              <a:rPr lang="zh-C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calculate</a:t>
            </a:r>
            <a:r>
              <a:rPr lang="zh-C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area</a:t>
            </a:r>
            <a:r>
              <a:rPr lang="zh-C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when</a:t>
            </a:r>
            <a:r>
              <a:rPr lang="zh-C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there’s</a:t>
            </a:r>
            <a:r>
              <a:rPr lang="zh-C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overlap.</a:t>
            </a:r>
            <a:endParaRPr lang="en" altLang="en-US" sz="1400" dirty="0">
              <a:solidFill>
                <a:srgbClr val="FF00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9" grpId="0" animBg="1"/>
      <p:bldP spid="10" grpId="0" animBg="1"/>
      <p:bldP spid="2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78612" y="1203080"/>
            <a:ext cx="4012634" cy="21275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" altLang="zh-CN" sz="16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struct </a:t>
            </a:r>
            <a:r>
              <a:rPr lang="en" altLang="en-US" sz="1600" dirty="0" err="1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typename</a:t>
            </a:r>
            <a:r>
              <a:rPr lang="en" altLang="zh-CN" sz="16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" altLang="zh-CN" sz="16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-US" altLang="zh-CN" sz="16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t</a:t>
            </a:r>
            <a:r>
              <a:rPr lang="en" altLang="en-US" sz="16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ype</a:t>
            </a:r>
            <a:r>
              <a:rPr lang="en" altLang="zh-CN" sz="16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1 </a:t>
            </a:r>
            <a:r>
              <a:rPr lang="en" altLang="en-US" sz="16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member </a:t>
            </a:r>
            <a:r>
              <a:rPr lang="en" altLang="zh-CN" sz="16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1;</a:t>
            </a:r>
          </a:p>
          <a:p>
            <a:pPr marL="0" indent="0">
              <a:buNone/>
            </a:pPr>
            <a:r>
              <a:rPr lang="zh-CN" altLang="en-US" sz="16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en-US" sz="16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type</a:t>
            </a:r>
            <a:r>
              <a:rPr lang="en" altLang="zh-CN" sz="16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2 </a:t>
            </a:r>
            <a:r>
              <a:rPr lang="en" altLang="en-US" sz="16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member </a:t>
            </a:r>
            <a:r>
              <a:rPr lang="en" altLang="zh-CN" sz="16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2;</a:t>
            </a:r>
          </a:p>
          <a:p>
            <a:pPr marL="0" indent="0">
              <a:buNone/>
            </a:pPr>
            <a:r>
              <a:rPr lang="en" altLang="zh-CN" sz="16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…</a:t>
            </a:r>
          </a:p>
          <a:p>
            <a:pPr marL="0" indent="0">
              <a:buNone/>
            </a:pPr>
            <a:r>
              <a:rPr lang="en" altLang="zh-CN" sz="1600" dirty="0"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4" name="内容占位符 2"/>
          <p:cNvSpPr txBox="1"/>
          <p:nvPr/>
        </p:nvSpPr>
        <p:spPr>
          <a:xfrm>
            <a:off x="5196955" y="1201475"/>
            <a:ext cx="4012634" cy="174256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" altLang="zh-CN" sz="1600" dirty="0">
                <a:latin typeface="JetBrains Mono" panose="020B0509020102050004" pitchFamily="49" charset="77"/>
                <a:cs typeface="Consolas" panose="020B0609020204030204" pitchFamily="49" charset="0"/>
              </a:rPr>
              <a:t>struct </a:t>
            </a:r>
            <a:r>
              <a:rPr lang="en" altLang="zh-CN" sz="16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tScore</a:t>
            </a:r>
            <a:r>
              <a:rPr lang="en" altLang="zh-CN" sz="1600" dirty="0">
                <a:latin typeface="JetBrains Mono" panose="020B0509020102050004" pitchFamily="49" charset="77"/>
                <a:cs typeface="Consolas" panose="020B0609020204030204" pitchFamily="49" charset="0"/>
              </a:rPr>
              <a:t>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6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600" dirty="0">
                <a:latin typeface="JetBrains Mono" panose="020B0509020102050004" pitchFamily="49" charset="77"/>
                <a:cs typeface="Consolas" panose="020B0609020204030204" pitchFamily="49" charset="0"/>
              </a:rPr>
              <a:t>char name[25],no[25];</a:t>
            </a:r>
          </a:p>
          <a:p>
            <a:pPr marL="0" indent="0">
              <a:buNone/>
            </a:pPr>
            <a:r>
              <a:rPr lang="zh-CN" altLang="en-US" sz="16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600" dirty="0">
                <a:latin typeface="JetBrains Mono" panose="020B0509020102050004" pitchFamily="49" charset="77"/>
                <a:cs typeface="Consolas" panose="020B0609020204030204" pitchFamily="49" charset="0"/>
              </a:rPr>
              <a:t>double math,</a:t>
            </a:r>
            <a:r>
              <a:rPr lang="zh-CN" altLang="en-US" sz="16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6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english</a:t>
            </a:r>
            <a:r>
              <a:rPr lang="en-US" altLang="zh-CN" sz="1600" dirty="0">
                <a:latin typeface="JetBrains Mono" panose="020B0509020102050004" pitchFamily="49" charset="77"/>
                <a:cs typeface="Consolas" panose="020B0609020204030204" pitchFamily="49" charset="0"/>
              </a:rPr>
              <a:t>,</a:t>
            </a:r>
            <a:r>
              <a:rPr lang="zh-CN" altLang="en-US" sz="16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-US" altLang="zh-CN" sz="16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french</a:t>
            </a:r>
            <a:r>
              <a:rPr lang="en" altLang="zh-CN" sz="1600" dirty="0">
                <a:latin typeface="JetBrains Mono" panose="020B0509020102050004" pitchFamily="49" charset="77"/>
                <a:cs typeface="Consolas" panose="020B0609020204030204" pitchFamily="49" charset="0"/>
              </a:rPr>
              <a:t>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1600" dirty="0">
                <a:latin typeface="JetBrains Mono" panose="020B0509020102050004" pitchFamily="49" charset="77"/>
                <a:cs typeface="Consolas" panose="020B0609020204030204" pitchFamily="49" charset="0"/>
              </a:rPr>
              <a:t>};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zh-CN" sz="1600" dirty="0">
              <a:latin typeface="JetBrains Mono" panose="020B0509020102050004" pitchFamily="49" charset="77"/>
              <a:cs typeface="Consolas" panose="020B0609020204030204" pitchFamily="49" charset="0"/>
            </a:endParaRPr>
          </a:p>
        </p:txBody>
      </p:sp>
      <p:sp>
        <p:nvSpPr>
          <p:cNvPr id="7" name="文本框 23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Structure: Definition</a:t>
            </a:r>
          </a:p>
        </p:txBody>
      </p:sp>
      <p:sp>
        <p:nvSpPr>
          <p:cNvPr id="8" name="矩形 7"/>
          <p:cNvSpPr/>
          <p:nvPr/>
        </p:nvSpPr>
        <p:spPr>
          <a:xfrm>
            <a:off x="1103152" y="2944034"/>
            <a:ext cx="285924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" altLang="en-US" sz="16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Note the final semicolon</a:t>
            </a:r>
            <a:endParaRPr lang="zh-CN" altLang="en-US" sz="1600" dirty="0">
              <a:solidFill>
                <a:srgbClr val="FF0000"/>
              </a:solidFill>
              <a:latin typeface="Aptos Display" panose="020B0004020202020204" pitchFamily="34" charset="0"/>
            </a:endParaRPr>
          </a:p>
        </p:txBody>
      </p:sp>
      <p:sp>
        <p:nvSpPr>
          <p:cNvPr id="9" name="内容占位符 2"/>
          <p:cNvSpPr txBox="1"/>
          <p:nvPr/>
        </p:nvSpPr>
        <p:spPr>
          <a:xfrm>
            <a:off x="678610" y="3960048"/>
            <a:ext cx="4157550" cy="2262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struct </a:t>
            </a:r>
            <a:r>
              <a:rPr lang="en" altLang="zh-CN" sz="14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tScore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char name[25],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no[25];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double math,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e</a:t>
            </a:r>
            <a:r>
              <a:rPr lang="en" altLang="zh-CN" sz="14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nglish</a:t>
            </a:r>
            <a:r>
              <a:rPr lang="en-US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,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french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}</a:t>
            </a:r>
            <a:r>
              <a:rPr lang="en" altLang="zh-CN" sz="14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student1,</a:t>
            </a:r>
            <a:r>
              <a:rPr lang="zh-CN" altLang="en-US" sz="14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student2,</a:t>
            </a:r>
            <a:r>
              <a:rPr lang="zh-CN" altLang="en-US" sz="14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a[100]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10" name="矩形 9"/>
          <p:cNvSpPr/>
          <p:nvPr/>
        </p:nvSpPr>
        <p:spPr>
          <a:xfrm>
            <a:off x="683421" y="3594242"/>
            <a:ext cx="3790608" cy="3658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defTabSz="914400">
              <a:lnSpc>
                <a:spcPct val="120000"/>
              </a:lnSpc>
              <a:spcBef>
                <a:spcPts val="1000"/>
              </a:spcBef>
              <a:buSzPct val="125000"/>
            </a:pP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Define</a:t>
            </a:r>
            <a:r>
              <a:rPr lang="zh-C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variables</a:t>
            </a:r>
            <a:r>
              <a:rPr lang="zh-C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together</a:t>
            </a:r>
            <a:r>
              <a:rPr lang="zh-C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with</a:t>
            </a:r>
            <a:r>
              <a:rPr lang="zh-C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</a:t>
            </a:r>
            <a:r>
              <a:rPr lang="zh-C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Structs</a:t>
            </a:r>
            <a:endParaRPr lang="en" altLang="en-US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678609" y="5600145"/>
            <a:ext cx="4012637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" altLang="en-US" sz="16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When defining the struct</a:t>
            </a:r>
            <a:r>
              <a:rPr lang="en-US" altLang="zh-CN" sz="16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en" altLang="en-US" sz="16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</a:t>
            </a:r>
            <a:r>
              <a:rPr lang="en-US" altLang="zh-CN" sz="16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3</a:t>
            </a:r>
            <a:r>
              <a:rPr lang="en" altLang="en-US" sz="16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variables of type </a:t>
            </a:r>
            <a:r>
              <a:rPr lang="en" altLang="zh-CN" sz="1600" dirty="0" err="1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tScore</a:t>
            </a:r>
            <a:r>
              <a:rPr lang="en" altLang="zh-CN" sz="16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are defined.</a:t>
            </a:r>
          </a:p>
        </p:txBody>
      </p:sp>
      <p:sp>
        <p:nvSpPr>
          <p:cNvPr id="12" name="矩形 11"/>
          <p:cNvSpPr/>
          <p:nvPr/>
        </p:nvSpPr>
        <p:spPr>
          <a:xfrm>
            <a:off x="9209589" y="1343596"/>
            <a:ext cx="2630648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" altLang="zh-CN" sz="1400" dirty="0" err="1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tScore </a:t>
            </a:r>
            <a:r>
              <a:rPr lang="e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structure :</a:t>
            </a:r>
            <a:endParaRPr lang="en-US" altLang="zh-CN" sz="1400" dirty="0">
              <a:solidFill>
                <a:srgbClr val="FF00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r>
              <a:rPr lang="e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 </a:t>
            </a:r>
            <a:r>
              <a:rPr lang="en-US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2</a:t>
            </a:r>
            <a:r>
              <a:rPr lang="e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char arrays represent the name and student ID, the </a:t>
            </a:r>
            <a:r>
              <a:rPr lang="en-US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3</a:t>
            </a:r>
            <a:r>
              <a:rPr lang="e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double</a:t>
            </a:r>
            <a:r>
              <a:rPr lang="en-US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en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represent the scores of mathematics, English</a:t>
            </a:r>
            <a:r>
              <a:rPr lang="zh-C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and</a:t>
            </a:r>
            <a:r>
              <a:rPr lang="zh-C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French</a:t>
            </a:r>
            <a:r>
              <a:rPr lang="e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respectively.</a:t>
            </a:r>
          </a:p>
        </p:txBody>
      </p:sp>
      <p:sp>
        <p:nvSpPr>
          <p:cNvPr id="13" name="内容占位符 2"/>
          <p:cNvSpPr txBox="1"/>
          <p:nvPr/>
        </p:nvSpPr>
        <p:spPr>
          <a:xfrm>
            <a:off x="5196954" y="3960048"/>
            <a:ext cx="6116313" cy="2262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struct </a:t>
            </a:r>
            <a:r>
              <a:rPr lang="en" altLang="zh-CN" sz="14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tScore</a:t>
            </a:r>
            <a:r>
              <a:rPr lang="e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   char name[25],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no[25];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   double math,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chinese,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english;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r>
              <a:rPr lang="en" altLang="zh-CN" sz="14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tSocre student1,</a:t>
            </a:r>
            <a:r>
              <a:rPr lang="zh-CN" altLang="en-US" sz="14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student2,</a:t>
            </a:r>
            <a:r>
              <a:rPr lang="zh-CN" altLang="en-US" sz="14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a[100];</a:t>
            </a:r>
          </a:p>
        </p:txBody>
      </p:sp>
      <p:sp>
        <p:nvSpPr>
          <p:cNvPr id="14" name="矩形 13"/>
          <p:cNvSpPr/>
          <p:nvPr/>
        </p:nvSpPr>
        <p:spPr>
          <a:xfrm>
            <a:off x="5201765" y="3594242"/>
            <a:ext cx="3495921" cy="3658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defTabSz="914400">
              <a:lnSpc>
                <a:spcPct val="120000"/>
              </a:lnSpc>
              <a:spcBef>
                <a:spcPts val="1000"/>
              </a:spcBef>
              <a:buSzPct val="125000"/>
            </a:pP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D</a:t>
            </a:r>
            <a:r>
              <a:rPr lang="en" altLang="en-US" sz="16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efine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the struct first</a:t>
            </a: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</a:t>
            </a:r>
            <a:r>
              <a:rPr lang="zh-C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then the variable</a:t>
            </a: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endParaRPr lang="en" altLang="en-US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6084552" y="5191505"/>
            <a:ext cx="187141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Use</a:t>
            </a:r>
            <a:r>
              <a:rPr lang="zh-CN" altLang="en-US" sz="16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600" dirty="0" err="1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tScore</a:t>
            </a:r>
            <a:r>
              <a:rPr lang="en" altLang="zh-CN" sz="16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as</a:t>
            </a:r>
            <a:r>
              <a:rPr lang="zh-CN" altLang="en-US" sz="16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</a:t>
            </a:r>
            <a:r>
              <a:rPr lang="en" altLang="en-US" sz="16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type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678612" y="1486111"/>
            <a:ext cx="6208571" cy="1431485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" altLang="en-US" sz="2000" dirty="0" err="1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initiali</a:t>
            </a:r>
            <a:r>
              <a:rPr lang="en-US" altLang="zh-CN" sz="20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sing</a:t>
            </a:r>
          </a:p>
          <a:p>
            <a:pPr marL="557530" indent="-285750">
              <a:lnSpc>
                <a:spcPct val="100000"/>
              </a:lnSpc>
              <a:spcBef>
                <a:spcPts val="600"/>
              </a:spcBef>
            </a:pP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Use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curly braces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,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s</a:t>
            </a:r>
            <a:r>
              <a:rPr lang="en" altLang="en-US" sz="1600" dirty="0" err="1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imilar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to array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s</a:t>
            </a:r>
          </a:p>
          <a:p>
            <a:pPr marL="557530" indent="-285750">
              <a:lnSpc>
                <a:spcPct val="100000"/>
              </a:lnSpc>
              <a:spcBef>
                <a:spcPts val="600"/>
              </a:spcBef>
            </a:pP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Values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are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in the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same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order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of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the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variables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in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the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definition</a:t>
            </a:r>
          </a:p>
          <a:p>
            <a:pPr marL="557530" indent="-285750">
              <a:lnSpc>
                <a:spcPct val="100000"/>
              </a:lnSpc>
              <a:spcBef>
                <a:spcPts val="600"/>
              </a:spcBef>
            </a:pP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If </a:t>
            </a:r>
            <a:r>
              <a:rPr lang="en-US" altLang="zh-CN" sz="1600" dirty="0" err="1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initialisers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less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than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variables,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will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be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padded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by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0</a:t>
            </a:r>
            <a:endParaRPr lang="zh-CN" altLang="en-US" sz="1600" dirty="0">
              <a:latin typeface="Aptos Display" panose="020B0004020202020204" pitchFamily="34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  <a:p>
            <a:endParaRPr lang="zh-CN" altLang="en-US" sz="2000" dirty="0">
              <a:latin typeface="Aptos Display" panose="020B0004020202020204" pitchFamily="34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7" name="文本框 23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Structure: Use</a:t>
            </a:r>
          </a:p>
        </p:txBody>
      </p:sp>
      <p:sp>
        <p:nvSpPr>
          <p:cNvPr id="5" name="矩形 4"/>
          <p:cNvSpPr/>
          <p:nvPr/>
        </p:nvSpPr>
        <p:spPr>
          <a:xfrm>
            <a:off x="6677234" y="1655747"/>
            <a:ext cx="3741089" cy="307777"/>
          </a:xfrm>
          <a:prstGeom prst="rect">
            <a:avLst/>
          </a:prstGeom>
        </p:spPr>
        <p:txBody>
          <a:bodyPr wrap="none">
            <a:noAutofit/>
          </a:bodyPr>
          <a:lstStyle/>
          <a:p>
            <a:r>
              <a:rPr lang="en" altLang="zh-CN" sz="1400" dirty="0" err="1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tScore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student1={”</a:t>
            </a:r>
            <a:r>
              <a:rPr lang="en-US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Bob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","0012",95.5,93,98};</a:t>
            </a:r>
            <a:endParaRPr lang="zh-CN" altLang="en-US" sz="1400" dirty="0">
              <a:solidFill>
                <a:schemeClr val="bg1"/>
              </a:solidFill>
              <a:latin typeface="JetBrains Mono" panose="020B0509020102050004" pitchFamily="49" charset="77"/>
              <a:cs typeface="Consolas" panose="020B0609020204030204" pitchFamily="49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884316" y="3363919"/>
            <a:ext cx="4995406" cy="307777"/>
          </a:xfrm>
          <a:prstGeom prst="rect">
            <a:avLst/>
          </a:prstGeom>
        </p:spPr>
        <p:txBody>
          <a:bodyPr wrap="none">
            <a:noAutofit/>
          </a:bodyPr>
          <a:lstStyle/>
          <a:p>
            <a:r>
              <a:rPr lang="en" altLang="zh-CN" sz="1400" dirty="0" err="1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cout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&lt;&lt;student1.no&lt;&lt;" "&lt;&lt;student1.name&lt;&lt;" "&lt;&lt;student1.math;</a:t>
            </a:r>
            <a:endParaRPr lang="zh-CN" altLang="en-US" sz="1400" dirty="0">
              <a:solidFill>
                <a:schemeClr val="bg1"/>
              </a:solidFill>
              <a:latin typeface="JetBrains Mono" panose="020B0509020102050004" pitchFamily="49" charset="77"/>
              <a:cs typeface="Consolas" panose="020B0609020204030204" pitchFamily="49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884316" y="4214418"/>
            <a:ext cx="4835548" cy="2000291"/>
          </a:xfrm>
          <a:prstGeom prst="rect">
            <a:avLst/>
          </a:prstGeom>
        </p:spPr>
        <p:txBody>
          <a:bodyPr wrap="none">
            <a:noAutofit/>
          </a:bodyPr>
          <a:lstStyle/>
          <a:p>
            <a:pPr>
              <a:lnSpc>
                <a:spcPct val="150000"/>
              </a:lnSpc>
            </a:pP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int n;</a:t>
            </a:r>
          </a:p>
          <a:p>
            <a:pPr>
              <a:lnSpc>
                <a:spcPct val="150000"/>
              </a:lnSpc>
            </a:pPr>
            <a:r>
              <a:rPr lang="en" altLang="zh-CN" sz="1400" dirty="0" err="1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tScore 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a[100];</a:t>
            </a:r>
          </a:p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c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in</a:t>
            </a: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&gt;&gt;</a:t>
            </a: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n;</a:t>
            </a:r>
          </a:p>
          <a:p>
            <a:pPr>
              <a:lnSpc>
                <a:spcPct val="150000"/>
              </a:lnSpc>
            </a:pP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for(int </a:t>
            </a:r>
            <a:r>
              <a:rPr lang="en-US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i</a:t>
            </a: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n</a:t>
            </a: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-</a:t>
            </a: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1;</a:t>
            </a: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i</a:t>
            </a: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&gt;=</a:t>
            </a: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1;</a:t>
            </a: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--</a:t>
            </a:r>
            <a:r>
              <a:rPr lang="en" altLang="zh-CN" sz="1400" dirty="0" err="1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for(int j</a:t>
            </a: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0;</a:t>
            </a: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j</a:t>
            </a: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&lt;</a:t>
            </a: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 err="1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++j)</a:t>
            </a: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    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swap(a[j],</a:t>
            </a:r>
            <a:r>
              <a:rPr lang="zh-CN" altLang="en-US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a[j+1]);</a:t>
            </a:r>
            <a:endParaRPr lang="zh-CN" altLang="en-US" sz="1400" dirty="0">
              <a:solidFill>
                <a:schemeClr val="bg1"/>
              </a:solidFill>
              <a:latin typeface="JetBrains Mono" panose="020B0509020102050004" pitchFamily="49" charset="77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678609" y="3760154"/>
            <a:ext cx="5566548" cy="4542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</a:pP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Struct</a:t>
            </a:r>
            <a:r>
              <a:rPr lang="zh-C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variables</a:t>
            </a:r>
            <a:r>
              <a:rPr lang="zh-C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c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an be operated </a:t>
            </a: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as</a:t>
            </a:r>
            <a:r>
              <a:rPr lang="zh-C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a</a:t>
            </a:r>
            <a:r>
              <a:rPr lang="zh-C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whole</a:t>
            </a:r>
            <a:endParaRPr lang="en" altLang="en-US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678608" y="2917596"/>
            <a:ext cx="5838923" cy="3658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</a:pP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Access variables in a struct </a:t>
            </a: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with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the dot operator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2"/>
          <p:cNvSpPr txBox="1"/>
          <p:nvPr/>
        </p:nvSpPr>
        <p:spPr>
          <a:xfrm>
            <a:off x="233464" y="1193295"/>
            <a:ext cx="5862535" cy="5582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#include&lt;bits/</a:t>
            </a:r>
            <a:r>
              <a:rPr lang="en" altLang="zh-CN" sz="14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stdc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++.h&gt;</a:t>
            </a:r>
          </a:p>
          <a:p>
            <a:pPr marL="0" indent="0">
              <a:buNone/>
            </a:pP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using namespace std;</a:t>
            </a:r>
          </a:p>
          <a:p>
            <a:pPr marL="0" indent="0">
              <a:buNone/>
            </a:pP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struct win{</a:t>
            </a:r>
          </a:p>
          <a:p>
            <a:pPr marL="0" indent="0">
              <a:buNone/>
            </a:pP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// l: left; r: right; t: top; b: bottom</a:t>
            </a:r>
          </a:p>
          <a:p>
            <a:pPr marL="0" indent="0">
              <a:buNone/>
            </a:pP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int l,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r,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t,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b;</a:t>
            </a:r>
          </a:p>
          <a:p>
            <a:pPr marL="0" indent="0">
              <a:buNone/>
            </a:pP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win w1,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w2,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w3;</a:t>
            </a:r>
          </a:p>
          <a:p>
            <a:pPr marL="0" indent="0">
              <a:buNone/>
            </a:pP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void read(win&amp; w){</a:t>
            </a:r>
          </a:p>
          <a:p>
            <a:pPr marL="0" indent="0">
              <a:buNone/>
            </a:pP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4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cin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&gt;&gt;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w</a:t>
            </a:r>
            <a:r>
              <a:rPr lang="en-US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.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l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&gt;&gt;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w</a:t>
            </a:r>
            <a:r>
              <a:rPr lang="en-US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.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r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&gt;&gt;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w</a:t>
            </a:r>
            <a:r>
              <a:rPr lang="en-US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.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t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&gt;&gt;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w</a:t>
            </a:r>
            <a:r>
              <a:rPr lang="en-US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.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b;</a:t>
            </a:r>
          </a:p>
          <a:p>
            <a:pPr marL="0" indent="0">
              <a:buNone/>
            </a:pP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内容占位符 2"/>
          <p:cNvSpPr txBox="1"/>
          <p:nvPr/>
        </p:nvSpPr>
        <p:spPr>
          <a:xfrm>
            <a:off x="6095999" y="1185171"/>
            <a:ext cx="5862537" cy="5582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int main(){</a:t>
            </a:r>
          </a:p>
          <a:p>
            <a:pPr marL="0" indent="0">
              <a:buNone/>
            </a:pP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int </a:t>
            </a:r>
            <a:r>
              <a:rPr lang="en" altLang="zh-CN" sz="14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ans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0;</a:t>
            </a:r>
          </a:p>
          <a:p>
            <a:pPr marL="0" indent="0">
              <a:buNone/>
            </a:pP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read(w1);</a:t>
            </a:r>
          </a:p>
          <a:p>
            <a:pPr marL="0" indent="0">
              <a:buNone/>
            </a:pP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read(w2);</a:t>
            </a:r>
          </a:p>
          <a:p>
            <a:pPr marL="0" indent="0">
              <a:buNone/>
            </a:pP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w3.l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max(w1.l,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w2.l);</a:t>
            </a:r>
          </a:p>
          <a:p>
            <a:pPr marL="0" indent="0">
              <a:buNone/>
            </a:pP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w3.r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min(w1.r,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w2.r);</a:t>
            </a:r>
          </a:p>
          <a:p>
            <a:pPr marL="0" indent="0">
              <a:buNone/>
            </a:pP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w3.t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max(w1.t,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w2.t);</a:t>
            </a:r>
          </a:p>
          <a:p>
            <a:pPr marL="0" indent="0">
              <a:buNone/>
            </a:pP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w3.b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min(w1.b,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w2.b);</a:t>
            </a:r>
          </a:p>
          <a:p>
            <a:pPr marL="0" indent="0">
              <a:buNone/>
            </a:pP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if(w3.l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&lt;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w3.r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&amp;&amp;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w3.t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&lt;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w3.b)</a:t>
            </a:r>
          </a:p>
          <a:p>
            <a:pPr marL="0" indent="0">
              <a:buNone/>
            </a:pP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       </a:t>
            </a:r>
            <a:r>
              <a:rPr lang="en" altLang="zh-CN" sz="14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ans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(w3.r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-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w3.l)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*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(w3.b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-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w3.t);</a:t>
            </a:r>
          </a:p>
          <a:p>
            <a:pPr marL="0" indent="0">
              <a:buNone/>
            </a:pP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4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cout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&lt;&lt;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an</a:t>
            </a:r>
            <a:r>
              <a:rPr lang="en-US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s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&lt;&lt;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endl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return 0;</a:t>
            </a:r>
          </a:p>
          <a:p>
            <a:pPr marL="0" indent="0">
              <a:buNone/>
            </a:pP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文本框 23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Example </a:t>
            </a:r>
            <a:r>
              <a:rPr lang="en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- </a:t>
            </a:r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Overlap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ping</a:t>
            </a:r>
            <a:r>
              <a:rPr lang="zh-C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Windows</a:t>
            </a:r>
            <a:endParaRPr lang="en" altLang="en-US" sz="40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651003" y="3150846"/>
            <a:ext cx="5439162" cy="294187"/>
          </a:xfrm>
          <a:prstGeom prst="rect">
            <a:avLst/>
          </a:prstGeom>
        </p:spPr>
        <p:txBody>
          <a:bodyPr wrap="none">
            <a:noAutofit/>
          </a:bodyPr>
          <a:lstStyle/>
          <a:p>
            <a:r>
              <a:rPr lang="e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Define struct </a:t>
            </a:r>
            <a:r>
              <a:rPr lang="en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win </a:t>
            </a:r>
            <a:r>
              <a:rPr lang="e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</a:t>
            </a:r>
            <a:r>
              <a:rPr lang="en-US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with</a:t>
            </a:r>
            <a:r>
              <a:rPr lang="zh-C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4 int </a:t>
            </a:r>
            <a:r>
              <a:rPr lang="e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type </a:t>
            </a:r>
            <a:r>
              <a:rPr lang="en-US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members</a:t>
            </a:r>
            <a:r>
              <a:rPr lang="e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</a:t>
            </a:r>
            <a:r>
              <a:rPr lang="en-US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which</a:t>
            </a:r>
            <a:r>
              <a:rPr lang="zh-C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are</a:t>
            </a:r>
            <a:r>
              <a:rPr lang="zh-C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coordinates</a:t>
            </a:r>
            <a:endParaRPr lang="en" altLang="en-US" sz="1400" dirty="0">
              <a:solidFill>
                <a:srgbClr val="FF00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2044326" y="3417109"/>
            <a:ext cx="4219961" cy="73866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Define </a:t>
            </a:r>
            <a:r>
              <a:rPr lang="en-US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3</a:t>
            </a:r>
            <a:r>
              <a:rPr lang="en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win</a:t>
            </a:r>
            <a:r>
              <a:rPr lang="zh-C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type</a:t>
            </a:r>
            <a:r>
              <a:rPr lang="zh-C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variables , representing </a:t>
            </a:r>
            <a:r>
              <a:rPr lang="e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 </a:t>
            </a:r>
            <a:r>
              <a:rPr lang="en-US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2</a:t>
            </a:r>
            <a:r>
              <a:rPr lang="e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input windows and the overlapping rectangle respectively</a:t>
            </a:r>
          </a:p>
        </p:txBody>
      </p:sp>
      <p:sp>
        <p:nvSpPr>
          <p:cNvPr id="10" name="矩形 9"/>
          <p:cNvSpPr/>
          <p:nvPr/>
        </p:nvSpPr>
        <p:spPr>
          <a:xfrm>
            <a:off x="651003" y="4663920"/>
            <a:ext cx="4219961" cy="73866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Argument is passed </a:t>
            </a:r>
            <a:r>
              <a:rPr lang="e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by-reference, so the value of the argument is changed after reading the variable with </a:t>
            </a:r>
            <a:r>
              <a:rPr lang="en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cin.</a:t>
            </a:r>
          </a:p>
        </p:txBody>
      </p:sp>
      <p:sp>
        <p:nvSpPr>
          <p:cNvPr id="11" name="矩形 10"/>
          <p:cNvSpPr/>
          <p:nvPr/>
        </p:nvSpPr>
        <p:spPr>
          <a:xfrm>
            <a:off x="9698976" y="2928608"/>
            <a:ext cx="2265394" cy="73866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Accessing member</a:t>
            </a:r>
            <a:r>
              <a:rPr lang="en-US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e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in a struct</a:t>
            </a:r>
            <a:r>
              <a:rPr lang="zh-C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using the dot operator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9310983" y="1989285"/>
            <a:ext cx="2412931" cy="357714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With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multiple arrays represent</a:t>
            </a:r>
            <a:r>
              <a:rPr lang="en-US" altLang="zh-CN" sz="1600" dirty="0" err="1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ing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a complex set of data (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e.g.,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grades in multiple subjects),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when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sorting them,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swap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records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require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swapping each array separately.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With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structures to represent such complex data has obvious advantages.</a:t>
            </a:r>
            <a:endParaRPr lang="en-US" altLang="zh-CN" sz="1600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271780" indent="0">
              <a:buNone/>
            </a:pPr>
            <a:endParaRPr lang="en-US" altLang="zh-CN" sz="1600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7" name="文本框 23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Example </a:t>
            </a:r>
            <a:r>
              <a:rPr lang="en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- </a:t>
            </a:r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Score Ranking</a:t>
            </a:r>
          </a:p>
        </p:txBody>
      </p:sp>
      <p:sp>
        <p:nvSpPr>
          <p:cNvPr id="9" name="内容占位符 5"/>
          <p:cNvSpPr txBox="1"/>
          <p:nvPr/>
        </p:nvSpPr>
        <p:spPr>
          <a:xfrm>
            <a:off x="330270" y="1279283"/>
            <a:ext cx="10634658" cy="4401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Input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the scores of </a:t>
            </a:r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n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students. 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Sort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them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so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that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higher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scores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are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ranked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first;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if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score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same,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one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entered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first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is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ranked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first</a:t>
            </a:r>
          </a:p>
        </p:txBody>
      </p:sp>
      <p:sp>
        <p:nvSpPr>
          <p:cNvPr id="12" name="矩形 11"/>
          <p:cNvSpPr/>
          <p:nvPr/>
        </p:nvSpPr>
        <p:spPr>
          <a:xfrm>
            <a:off x="328183" y="1719455"/>
            <a:ext cx="4605816" cy="52014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>
                <a:solidFill>
                  <a:srgbClr val="80808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int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main(){</a:t>
            </a:r>
            <a:endParaRPr lang="en-US" altLang="zh-CN" sz="1200" dirty="0">
              <a:solidFill>
                <a:srgbClr val="808080"/>
              </a:solidFill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>
                <a:solidFill>
                  <a:srgbClr val="80808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   int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n,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s[310],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id[310],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,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j;</a:t>
            </a:r>
            <a:endParaRPr lang="zh-CN" altLang="zh-CN" sz="12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2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cin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&gt;&gt;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n;</a:t>
            </a:r>
            <a:endParaRPr lang="zh-CN" altLang="zh-CN" sz="12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   for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(</a:t>
            </a:r>
            <a:r>
              <a:rPr lang="en-US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0;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&lt;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n;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-US" altLang="zh-CN" sz="12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++){</a:t>
            </a:r>
            <a:endParaRPr lang="zh-CN" altLang="zh-CN" sz="12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       </a:t>
            </a:r>
            <a:r>
              <a:rPr lang="en" altLang="zh-CN" sz="12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cin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&gt;&gt;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s[i];</a:t>
            </a:r>
            <a:endParaRPr lang="en-US" altLang="zh-CN" sz="1200" dirty="0">
              <a:solidFill>
                <a:srgbClr val="000000"/>
              </a:solidFill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      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id[</a:t>
            </a:r>
            <a:r>
              <a:rPr lang="en" altLang="zh-CN" sz="12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]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= </a:t>
            </a:r>
            <a:r>
              <a:rPr lang="en" altLang="zh-CN" sz="12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;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}</a:t>
            </a:r>
          </a:p>
          <a:p>
            <a:pPr>
              <a:lnSpc>
                <a:spcPct val="150000"/>
              </a:lnSpc>
              <a:buNone/>
            </a:pPr>
            <a:r>
              <a:rPr lang="en" altLang="zh-CN" sz="12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   for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(</a:t>
            </a:r>
            <a:r>
              <a:rPr lang="en" altLang="zh-CN" sz="1200" dirty="0">
                <a:solidFill>
                  <a:srgbClr val="80808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int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 err="1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i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=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n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-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1;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i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&gt;=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1;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--</a:t>
            </a:r>
            <a:r>
              <a:rPr lang="en" altLang="zh-CN" sz="1200" dirty="0" err="1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i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)</a:t>
            </a:r>
          </a:p>
          <a:p>
            <a:pPr>
              <a:lnSpc>
                <a:spcPct val="150000"/>
              </a:lnSpc>
              <a:buNone/>
            </a:pP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    </a:t>
            </a:r>
            <a:r>
              <a:rPr lang="en" altLang="zh-CN" sz="12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for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(</a:t>
            </a:r>
            <a:r>
              <a:rPr lang="en" altLang="zh-CN" sz="1200" dirty="0">
                <a:solidFill>
                  <a:srgbClr val="80808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int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j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=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0;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j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&lt;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 err="1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i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++j){</a:t>
            </a:r>
          </a:p>
          <a:p>
            <a:pPr>
              <a:lnSpc>
                <a:spcPct val="150000"/>
              </a:lnSpc>
              <a:buNone/>
            </a:pP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        </a:t>
            </a:r>
            <a:r>
              <a:rPr lang="en" altLang="zh-CN" sz="1200" dirty="0">
                <a:solidFill>
                  <a:srgbClr val="80808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bool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f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=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false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</a:p>
          <a:p>
            <a:pPr>
              <a:lnSpc>
                <a:spcPct val="150000"/>
              </a:lnSpc>
              <a:buNone/>
            </a:pP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        </a:t>
            </a:r>
            <a:r>
              <a:rPr lang="en" altLang="zh-CN" sz="12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if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(s[j]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!=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s[j+1])</a:t>
            </a:r>
          </a:p>
          <a:p>
            <a:pPr>
              <a:lnSpc>
                <a:spcPct val="15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           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f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=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(s[j]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&lt;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s[j+1]);</a:t>
            </a:r>
          </a:p>
          <a:p>
            <a:pPr>
              <a:lnSpc>
                <a:spcPct val="150000"/>
              </a:lnSpc>
              <a:buNone/>
            </a:pP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        </a:t>
            </a:r>
            <a:r>
              <a:rPr lang="en" altLang="zh-CN" sz="12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else</a:t>
            </a:r>
            <a:endParaRPr lang="en-US" altLang="zh-CN" sz="1200" dirty="0">
              <a:solidFill>
                <a:schemeClr val="bg1"/>
              </a:solidFill>
              <a:latin typeface="JetBrains Mono" panose="020B0509020102050004" pitchFamily="49" charset="77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           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f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=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id[j]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&gt;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id[j+1];</a:t>
            </a:r>
          </a:p>
          <a:p>
            <a:pPr>
              <a:lnSpc>
                <a:spcPct val="150000"/>
              </a:lnSpc>
              <a:buNone/>
            </a:pP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        </a:t>
            </a:r>
            <a:r>
              <a:rPr lang="en" altLang="zh-CN" sz="12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if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(f){</a:t>
            </a:r>
          </a:p>
          <a:p>
            <a:pPr>
              <a:lnSpc>
                <a:spcPct val="15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           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swap(s[j],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s[j+1]);</a:t>
            </a:r>
          </a:p>
          <a:p>
            <a:pPr>
              <a:lnSpc>
                <a:spcPct val="15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           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swap(id[j],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id[j+1]);</a:t>
            </a:r>
          </a:p>
          <a:p>
            <a:pPr>
              <a:lnSpc>
                <a:spcPct val="15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       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}</a:t>
            </a:r>
          </a:p>
          <a:p>
            <a:pPr>
              <a:lnSpc>
                <a:spcPct val="15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   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}</a:t>
            </a:r>
          </a:p>
          <a:p>
            <a:pPr>
              <a:lnSpc>
                <a:spcPct val="150000"/>
              </a:lnSpc>
              <a:buNone/>
            </a:pP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zh-CN" sz="12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return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0;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矩形 2"/>
          <p:cNvSpPr/>
          <p:nvPr/>
        </p:nvSpPr>
        <p:spPr>
          <a:xfrm>
            <a:off x="3017188" y="2585649"/>
            <a:ext cx="15561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" altLang="en-US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Multiple arrays</a:t>
            </a:r>
            <a:endParaRPr lang="zh-CN" altLang="en-US" dirty="0">
              <a:solidFill>
                <a:srgbClr val="FF0000"/>
              </a:solidFill>
              <a:latin typeface="Aptos Display" panose="020B0004020202020204" pitchFamily="34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4989355" y="1719455"/>
            <a:ext cx="4518539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>
                <a:solidFill>
                  <a:srgbClr val="80808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struct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score{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int tot,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id;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}s[310];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>
                <a:solidFill>
                  <a:srgbClr val="80808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int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n,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-US" altLang="zh-CN" sz="12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,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j;</a:t>
            </a:r>
            <a:endParaRPr lang="en-US" altLang="zh-CN" sz="1200" dirty="0">
              <a:solidFill>
                <a:srgbClr val="000000"/>
              </a:solidFill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>
                <a:solidFill>
                  <a:srgbClr val="80808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int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main(){</a:t>
            </a:r>
            <a:endParaRPr lang="zh-CN" altLang="zh-CN" sz="12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2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cin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&gt;&gt;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n;</a:t>
            </a:r>
            <a:endParaRPr lang="zh-CN" altLang="zh-CN" sz="12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   for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(</a:t>
            </a:r>
            <a:r>
              <a:rPr lang="en-US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0;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&lt;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n;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++){</a:t>
            </a:r>
            <a:endParaRPr lang="zh-CN" altLang="zh-CN" sz="12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       </a:t>
            </a:r>
            <a:r>
              <a:rPr lang="en" altLang="zh-CN" sz="12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cin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&gt;&gt;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s[</a:t>
            </a:r>
            <a:r>
              <a:rPr lang="en" altLang="zh-CN" sz="12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].tot;</a:t>
            </a:r>
            <a:endParaRPr lang="en-US" altLang="zh-CN" sz="1200" dirty="0">
              <a:solidFill>
                <a:srgbClr val="000000"/>
              </a:solidFill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      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s[</a:t>
            </a:r>
            <a:r>
              <a:rPr lang="en" altLang="zh-CN" sz="12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].id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;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}</a:t>
            </a:r>
          </a:p>
          <a:p>
            <a:pPr>
              <a:lnSpc>
                <a:spcPct val="150000"/>
              </a:lnSpc>
              <a:buNone/>
            </a:pPr>
            <a:r>
              <a:rPr lang="en" altLang="zh-CN" sz="12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   for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(</a:t>
            </a:r>
            <a:r>
              <a:rPr lang="en" altLang="zh-CN" sz="1200" dirty="0">
                <a:solidFill>
                  <a:srgbClr val="80808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int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i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=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n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-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1;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i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&gt;=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1;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--</a:t>
            </a:r>
            <a:r>
              <a:rPr lang="en" altLang="zh-CN" sz="1200" dirty="0" err="1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i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)</a:t>
            </a:r>
          </a:p>
          <a:p>
            <a:pPr>
              <a:lnSpc>
                <a:spcPct val="150000"/>
              </a:lnSpc>
              <a:buNone/>
            </a:pP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    </a:t>
            </a:r>
            <a:r>
              <a:rPr lang="en" altLang="zh-CN" sz="12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for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(</a:t>
            </a:r>
            <a:r>
              <a:rPr lang="en" altLang="zh-CN" sz="1200" dirty="0">
                <a:solidFill>
                  <a:srgbClr val="80808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int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j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=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0;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j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&lt;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 err="1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i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++j){</a:t>
            </a:r>
          </a:p>
          <a:p>
            <a:pPr>
              <a:lnSpc>
                <a:spcPct val="150000"/>
              </a:lnSpc>
              <a:buNone/>
            </a:pP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        </a:t>
            </a:r>
            <a:r>
              <a:rPr lang="en" altLang="zh-CN" sz="1200" dirty="0">
                <a:solidFill>
                  <a:srgbClr val="80808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bool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f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=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false;</a:t>
            </a:r>
          </a:p>
          <a:p>
            <a:pPr>
              <a:lnSpc>
                <a:spcPct val="150000"/>
              </a:lnSpc>
              <a:buNone/>
            </a:pP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        </a:t>
            </a:r>
            <a:r>
              <a:rPr lang="en" altLang="zh-CN" sz="12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if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(s[j].tot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!=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s[j+1].tot)</a:t>
            </a:r>
          </a:p>
          <a:p>
            <a:pPr>
              <a:lnSpc>
                <a:spcPct val="15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           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f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=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(s[j].tot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&lt;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s[j+1].tot);</a:t>
            </a:r>
          </a:p>
          <a:p>
            <a:pPr>
              <a:lnSpc>
                <a:spcPct val="150000"/>
              </a:lnSpc>
              <a:buNone/>
            </a:pP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        </a:t>
            </a:r>
            <a:r>
              <a:rPr lang="en" altLang="zh-CN" sz="12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else</a:t>
            </a:r>
            <a:endParaRPr lang="en-US" altLang="zh-CN" sz="1200" dirty="0">
              <a:solidFill>
                <a:schemeClr val="bg1"/>
              </a:solidFill>
              <a:latin typeface="JetBrains Mono" panose="020B0509020102050004" pitchFamily="49" charset="77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           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f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=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s[j].id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&gt;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s[j+1].id;</a:t>
            </a:r>
          </a:p>
          <a:p>
            <a:pPr>
              <a:lnSpc>
                <a:spcPct val="150000"/>
              </a:lnSpc>
              <a:buNone/>
            </a:pP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        </a:t>
            </a:r>
            <a:r>
              <a:rPr lang="en" altLang="zh-CN" sz="12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if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(f)</a:t>
            </a:r>
          </a:p>
          <a:p>
            <a:pPr>
              <a:lnSpc>
                <a:spcPct val="15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           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swap(s[j],</a:t>
            </a: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s[j+1]);</a:t>
            </a:r>
          </a:p>
          <a:p>
            <a:pPr>
              <a:lnSpc>
                <a:spcPct val="15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   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}</a:t>
            </a:r>
          </a:p>
          <a:p>
            <a:pPr>
              <a:lnSpc>
                <a:spcPct val="150000"/>
              </a:lnSpc>
              <a:buNone/>
            </a:pP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zh-CN" sz="12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return </a:t>
            </a:r>
            <a:r>
              <a:rPr lang="en" altLang="zh-CN" sz="1200" dirty="0">
                <a:solidFill>
                  <a:schemeClr val="bg1"/>
                </a:solidFill>
                <a:latin typeface="JetBrains Mono" panose="020B0509020102050004" pitchFamily="49" charset="77"/>
                <a:ea typeface="微软雅黑" panose="020B0503020204020204" pitchFamily="34" charset="-122"/>
                <a:cs typeface="Consolas" panose="020B0609020204030204" pitchFamily="49" charset="0"/>
              </a:rPr>
              <a:t>0;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4" name="矩形 13"/>
          <p:cNvSpPr/>
          <p:nvPr/>
        </p:nvSpPr>
        <p:spPr>
          <a:xfrm>
            <a:off x="7088446" y="2429456"/>
            <a:ext cx="10553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" altLang="en-US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Structure</a:t>
            </a:r>
            <a:endParaRPr lang="zh-CN" altLang="en-US" dirty="0">
              <a:solidFill>
                <a:srgbClr val="FF0000"/>
              </a:solidFill>
              <a:latin typeface="Aptos Display" panose="020B00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6" grpId="1" build="p"/>
      <p:bldP spid="12" grpId="0"/>
      <p:bldP spid="12" grpId="1"/>
      <p:bldP spid="3" grpId="0"/>
      <p:bldP spid="3" grpId="1"/>
      <p:bldP spid="13" grpId="0"/>
      <p:bldP spid="13" grpId="1"/>
      <p:bldP spid="14" grpId="0"/>
      <p:bldP spid="14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内容占位符 5"/>
          <p:cNvSpPr>
            <a:spLocks noGrp="1"/>
          </p:cNvSpPr>
          <p:nvPr>
            <p:ph idx="1"/>
          </p:nvPr>
        </p:nvSpPr>
        <p:spPr>
          <a:xfrm>
            <a:off x="678612" y="1486111"/>
            <a:ext cx="10368800" cy="510447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altLang="zh-CN" sz="1600" b="1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Problem</a:t>
            </a:r>
            <a:endParaRPr lang="en" altLang="en-US" sz="1600" b="1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 primary school recently received a grant and plans to use a portion of the funds to provide scholarships to the top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5</a:t>
            </a:r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students. At the end of the semester, each student will be grade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d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in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3</a:t>
            </a:r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subjects </a:t>
            </a:r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: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English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Math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and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French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. Students will be sorted by total score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descending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order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.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case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of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same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total score,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students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will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be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sorted by their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English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scores. 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English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scores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being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same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one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with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smaller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student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ID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will be ranked first. This way, each student's ranking is uniquely determined.</a:t>
            </a:r>
          </a:p>
          <a:p>
            <a:pPr marL="0" indent="0">
              <a:buNone/>
            </a:pP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Task: First calculate total score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based on the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3</a:t>
            </a:r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subject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scores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then sort according to the above rules, and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then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end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output the student IDs and total scores of the top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5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students. Note that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scholarship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given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to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each of the top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5</a:t>
            </a:r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students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are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different scholarship, so you must strictly follow the above rules.</a:t>
            </a:r>
            <a:endParaRPr lang="en-US" altLang="zh-CN" sz="1600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zh-CN" sz="1600" b="1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Input</a:t>
            </a:r>
            <a:endParaRPr lang="zh-CN" altLang="en-US" sz="1600" b="1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n+1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lines </a:t>
            </a:r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: the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1st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line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contains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a positive integer </a:t>
            </a:r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n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which </a:t>
            </a:r>
            <a:r>
              <a:rPr lang="en-US" altLang="zh-CN" sz="1600" dirty="0" err="1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 the number of students.</a:t>
            </a:r>
          </a:p>
          <a:p>
            <a:pPr marL="0" indent="0">
              <a:buNone/>
            </a:pP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Lines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2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to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n+1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each contain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3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numbers</a:t>
            </a:r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separated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by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spaces,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each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between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0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and </a:t>
            </a:r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100. The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3</a:t>
            </a:r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numbers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 line </a:t>
            </a:r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j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represent the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English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Math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and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French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scores of student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with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ID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j-1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. Each student‘s ID is numbered </a:t>
            </a:r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1 through n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input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order</a:t>
            </a:r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(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line</a:t>
            </a:r>
            <a:r>
              <a:rPr lang="zh-C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number of the input data minus </a:t>
            </a:r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1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).</a:t>
            </a:r>
          </a:p>
          <a:p>
            <a:pPr marL="0" indent="0">
              <a:buNone/>
            </a:pPr>
            <a:r>
              <a:rPr lang="en-US" altLang="zh-CN" sz="1600" b="1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Output</a:t>
            </a:r>
          </a:p>
          <a:p>
            <a:pPr marL="0" indent="0">
              <a:buNone/>
            </a:pPr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5 lines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 total , each contain</a:t>
            </a:r>
            <a:r>
              <a:rPr lang="en-US" altLang="zh-CN" sz="1600" dirty="0" err="1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ing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2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positive integers separated by spaces, representing the student </a:t>
            </a:r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ID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and total score of the top </a:t>
            </a:r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5 students.</a:t>
            </a:r>
          </a:p>
        </p:txBody>
      </p:sp>
      <p:sp>
        <p:nvSpPr>
          <p:cNvPr id="6" name="文本框 23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Example </a:t>
            </a:r>
            <a:r>
              <a:rPr lang="en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- </a:t>
            </a:r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Scholarship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76095" y="2054319"/>
            <a:ext cx="8284938" cy="24622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80808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#include&lt;bits/stdc++.h&gt;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using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namespace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std;</a:t>
            </a:r>
            <a:endParaRPr lang="en-US" altLang="zh-CN" sz="1400" dirty="0">
              <a:solidFill>
                <a:srgbClr val="000000"/>
              </a:solidFill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80808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int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idx[305],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en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[305],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ma[305],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fr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[305],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tot[305],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   temp,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n,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,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j;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80808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int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main(){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cin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&gt;&gt;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n;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for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0;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&lt;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n;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++){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cin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&gt;&gt;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en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[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]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&gt;&gt;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ma[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]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&gt;&gt;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fr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[i];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tot[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]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en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[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]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+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ma[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]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+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fr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[i];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idx[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]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i+1;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}</a:t>
            </a:r>
            <a:endParaRPr lang="zh-CN" altLang="zh-CN" sz="1400" dirty="0">
              <a:latin typeface="JetBrains Mono" panose="020B0509020102050004" pitchFamily="49" charset="77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5398899" y="1359601"/>
            <a:ext cx="6096000" cy="4832092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for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n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-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1;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&gt;=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1;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--i){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</a:t>
            </a:r>
            <a:r>
              <a:rPr lang="en" altLang="zh-CN" sz="14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for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(j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0;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j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&lt;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++j){</a:t>
            </a:r>
            <a:endParaRPr lang="en-US" altLang="zh-CN" sz="1400" dirty="0">
              <a:solidFill>
                <a:srgbClr val="000000"/>
              </a:solidFill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    </a:t>
            </a:r>
            <a:r>
              <a:rPr lang="en" altLang="zh-CN" sz="1400" dirty="0">
                <a:solidFill>
                  <a:srgbClr val="80808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bool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large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= </a:t>
            </a:r>
            <a:r>
              <a:rPr lang="en" altLang="zh-CN" sz="14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false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;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    </a:t>
            </a:r>
            <a:r>
              <a:rPr lang="en" altLang="zh-CN" sz="14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if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(tot[j]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!=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tot[j+1])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        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large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(tot[j]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&lt;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tot[j+1]);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    </a:t>
            </a:r>
            <a:r>
              <a:rPr lang="en" altLang="zh-CN" sz="14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else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if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(</a:t>
            </a:r>
            <a:r>
              <a:rPr lang="en-US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en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[j]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!=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en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[j+1])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        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large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(</a:t>
            </a:r>
            <a:r>
              <a:rPr lang="en-US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en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[j]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&lt;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en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[j+1]);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    </a:t>
            </a:r>
            <a:r>
              <a:rPr lang="en" altLang="zh-CN" sz="14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else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        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large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(idx[j]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&gt;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idx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[j+1]);</a:t>
            </a:r>
            <a:endParaRPr lang="en-US" altLang="zh-CN" sz="1400" dirty="0">
              <a:solidFill>
                <a:srgbClr val="000000"/>
              </a:solidFill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    </a:t>
            </a:r>
            <a:r>
              <a:rPr lang="en" altLang="zh-CN" sz="14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if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(large){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        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swap(idx[j],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idx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[j+1]);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        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swap(</a:t>
            </a:r>
            <a:r>
              <a:rPr lang="en-US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en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[j],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en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[j+1]);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        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swap(ma[j],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ma[j+1]);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        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swap(</a:t>
            </a:r>
            <a:r>
              <a:rPr lang="en-US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fr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[j],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fr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[j+1]);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        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swap(tot[j],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tot[j+1]);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    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}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}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}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for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0;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&lt;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5;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++)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cout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&lt;&lt;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idx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[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]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&lt;&lt; </a:t>
            </a:r>
            <a:r>
              <a:rPr lang="en" altLang="zh-CN" sz="1400" dirty="0">
                <a:solidFill>
                  <a:srgbClr val="0000FF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“ ”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&lt;&lt;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tot[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]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&lt;&lt;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endl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;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return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0;</a:t>
            </a:r>
            <a:endParaRPr lang="zh-CN" altLang="zh-CN" sz="1400" dirty="0">
              <a:latin typeface="JetBrains Mono" panose="020B0509020102050004" pitchFamily="49" charset="77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}</a:t>
            </a:r>
            <a:endParaRPr lang="zh-CN" altLang="zh-CN" sz="1400" dirty="0">
              <a:latin typeface="JetBrains Mono" panose="020B0509020102050004" pitchFamily="49" charset="77"/>
            </a:endParaRPr>
          </a:p>
        </p:txBody>
      </p:sp>
      <p:sp>
        <p:nvSpPr>
          <p:cNvPr id="9" name="内容占位符 5"/>
          <p:cNvSpPr>
            <a:spLocks noGrp="1"/>
          </p:cNvSpPr>
          <p:nvPr>
            <p:ph idx="1"/>
          </p:nvPr>
        </p:nvSpPr>
        <p:spPr>
          <a:xfrm>
            <a:off x="256162" y="1359601"/>
            <a:ext cx="5839838" cy="5177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The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multiple arrays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approach</a:t>
            </a:r>
            <a:endParaRPr lang="en" altLang="en-US" dirty="0">
              <a:latin typeface="Aptos Display" panose="020B0004020202020204" pitchFamily="34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8" name="文本框 23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Example </a:t>
            </a:r>
            <a:r>
              <a:rPr lang="en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- </a:t>
            </a:r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Scholarship</a:t>
            </a:r>
          </a:p>
        </p:txBody>
      </p:sp>
      <p:sp>
        <p:nvSpPr>
          <p:cNvPr id="3" name="矩形 2"/>
          <p:cNvSpPr/>
          <p:nvPr/>
        </p:nvSpPr>
        <p:spPr>
          <a:xfrm>
            <a:off x="10206893" y="1277223"/>
            <a:ext cx="172894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AU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L</a:t>
            </a:r>
            <a:r>
              <a:rPr lang="en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arge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== </a:t>
            </a:r>
            <a:r>
              <a:rPr lang="en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true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means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AU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records are not in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order,</a:t>
            </a:r>
            <a:r>
              <a:rPr lang="e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and </a:t>
            </a:r>
            <a:r>
              <a:rPr lang="e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need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swapping</a:t>
            </a:r>
            <a:r>
              <a:rPr lang="e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. 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Note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: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must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200" dirty="0" err="1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initiali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se</a:t>
            </a:r>
            <a:r>
              <a:rPr lang="e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to </a:t>
            </a:r>
            <a:r>
              <a:rPr lang="en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false each time it enters the loop</a:t>
            </a:r>
            <a:endParaRPr lang="zh-CN" altLang="en-US" sz="1200" dirty="0">
              <a:solidFill>
                <a:srgbClr val="FF00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10206894" y="3602430"/>
            <a:ext cx="172894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Perform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swapping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when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needed</a:t>
            </a:r>
            <a:endParaRPr lang="zh-CN" altLang="zh-CN" sz="1200" dirty="0">
              <a:solidFill>
                <a:srgbClr val="FF00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421289" y="2782669"/>
            <a:ext cx="23928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You need to create an array for the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student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ID</a:t>
            </a:r>
            <a:r>
              <a:rPr lang="e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English</a:t>
            </a:r>
            <a:r>
              <a:rPr lang="e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Maths,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French</a:t>
            </a:r>
            <a:r>
              <a:rPr lang="e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and total score</a:t>
            </a:r>
            <a:endParaRPr lang="en-US" altLang="zh-CN" sz="1200" dirty="0">
              <a:solidFill>
                <a:srgbClr val="FF00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  <p:bldP spid="7" grpId="0"/>
      <p:bldP spid="7" grpId="1"/>
      <p:bldP spid="9" grpId="0" build="p"/>
      <p:bldP spid="3" grpId="0"/>
      <p:bldP spid="3" grpId="1"/>
      <p:bldP spid="4" grpId="0"/>
      <p:bldP spid="4" grpId="1"/>
      <p:bldP spid="2" grpId="0"/>
      <p:bldP spid="2" grpId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5085139" y="1618494"/>
            <a:ext cx="6096000" cy="3754874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for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n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-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1;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&gt;=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1;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--i){</a:t>
            </a:r>
            <a:endParaRPr lang="zh-CN" altLang="zh-CN" sz="1400" dirty="0"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</a:t>
            </a:r>
            <a:r>
              <a:rPr lang="en" altLang="zh-CN" sz="14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for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(j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0;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j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&lt;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++j){</a:t>
            </a:r>
            <a:endParaRPr lang="en-US" altLang="zh-CN" sz="1400" dirty="0">
              <a:solidFill>
                <a:srgbClr val="000000"/>
              </a:solidFill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    </a:t>
            </a:r>
            <a:r>
              <a:rPr lang="en" altLang="zh-CN" sz="1400" dirty="0">
                <a:solidFill>
                  <a:srgbClr val="80808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bool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large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false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;</a:t>
            </a:r>
            <a:endParaRPr lang="zh-CN" altLang="zh-CN" sz="1400" dirty="0"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    </a:t>
            </a:r>
            <a:r>
              <a:rPr lang="en" altLang="zh-CN" sz="14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if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(s[j].tot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!=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s[j+1].tot)</a:t>
            </a:r>
            <a:endParaRPr lang="zh-CN" altLang="zh-CN" sz="1400" dirty="0"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        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large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(s[j].tot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&lt;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s[j+1].tot);</a:t>
            </a:r>
            <a:endParaRPr lang="zh-CN" altLang="zh-CN" sz="1400" dirty="0"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    </a:t>
            </a:r>
            <a:r>
              <a:rPr lang="en" altLang="zh-CN" sz="14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else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if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(s[j].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ch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!=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s[j+1].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ch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)</a:t>
            </a:r>
            <a:endParaRPr lang="zh-CN" altLang="zh-CN" sz="1400" dirty="0"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        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large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[j].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ch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&lt;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s[j+1].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ch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);</a:t>
            </a:r>
            <a:endParaRPr lang="zh-CN" altLang="zh-CN" sz="1400" dirty="0"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    </a:t>
            </a:r>
            <a:r>
              <a:rPr lang="en" altLang="zh-CN" sz="14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else</a:t>
            </a:r>
            <a:endParaRPr lang="zh-CN" altLang="zh-CN" sz="1400" dirty="0"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        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large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(s[j].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idx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&gt;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s[j+1].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idx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);</a:t>
            </a:r>
            <a:endParaRPr lang="en-US" altLang="zh-CN" sz="1400" dirty="0">
              <a:solidFill>
                <a:srgbClr val="000000"/>
              </a:solidFill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    </a:t>
            </a:r>
            <a:r>
              <a:rPr lang="en" altLang="zh-CN" sz="14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if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(large)</a:t>
            </a:r>
            <a:endParaRPr lang="zh-CN" altLang="zh-CN" sz="1400" dirty="0"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        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swap(s[j],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s[j+1]);</a:t>
            </a:r>
            <a:endParaRPr lang="zh-CN" altLang="zh-CN" sz="1400" dirty="0"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}</a:t>
            </a:r>
            <a:endParaRPr lang="zh-CN" altLang="zh-CN" sz="1400" dirty="0"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}</a:t>
            </a:r>
            <a:endParaRPr lang="zh-CN" altLang="zh-CN" sz="1400" dirty="0"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for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0;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&lt;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5;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++)</a:t>
            </a:r>
            <a:endParaRPr lang="zh-CN" altLang="zh-CN" sz="1400" dirty="0"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cout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&lt;&lt;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s[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].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idx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&lt;&lt;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FF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“ ”</a:t>
            </a:r>
            <a:r>
              <a:rPr lang="zh-CN" altLang="en-US" sz="1400" dirty="0">
                <a:solidFill>
                  <a:srgbClr val="0000FF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&lt;&lt;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s[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].tot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&lt;&lt;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endl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;</a:t>
            </a:r>
            <a:endParaRPr lang="zh-CN" altLang="zh-CN" sz="1400" dirty="0"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return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0;</a:t>
            </a:r>
            <a:endParaRPr lang="zh-CN" altLang="zh-CN" sz="1400" dirty="0"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}</a:t>
            </a:r>
            <a:endParaRPr lang="zh-CN" altLang="zh-CN" sz="1400" dirty="0">
              <a:latin typeface="JetBrains Mono" panose="020B0509020102050004" pitchFamily="49" charset="77"/>
              <a:cs typeface="Consolas" panose="020B0609020204030204" pitchFamily="49" charset="0"/>
            </a:endParaRPr>
          </a:p>
        </p:txBody>
      </p:sp>
      <p:sp>
        <p:nvSpPr>
          <p:cNvPr id="9" name="内容占位符 5"/>
          <p:cNvSpPr>
            <a:spLocks noGrp="1"/>
          </p:cNvSpPr>
          <p:nvPr>
            <p:ph idx="1"/>
          </p:nvPr>
        </p:nvSpPr>
        <p:spPr>
          <a:xfrm>
            <a:off x="256162" y="1359601"/>
            <a:ext cx="5839838" cy="5177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The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struct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approach</a:t>
            </a:r>
            <a:endParaRPr lang="en" altLang="en-US" dirty="0">
              <a:latin typeface="Aptos Display" panose="020B0004020202020204" pitchFamily="34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8" name="文本框 23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Example</a:t>
            </a:r>
            <a:r>
              <a:rPr lang="zh-C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- </a:t>
            </a:r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Scholarship</a:t>
            </a:r>
          </a:p>
        </p:txBody>
      </p:sp>
      <p:sp>
        <p:nvSpPr>
          <p:cNvPr id="3" name="矩形 2"/>
          <p:cNvSpPr/>
          <p:nvPr/>
        </p:nvSpPr>
        <p:spPr>
          <a:xfrm>
            <a:off x="9790160" y="1369556"/>
            <a:ext cx="1797102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AU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l</a:t>
            </a:r>
            <a:r>
              <a:rPr lang="en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arge ==</a:t>
            </a:r>
            <a:r>
              <a:rPr lang="e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true </a:t>
            </a:r>
            <a:r>
              <a:rPr lang="e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not in order and need swapping. Note that it must be initialised to </a:t>
            </a:r>
            <a:r>
              <a:rPr lang="en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false each time it enters the loop</a:t>
            </a:r>
            <a:endParaRPr lang="zh-CN" altLang="en-US" sz="1200" dirty="0">
              <a:solidFill>
                <a:srgbClr val="FF00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9790160" y="3637688"/>
            <a:ext cx="187743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If a swap is required, perform the swap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on the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struct</a:t>
            </a:r>
            <a:endParaRPr lang="zh-CN" altLang="zh-CN" sz="1200" dirty="0">
              <a:solidFill>
                <a:srgbClr val="FF00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256161" y="2083715"/>
            <a:ext cx="6003961" cy="28931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80808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#include&lt;bits/stdc++.h&gt;</a:t>
            </a:r>
            <a:endParaRPr lang="zh-CN" altLang="zh-CN" sz="1400" dirty="0"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using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namespace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std;</a:t>
            </a:r>
            <a:endParaRPr lang="en-US" altLang="zh-CN" sz="1400" dirty="0">
              <a:solidFill>
                <a:srgbClr val="000000"/>
              </a:solidFill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80808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struct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tScore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{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int 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idx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,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en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,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ma,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fr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,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tot;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}s[305];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80808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int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n,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,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j;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80808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int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main(){</a:t>
            </a:r>
            <a:endParaRPr lang="zh-CN" altLang="zh-CN" sz="1400" dirty="0"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cin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&gt;&gt;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n;</a:t>
            </a:r>
            <a:endParaRPr lang="zh-CN" altLang="zh-CN" sz="1400" dirty="0"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6699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for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0;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&lt;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n;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++){</a:t>
            </a:r>
            <a:endParaRPr lang="zh-CN" altLang="zh-CN" sz="1400" dirty="0"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    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cin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&gt;&gt;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s[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].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en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&gt;&gt;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s[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].ma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&gt;&gt;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s[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].</a:t>
            </a:r>
            <a:r>
              <a:rPr lang="en-US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fr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;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      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s[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].tot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s[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].</a:t>
            </a:r>
            <a:r>
              <a:rPr lang="en-US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en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+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s[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].ma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+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s[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].</a:t>
            </a:r>
            <a:r>
              <a:rPr lang="en-US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fr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;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      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s[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].</a:t>
            </a:r>
            <a:r>
              <a:rPr lang="en" altLang="zh-CN" sz="1400" dirty="0" err="1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idx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i+1;</a:t>
            </a:r>
            <a:endParaRPr lang="zh-CN" altLang="zh-CN" sz="1400" dirty="0"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>
                <a:solidFill>
                  <a:srgbClr val="C7254E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}</a:t>
            </a:r>
            <a:endParaRPr lang="zh-CN" altLang="zh-CN" sz="1400" dirty="0">
              <a:latin typeface="JetBrains Mono" panose="020B0509020102050004" pitchFamily="49" charset="77"/>
              <a:cs typeface="Consolas" panose="020B0609020204030204" pitchFamily="49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825980" y="2056719"/>
            <a:ext cx="201385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Combine the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student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ID</a:t>
            </a:r>
            <a:r>
              <a:rPr lang="e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English</a:t>
            </a:r>
            <a:r>
              <a:rPr lang="e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Maths,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French</a:t>
            </a:r>
            <a:r>
              <a:rPr lang="en" altLang="en-US" sz="12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and total score into a structure. When sorting, if you need to swap, do it to the whole structure.</a:t>
            </a:r>
            <a:endParaRPr lang="zh-CN" altLang="zh-CN" sz="1200" dirty="0">
              <a:solidFill>
                <a:srgbClr val="FF00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3" grpId="0"/>
      <p:bldP spid="3" grpId="1"/>
      <p:bldP spid="4" grpId="0"/>
      <p:bldP spid="4" grpId="1"/>
      <p:bldP spid="10" grpId="0"/>
      <p:bldP spid="10" grpId="1"/>
      <p:bldP spid="11" grpId="0"/>
      <p:bldP spid="11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" altLang="en-US" dirty="0"/>
              <a:t>Thank you everyone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9212580" y="620649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altLang="en-US" dirty="0">
                <a:latin typeface="华文楷体" panose="02010600040101010101" pitchFamily="2" charset="-122"/>
                <a:ea typeface="华文楷体" panose="02010600040101010101" pitchFamily="2" charset="-122"/>
              </a:rPr>
              <a:t>Teacher Gao's Algorithm Competition Training Camp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5361173"/>
            <a:ext cx="760094" cy="7659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副标题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2564130" y="6206490"/>
            <a:ext cx="38779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altLang="en-US" sz="1600" dirty="0">
                <a:latin typeface="+mj-ea"/>
                <a:ea typeface="+mj-ea"/>
              </a:rPr>
              <a:t>Note: Please turn off your microphone and camera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Example </a:t>
            </a:r>
            <a:r>
              <a:rPr lang="en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- </a:t>
            </a:r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Calculating freight by 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stages</a:t>
            </a:r>
          </a:p>
        </p:txBody>
      </p:sp>
      <p:sp>
        <p:nvSpPr>
          <p:cNvPr id="9" name="矩形 8"/>
          <p:cNvSpPr/>
          <p:nvPr/>
        </p:nvSpPr>
        <p:spPr>
          <a:xfrm>
            <a:off x="678609" y="1303212"/>
            <a:ext cx="8685821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CN" sz="1600" b="1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Problem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 transport company implements </a:t>
            </a:r>
            <a:r>
              <a:rPr lang="en-US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</a:t>
            </a:r>
            <a:r>
              <a:rPr lang="zh-C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staged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charging</a:t>
            </a:r>
            <a:r>
              <a:rPr lang="zh-C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scheme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. </a:t>
            </a:r>
            <a:r>
              <a:rPr lang="zh-C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For a shipment of weight </a:t>
            </a:r>
            <a:r>
              <a:rPr lang="en" altLang="zh-CN" sz="1400" i="1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</a:t>
            </a:r>
            <a:r>
              <a:rPr lang="en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, the basic freight rate is </a:t>
            </a:r>
            <a:r>
              <a:rPr lang="en-US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$</a:t>
            </a:r>
            <a:r>
              <a:rPr lang="en" altLang="zh-CN" sz="1400" i="1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p</a:t>
            </a:r>
            <a:r>
              <a:rPr lang="en-US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/km/ton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with a discount of </a:t>
            </a:r>
            <a:r>
              <a:rPr lang="en" altLang="zh-CN" sz="1400" i="1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d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. The distance is </a:t>
            </a:r>
            <a:r>
              <a:rPr lang="en" altLang="zh-CN" sz="1400" i="1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m</a:t>
            </a:r>
            <a:r>
              <a:rPr lang="en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k</a:t>
            </a:r>
            <a:r>
              <a:rPr lang="en-US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m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. </a:t>
            </a:r>
            <a:r>
              <a:rPr lang="zh-C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Discount depend</a:t>
            </a:r>
            <a:r>
              <a:rPr lang="en-US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on the mileage stage </a:t>
            </a:r>
            <a:r>
              <a:rPr lang="en" altLang="zh-CN" sz="1400" i="1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as shown </a:t>
            </a:r>
            <a:r>
              <a:rPr lang="en-US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below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:</a:t>
            </a:r>
            <a:endParaRPr lang="en-US" altLang="zh-CN" sz="14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7610035"/>
              </p:ext>
            </p:extLst>
          </p:nvPr>
        </p:nvGraphicFramePr>
        <p:xfrm>
          <a:off x="678609" y="2352765"/>
          <a:ext cx="3700351" cy="15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50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53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190">
                <a:tc>
                  <a:txBody>
                    <a:bodyPr/>
                    <a:lstStyle/>
                    <a:p>
                      <a:pPr algn="l"/>
                      <a:r>
                        <a:rPr lang="en" altLang="en-US" sz="1200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Stage mileage </a:t>
                      </a:r>
                      <a:r>
                        <a:rPr lang="en" altLang="zh-CN" sz="1200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 </a:t>
                      </a:r>
                      <a:r>
                        <a:rPr lang="en" altLang="en-US" sz="1200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km)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en-US" sz="120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Discount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190">
                <a:tc>
                  <a:txBody>
                    <a:bodyPr/>
                    <a:lstStyle/>
                    <a:p>
                      <a:r>
                        <a:rPr lang="en" sz="1200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s&lt;250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r>
                        <a:rPr lang="en" altLang="en-US" sz="1200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No discounts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3190">
                <a:tc>
                  <a:txBody>
                    <a:bodyPr/>
                    <a:lstStyle/>
                    <a:p>
                      <a:r>
                        <a:rPr lang="en" sz="1200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250≤s&lt;500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r>
                        <a:rPr lang="en" altLang="zh-CN" sz="120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2% </a:t>
                      </a:r>
                      <a:r>
                        <a:rPr lang="en" altLang="en-US" sz="120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discount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3190">
                <a:tc>
                  <a:txBody>
                    <a:bodyPr/>
                    <a:lstStyle/>
                    <a:p>
                      <a:r>
                        <a:rPr lang="en" sz="120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500≤s&lt;1000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r>
                        <a:rPr lang="en" altLang="zh-CN" sz="120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5% </a:t>
                      </a:r>
                      <a:r>
                        <a:rPr lang="en" altLang="en-US" sz="120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discount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3190">
                <a:tc>
                  <a:txBody>
                    <a:bodyPr/>
                    <a:lstStyle/>
                    <a:p>
                      <a:r>
                        <a:rPr lang="en" sz="120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1000≤s&lt;2000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r>
                        <a:rPr lang="en" altLang="zh-CN" sz="120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8% </a:t>
                      </a:r>
                      <a:r>
                        <a:rPr lang="en" altLang="en-US" sz="120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discount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190">
                <a:tc>
                  <a:txBody>
                    <a:bodyPr/>
                    <a:lstStyle/>
                    <a:p>
                      <a:r>
                        <a:rPr lang="en" sz="120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2000≤s&lt;3000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r>
                        <a:rPr lang="en" altLang="zh-CN" sz="120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10% </a:t>
                      </a:r>
                      <a:r>
                        <a:rPr lang="en" altLang="en-US" sz="120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discount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" sz="1200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3000≤s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15% </a:t>
                      </a:r>
                      <a:r>
                        <a:rPr lang="en" altLang="en-US" sz="1200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discount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0" y="58050"/>
            <a:ext cx="65" cy="34109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63480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 Display" panose="020B0004020202020204" pitchFamily="34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678608" y="4052429"/>
            <a:ext cx="9938592" cy="25237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CN" sz="1600" b="1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Input</a:t>
            </a:r>
            <a:endParaRPr lang="en" altLang="en-US" sz="1600" b="1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Three positive integers </a:t>
            </a:r>
            <a:r>
              <a:rPr lang="en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p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, </a:t>
            </a:r>
            <a:r>
              <a:rPr lang="en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w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, and </a:t>
            </a:r>
            <a:r>
              <a:rPr lang="en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m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, separated by a space, representing the basic freight rate per kilometer per ton, weight (in tons), and mileage (in kilometers), respectively. </a:t>
            </a:r>
            <a:r>
              <a:rPr lang="zh-C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 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Where </a:t>
            </a:r>
            <a:r>
              <a:rPr lang="en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p ≤ 100 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, </a:t>
            </a:r>
            <a:r>
              <a:rPr lang="en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w ≤ 100 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, and </a:t>
            </a:r>
            <a:r>
              <a:rPr lang="en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m ≤ 100,000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600" b="1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Output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Output a line containing an integer representing the integer part of the shipping fee after rounding off the decimal part.</a:t>
            </a:r>
            <a:endParaRPr lang="en-US" altLang="zh-CN" sz="14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zh-CN" sz="14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400" b="1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Sample input: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15 10 700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400" b="1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Sample output: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102750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zh-CN" sz="14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400" b="1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Sample input: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17 9 100000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400" b="1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Sample output: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13041720</a:t>
            </a:r>
            <a:endParaRPr lang="zh-CN" altLang="en-US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4471316" y="2349086"/>
            <a:ext cx="4334217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f</a:t>
            </a:r>
            <a:r>
              <a:rPr lang="zh-C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 </a:t>
            </a:r>
            <a:r>
              <a:rPr lang="en-US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(freight)</a:t>
            </a:r>
            <a:r>
              <a:rPr lang="en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 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at each stage is: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f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p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*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w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*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*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(1-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d)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For example, when </a:t>
            </a:r>
            <a:r>
              <a:rPr lang="en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p 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, </a:t>
            </a:r>
            <a:r>
              <a:rPr lang="en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w 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, and </a:t>
            </a:r>
            <a:r>
              <a:rPr lang="en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m are 15 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, </a:t>
            </a:r>
            <a:r>
              <a:rPr lang="en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10 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, and </a:t>
            </a:r>
            <a:r>
              <a:rPr lang="en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700 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respectively , the freight calculation process is: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f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1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15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*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10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*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250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*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(1-0)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f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2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15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*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10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*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(500-250)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*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(1-2%)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f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3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15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*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10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*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(700-500)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*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(1-5%)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f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f1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+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f2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+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f3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102750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Write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 a program to calculate the total freight cost f </a:t>
            </a:r>
            <a:endParaRPr lang="en-US" altLang="zh-CN" sz="14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Example </a:t>
            </a:r>
            <a:r>
              <a:rPr lang="en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- </a:t>
            </a:r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Calculating freight by 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stages</a:t>
            </a:r>
          </a:p>
        </p:txBody>
      </p:sp>
      <p:sp>
        <p:nvSpPr>
          <p:cNvPr id="13" name="内容占位符 2"/>
          <p:cNvSpPr txBox="1"/>
          <p:nvPr/>
        </p:nvSpPr>
        <p:spPr>
          <a:xfrm>
            <a:off x="3871993" y="1206515"/>
            <a:ext cx="3996935" cy="554152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en" altLang="zh-CN" sz="11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#include &lt;bits/stdc++.h&gt;</a:t>
            </a:r>
            <a:endParaRPr lang="zh-CN" altLang="zh-CN" sz="11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en" altLang="zh-CN" sz="11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using</a:t>
            </a:r>
            <a:r>
              <a:rPr lang="en" altLang="zh-CN" sz="11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1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namespace</a:t>
            </a:r>
            <a:r>
              <a:rPr lang="en" altLang="zh-CN" sz="11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std;</a:t>
            </a:r>
            <a:endParaRPr lang="zh-CN" altLang="zh-CN" sz="11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en" altLang="zh-CN" sz="11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" altLang="zh-CN" sz="11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main(){</a:t>
            </a:r>
            <a:endParaRPr lang="zh-CN" altLang="zh-CN" sz="11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11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double</a:t>
            </a: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 p,</a:t>
            </a:r>
            <a:r>
              <a:rPr lang="zh-CN" alt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w,</a:t>
            </a:r>
            <a:r>
              <a:rPr lang="zh-CN" alt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m,</a:t>
            </a:r>
            <a:r>
              <a:rPr lang="zh-CN" alt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s=0,</a:t>
            </a:r>
            <a:r>
              <a:rPr lang="zh-CN" alt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d,</a:t>
            </a:r>
            <a:r>
              <a:rPr lang="zh-CN" alt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f,</a:t>
            </a:r>
            <a:r>
              <a:rPr lang="zh-CN" alt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f1;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cin</a:t>
            </a: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 &gt;&gt;</a:t>
            </a:r>
            <a:r>
              <a:rPr lang="zh-CN" alt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zh-CN" alt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&gt;&gt;</a:t>
            </a:r>
            <a:r>
              <a:rPr lang="zh-CN" alt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w</a:t>
            </a:r>
            <a:r>
              <a:rPr lang="zh-CN" alt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&gt;&gt;</a:t>
            </a:r>
            <a:r>
              <a:rPr lang="zh-CN" alt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m;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zh-CN" alt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f1</a:t>
            </a:r>
            <a:r>
              <a:rPr lang="zh-CN" alt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zh-CN" alt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w;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endParaRPr lang="en-US" altLang="zh-CN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endParaRPr lang="en-US" altLang="zh-CN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endParaRPr lang="en-US" altLang="zh-CN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endParaRPr lang="en-US" altLang="zh-CN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endParaRPr lang="en-US" altLang="zh-CN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endParaRPr lang="en-US" altLang="zh-CN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endParaRPr lang="en-US" altLang="zh-CN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endParaRPr lang="en-US" altLang="zh-CN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endParaRPr lang="en-US" altLang="zh-CN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endParaRPr lang="en-US" altLang="zh-CN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endParaRPr lang="en-US" altLang="zh-CN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endParaRPr lang="en-US" altLang="zh-CN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endParaRPr lang="en-US" altLang="zh-CN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endParaRPr lang="en-US" altLang="zh-CN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zh-CN" alt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endParaRPr lang="en-AU" altLang="zh-CN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endParaRPr lang="en-AU" altLang="zh-CN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zh-CN" alt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 &lt;&lt;</a:t>
            </a:r>
            <a:r>
              <a:rPr lang="zh-CN" alt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fixed</a:t>
            </a:r>
            <a:r>
              <a:rPr lang="zh-CN" alt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&lt;&lt; </a:t>
            </a:r>
            <a:r>
              <a:rPr lang="en" altLang="zh-CN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setprecision</a:t>
            </a: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 (0)</a:t>
            </a:r>
            <a:r>
              <a:rPr lang="zh-CN" alt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zh-CN" alt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f;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11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0;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en" altLang="zh-CN" sz="11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8" name="矩形 7"/>
          <p:cNvSpPr/>
          <p:nvPr/>
        </p:nvSpPr>
        <p:spPr>
          <a:xfrm>
            <a:off x="678609" y="1200024"/>
            <a:ext cx="2887256" cy="42165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</a:t>
            </a:r>
            <a:r>
              <a:rPr lang="en" altLang="en-US" sz="16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naly</a:t>
            </a: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sis</a:t>
            </a:r>
          </a:p>
          <a:p>
            <a:pPr marL="177800" lvl="0" indent="-177800" defTabSz="914400" eaLnBrk="0" fontAlgn="base" hangingPunc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 discounts are different for each section</a:t>
            </a:r>
            <a:endParaRPr lang="en-US" altLang="zh-CN" sz="14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177800" lvl="0" indent="-177800" defTabSz="914400" eaLnBrk="0" fontAlgn="base" hangingPunc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Once it is determined that freight charges for a certain stage are to be added, the calculation method for freight charges for this stage is fixed.</a:t>
            </a:r>
            <a:endParaRPr lang="en-US" altLang="zh-CN" sz="14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pPr marL="177800" lvl="0" indent="-177800" defTabSz="914400" eaLnBrk="0" fontAlgn="base" hangingPunc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The natural way of thinking is to determine whether the mileage exceeds the first stage, the second stage, </a:t>
            </a:r>
            <a:r>
              <a:rPr lang="en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... 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, and the sixth stage in turn. If it exceeds, add the freight for that stage.</a:t>
            </a:r>
            <a:endParaRPr lang="en-US" altLang="zh-CN" sz="14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pPr marL="177800" lvl="0" indent="-177800" defTabSz="914400" eaLnBrk="0" fontAlgn="base" hangingPunc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For the situation that exceeds the previous stage but does not exceed the current stage, the freight for the excess part is calculated separately and added</a:t>
            </a:r>
            <a:endParaRPr lang="zh-CN" altLang="zh-CN" sz="14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4010592" y="2312462"/>
            <a:ext cx="2429595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6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(m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250)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6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else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+=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250;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0.02;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sz="6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(m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500)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(m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250)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sz="6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else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+=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(500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250)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0.05;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" altLang="zh-CN" sz="6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(m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1000)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(m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500)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" altLang="zh-CN" sz="6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else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+=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(1000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500)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1-0.08;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</a:t>
            </a:r>
            <a:r>
              <a:rPr lang="en" altLang="zh-CN" sz="6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(m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2000)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(m-1000)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</a:t>
            </a:r>
            <a:r>
              <a:rPr lang="en" altLang="zh-CN" sz="6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else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+=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(2000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1000)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d=1-0.1;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" altLang="zh-CN" sz="6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(m&lt;3000)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   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(m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2000)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" altLang="zh-CN" sz="6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else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   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(3000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2000)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   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1-0.15;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   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(m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3000)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endParaRPr lang="en-AU" altLang="zh-CN" sz="6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zh-CN" altLang="en-US" sz="6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矩形 13">
            <a:extLst>
              <a:ext uri="{FF2B5EF4-FFF2-40B4-BE49-F238E27FC236}">
                <a16:creationId xmlns:a16="http://schemas.microsoft.com/office/drawing/2014/main" id="{5B0CEE46-282E-73EB-CE61-DD9C185148A2}"/>
              </a:ext>
            </a:extLst>
          </p:cNvPr>
          <p:cNvSpPr/>
          <p:nvPr/>
        </p:nvSpPr>
        <p:spPr>
          <a:xfrm>
            <a:off x="6276064" y="1140447"/>
            <a:ext cx="4970485" cy="5816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12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(m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250)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12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else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+=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250;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0.02;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sz="12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(m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500)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(m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250)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sz="12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else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+=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(500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250)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0.05;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" altLang="zh-CN" sz="12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(m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1000)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(m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500)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" altLang="zh-CN" sz="12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else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+=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(1000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500)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1-0.08;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</a:t>
            </a:r>
            <a:r>
              <a:rPr lang="en" altLang="zh-CN" sz="12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(m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2000)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(m-1000)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</a:t>
            </a:r>
            <a:r>
              <a:rPr lang="en" altLang="zh-CN" sz="12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else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+=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(2000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1000)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d=1-0.1;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" altLang="zh-CN" sz="12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(m&lt;3000)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   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(m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2000)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" altLang="zh-CN" sz="12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else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   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(3000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2000)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   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1-0.15;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   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(m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3000)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endParaRPr lang="en-AU" altLang="zh-CN" sz="12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zh-CN" altLang="en-US" sz="12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Example </a:t>
            </a:r>
            <a:r>
              <a:rPr lang="en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- </a:t>
            </a:r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Calculating freight by 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stages</a:t>
            </a:r>
          </a:p>
        </p:txBody>
      </p:sp>
      <p:sp>
        <p:nvSpPr>
          <p:cNvPr id="11" name="内容占位符 2"/>
          <p:cNvSpPr txBox="1"/>
          <p:nvPr/>
        </p:nvSpPr>
        <p:spPr>
          <a:xfrm>
            <a:off x="1036734" y="2121315"/>
            <a:ext cx="9296874" cy="3970318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zh-CN" dirty="0">
                <a:solidFill>
                  <a:srgbClr val="808080"/>
                </a:solidFill>
              </a:rPr>
              <a:t>#include &lt;bits/stdc++.h&gt;</a:t>
            </a:r>
            <a:endParaRPr lang="zh-CN" altLang="zh-CN" dirty="0">
              <a:solidFill>
                <a:schemeClr val="tx1"/>
              </a:solidFill>
            </a:endParaRPr>
          </a:p>
          <a:p>
            <a:r>
              <a:rPr lang="en" altLang="zh-CN" dirty="0">
                <a:solidFill>
                  <a:srgbClr val="006699"/>
                </a:solidFill>
              </a:rPr>
              <a:t>using</a:t>
            </a:r>
            <a:r>
              <a:rPr lang="en" altLang="zh-CN" dirty="0">
                <a:solidFill>
                  <a:schemeClr val="tx1"/>
                </a:solidFill>
              </a:rPr>
              <a:t> </a:t>
            </a:r>
            <a:r>
              <a:rPr lang="en" altLang="zh-CN" dirty="0">
                <a:solidFill>
                  <a:srgbClr val="006699"/>
                </a:solidFill>
              </a:rPr>
              <a:t>namespace</a:t>
            </a:r>
            <a:r>
              <a:rPr lang="en" altLang="zh-CN" dirty="0">
                <a:solidFill>
                  <a:schemeClr val="tx1"/>
                </a:solidFill>
              </a:rPr>
              <a:t> </a:t>
            </a:r>
            <a:r>
              <a:rPr lang="en" altLang="zh-CN" dirty="0">
                <a:solidFill>
                  <a:srgbClr val="000000"/>
                </a:solidFill>
              </a:rPr>
              <a:t>std;</a:t>
            </a:r>
            <a:endParaRPr lang="zh-CN" altLang="zh-CN" dirty="0">
              <a:solidFill>
                <a:schemeClr val="tx1"/>
              </a:solidFill>
            </a:endParaRPr>
          </a:p>
          <a:p>
            <a:r>
              <a:rPr lang="en" altLang="zh-CN" dirty="0">
                <a:solidFill>
                  <a:srgbClr val="808080"/>
                </a:solidFill>
              </a:rPr>
              <a:t>int </a:t>
            </a:r>
            <a:r>
              <a:rPr lang="en" altLang="zh-CN" dirty="0"/>
              <a:t>a[6]</a:t>
            </a:r>
            <a:r>
              <a:rPr lang="zh-CN" altLang="en-US" dirty="0"/>
              <a:t> </a:t>
            </a:r>
            <a:r>
              <a:rPr lang="en" altLang="zh-CN" dirty="0"/>
              <a:t>=</a:t>
            </a:r>
            <a:r>
              <a:rPr lang="zh-CN" altLang="en-US" dirty="0"/>
              <a:t> </a:t>
            </a:r>
            <a:r>
              <a:rPr lang="en" altLang="zh-CN" dirty="0"/>
              <a:t>{0,</a:t>
            </a:r>
            <a:r>
              <a:rPr lang="zh-CN" altLang="en-US" dirty="0"/>
              <a:t> </a:t>
            </a:r>
            <a:r>
              <a:rPr lang="en" altLang="zh-CN" dirty="0"/>
              <a:t>250,</a:t>
            </a:r>
            <a:r>
              <a:rPr lang="zh-CN" altLang="en-US" dirty="0"/>
              <a:t> </a:t>
            </a:r>
            <a:r>
              <a:rPr lang="en" altLang="zh-CN" dirty="0"/>
              <a:t>500,</a:t>
            </a:r>
            <a:r>
              <a:rPr lang="zh-CN" altLang="en-US" dirty="0"/>
              <a:t> </a:t>
            </a:r>
            <a:r>
              <a:rPr lang="en" altLang="zh-CN" dirty="0"/>
              <a:t>1000,</a:t>
            </a:r>
            <a:r>
              <a:rPr lang="zh-CN" altLang="en-US" dirty="0"/>
              <a:t> </a:t>
            </a:r>
            <a:r>
              <a:rPr lang="en" altLang="zh-CN" dirty="0"/>
              <a:t>2000,</a:t>
            </a:r>
            <a:r>
              <a:rPr lang="zh-CN" altLang="en-US" dirty="0"/>
              <a:t> </a:t>
            </a:r>
            <a:r>
              <a:rPr lang="en" altLang="zh-CN" dirty="0"/>
              <a:t>3000};</a:t>
            </a:r>
          </a:p>
          <a:p>
            <a:r>
              <a:rPr lang="en" altLang="zh-CN" dirty="0">
                <a:solidFill>
                  <a:srgbClr val="808080"/>
                </a:solidFill>
              </a:rPr>
              <a:t>int </a:t>
            </a:r>
            <a:r>
              <a:rPr lang="en" altLang="zh-CN" dirty="0"/>
              <a:t>b[6]</a:t>
            </a:r>
            <a:r>
              <a:rPr lang="zh-CN" altLang="en-US" dirty="0"/>
              <a:t> </a:t>
            </a:r>
            <a:r>
              <a:rPr lang="en" altLang="zh-CN" dirty="0"/>
              <a:t>=</a:t>
            </a:r>
            <a:r>
              <a:rPr lang="zh-CN" altLang="en-US" dirty="0"/>
              <a:t> </a:t>
            </a:r>
            <a:r>
              <a:rPr lang="en" altLang="zh-CN" dirty="0"/>
              <a:t>{250,</a:t>
            </a:r>
            <a:r>
              <a:rPr lang="zh-CN" altLang="en-US" dirty="0"/>
              <a:t> </a:t>
            </a:r>
            <a:r>
              <a:rPr lang="en" altLang="zh-CN" dirty="0"/>
              <a:t>500,</a:t>
            </a:r>
            <a:r>
              <a:rPr lang="zh-CN" altLang="en-US" dirty="0"/>
              <a:t> </a:t>
            </a:r>
            <a:r>
              <a:rPr lang="en" altLang="zh-CN" dirty="0"/>
              <a:t>1000,</a:t>
            </a:r>
            <a:r>
              <a:rPr lang="zh-CN" altLang="en-US" dirty="0"/>
              <a:t> </a:t>
            </a:r>
            <a:r>
              <a:rPr lang="en" altLang="zh-CN" dirty="0"/>
              <a:t>2000,</a:t>
            </a:r>
            <a:r>
              <a:rPr lang="zh-CN" altLang="en-US" dirty="0"/>
              <a:t> </a:t>
            </a:r>
            <a:r>
              <a:rPr lang="en" altLang="zh-CN" dirty="0"/>
              <a:t>3000,</a:t>
            </a:r>
            <a:r>
              <a:rPr lang="zh-CN" altLang="en-US" dirty="0"/>
              <a:t> </a:t>
            </a:r>
            <a:r>
              <a:rPr lang="en" altLang="zh-CN" dirty="0"/>
              <a:t>100000};</a:t>
            </a:r>
          </a:p>
          <a:p>
            <a:r>
              <a:rPr lang="en" altLang="zh-CN" dirty="0">
                <a:solidFill>
                  <a:srgbClr val="808080"/>
                </a:solidFill>
              </a:rPr>
              <a:t>int </a:t>
            </a:r>
            <a:r>
              <a:rPr lang="en" altLang="zh-CN" dirty="0"/>
              <a:t>d[6]</a:t>
            </a:r>
            <a:r>
              <a:rPr lang="zh-CN" altLang="en-US" dirty="0"/>
              <a:t> </a:t>
            </a:r>
            <a:r>
              <a:rPr lang="en" altLang="zh-CN" dirty="0"/>
              <a:t>=</a:t>
            </a:r>
            <a:r>
              <a:rPr lang="zh-CN" altLang="en-US" dirty="0"/>
              <a:t> </a:t>
            </a:r>
            <a:r>
              <a:rPr lang="en" altLang="zh-CN" dirty="0"/>
              <a:t>{100, 98, 95, 92, 90, 85};</a:t>
            </a:r>
          </a:p>
          <a:p>
            <a:r>
              <a:rPr lang="en" altLang="zh-CN" dirty="0">
                <a:solidFill>
                  <a:srgbClr val="808080"/>
                </a:solidFill>
              </a:rPr>
              <a:t>int</a:t>
            </a:r>
            <a:r>
              <a:rPr lang="en" altLang="zh-CN" dirty="0">
                <a:solidFill>
                  <a:schemeClr val="tx1"/>
                </a:solidFill>
              </a:rPr>
              <a:t> </a:t>
            </a:r>
            <a:r>
              <a:rPr lang="en" altLang="zh-CN" dirty="0">
                <a:solidFill>
                  <a:srgbClr val="000000"/>
                </a:solidFill>
              </a:rPr>
              <a:t>main(){</a:t>
            </a:r>
            <a:endParaRPr lang="zh-CN" altLang="zh-CN" dirty="0">
              <a:solidFill>
                <a:schemeClr val="tx1"/>
              </a:solidFill>
            </a:endParaRPr>
          </a:p>
          <a:p>
            <a:r>
              <a:rPr lang="en" altLang="zh-CN" dirty="0"/>
              <a:t>    </a:t>
            </a:r>
            <a:r>
              <a:rPr lang="en" altLang="zh-CN" dirty="0">
                <a:solidFill>
                  <a:srgbClr val="808080"/>
                </a:solidFill>
              </a:rPr>
              <a:t>int</a:t>
            </a:r>
            <a:r>
              <a:rPr lang="en" altLang="zh-CN" dirty="0"/>
              <a:t> p,</a:t>
            </a:r>
            <a:r>
              <a:rPr lang="zh-CN" altLang="en-US" dirty="0"/>
              <a:t> </a:t>
            </a:r>
            <a:r>
              <a:rPr lang="en" altLang="zh-CN" dirty="0"/>
              <a:t>w,</a:t>
            </a:r>
            <a:r>
              <a:rPr lang="zh-CN" altLang="en-US" dirty="0"/>
              <a:t> </a:t>
            </a:r>
            <a:r>
              <a:rPr lang="en" altLang="zh-CN" dirty="0"/>
              <a:t>m;</a:t>
            </a:r>
          </a:p>
          <a:p>
            <a:r>
              <a:rPr lang="en" altLang="zh-CN" dirty="0"/>
              <a:t>    </a:t>
            </a:r>
            <a:r>
              <a:rPr lang="en" altLang="zh-CN" dirty="0" err="1"/>
              <a:t>cin</a:t>
            </a:r>
            <a:r>
              <a:rPr lang="en" altLang="zh-CN" dirty="0"/>
              <a:t> &gt;&gt;</a:t>
            </a:r>
            <a:r>
              <a:rPr lang="zh-CN" altLang="en-US" dirty="0"/>
              <a:t> </a:t>
            </a:r>
            <a:r>
              <a:rPr lang="en" altLang="zh-CN" dirty="0"/>
              <a:t>p</a:t>
            </a:r>
            <a:r>
              <a:rPr lang="zh-CN" altLang="en-US" dirty="0"/>
              <a:t> </a:t>
            </a:r>
            <a:r>
              <a:rPr lang="en" altLang="zh-CN" dirty="0"/>
              <a:t>&gt;&gt;</a:t>
            </a:r>
            <a:r>
              <a:rPr lang="zh-CN" altLang="en-US" dirty="0"/>
              <a:t> </a:t>
            </a:r>
            <a:r>
              <a:rPr lang="en" altLang="zh-CN" dirty="0"/>
              <a:t>w</a:t>
            </a:r>
            <a:r>
              <a:rPr lang="zh-CN" altLang="en-US" dirty="0"/>
              <a:t> </a:t>
            </a:r>
            <a:r>
              <a:rPr lang="en" altLang="zh-CN" dirty="0"/>
              <a:t>&gt;&gt;</a:t>
            </a:r>
            <a:r>
              <a:rPr lang="zh-CN" altLang="en-US" dirty="0"/>
              <a:t> </a:t>
            </a:r>
            <a:r>
              <a:rPr lang="en" altLang="zh-CN" dirty="0"/>
              <a:t>m;</a:t>
            </a:r>
          </a:p>
          <a:p>
            <a:r>
              <a:rPr lang="en" altLang="zh-CN" dirty="0"/>
              <a:t>    </a:t>
            </a:r>
            <a:r>
              <a:rPr lang="en" altLang="zh-CN" dirty="0">
                <a:solidFill>
                  <a:srgbClr val="808080"/>
                </a:solidFill>
              </a:rPr>
              <a:t>long</a:t>
            </a:r>
            <a:r>
              <a:rPr lang="en" altLang="zh-CN" dirty="0"/>
              <a:t> </a:t>
            </a:r>
            <a:r>
              <a:rPr lang="en" altLang="zh-CN" dirty="0">
                <a:solidFill>
                  <a:srgbClr val="808080"/>
                </a:solidFill>
              </a:rPr>
              <a:t>long </a:t>
            </a:r>
            <a:r>
              <a:rPr lang="en" altLang="zh-CN" dirty="0"/>
              <a:t>f</a:t>
            </a:r>
            <a:r>
              <a:rPr lang="zh-CN" altLang="en-US" dirty="0"/>
              <a:t> </a:t>
            </a:r>
            <a:r>
              <a:rPr lang="en" altLang="zh-CN" dirty="0"/>
              <a:t>=</a:t>
            </a:r>
            <a:r>
              <a:rPr lang="zh-CN" altLang="en-US" dirty="0"/>
              <a:t> </a:t>
            </a:r>
            <a:r>
              <a:rPr lang="en" altLang="zh-CN" dirty="0"/>
              <a:t>0,</a:t>
            </a:r>
            <a:r>
              <a:rPr lang="zh-CN" altLang="en-US" dirty="0"/>
              <a:t> </a:t>
            </a:r>
            <a:r>
              <a:rPr lang="en" altLang="zh-CN" dirty="0"/>
              <a:t>f1</a:t>
            </a:r>
            <a:r>
              <a:rPr lang="zh-CN" altLang="en-US" dirty="0"/>
              <a:t> </a:t>
            </a:r>
            <a:r>
              <a:rPr lang="en" altLang="zh-CN" dirty="0"/>
              <a:t>=</a:t>
            </a:r>
            <a:r>
              <a:rPr lang="zh-CN" altLang="en-US" dirty="0"/>
              <a:t> </a:t>
            </a:r>
            <a:r>
              <a:rPr lang="en" altLang="zh-CN" dirty="0"/>
              <a:t>p*w,</a:t>
            </a:r>
            <a:r>
              <a:rPr lang="zh-CN" altLang="en-US" dirty="0"/>
              <a:t> </a:t>
            </a:r>
            <a:r>
              <a:rPr lang="en" altLang="zh-CN" dirty="0"/>
              <a:t>s;</a:t>
            </a:r>
          </a:p>
          <a:p>
            <a:r>
              <a:rPr lang="en" altLang="zh-CN" dirty="0"/>
              <a:t>    </a:t>
            </a:r>
            <a:r>
              <a:rPr lang="en" altLang="zh-CN" dirty="0">
                <a:solidFill>
                  <a:srgbClr val="006699"/>
                </a:solidFill>
              </a:rPr>
              <a:t>for </a:t>
            </a:r>
            <a:r>
              <a:rPr lang="en" altLang="zh-CN" dirty="0"/>
              <a:t>(</a:t>
            </a:r>
            <a:r>
              <a:rPr lang="en" altLang="zh-CN" dirty="0">
                <a:solidFill>
                  <a:srgbClr val="808080"/>
                </a:solidFill>
              </a:rPr>
              <a:t>int</a:t>
            </a:r>
            <a:r>
              <a:rPr lang="en" altLang="zh-CN" dirty="0"/>
              <a:t> </a:t>
            </a:r>
            <a:r>
              <a:rPr lang="en" altLang="zh-CN" dirty="0" err="1"/>
              <a:t>i</a:t>
            </a:r>
            <a:r>
              <a:rPr lang="en" altLang="zh-CN" dirty="0"/>
              <a:t> =</a:t>
            </a:r>
            <a:r>
              <a:rPr lang="zh-CN" altLang="en-US" dirty="0"/>
              <a:t> </a:t>
            </a:r>
            <a:r>
              <a:rPr lang="en" altLang="zh-CN" dirty="0"/>
              <a:t>0;</a:t>
            </a:r>
            <a:r>
              <a:rPr lang="zh-CN" altLang="en-US" dirty="0"/>
              <a:t> </a:t>
            </a:r>
            <a:r>
              <a:rPr lang="en-US" altLang="zh-CN" dirty="0"/>
              <a:t>i</a:t>
            </a:r>
            <a:r>
              <a:rPr lang="zh-CN" altLang="en-US" dirty="0"/>
              <a:t> </a:t>
            </a:r>
            <a:r>
              <a:rPr lang="en" altLang="zh-CN" dirty="0"/>
              <a:t>&lt;</a:t>
            </a:r>
            <a:r>
              <a:rPr lang="zh-CN" altLang="en-US" dirty="0"/>
              <a:t> </a:t>
            </a:r>
            <a:r>
              <a:rPr lang="en" altLang="zh-CN" dirty="0"/>
              <a:t>6;</a:t>
            </a:r>
            <a:r>
              <a:rPr lang="zh-CN" altLang="en-US" dirty="0"/>
              <a:t> </a:t>
            </a:r>
            <a:r>
              <a:rPr lang="en" altLang="zh-CN" dirty="0"/>
              <a:t>++ </a:t>
            </a:r>
            <a:r>
              <a:rPr lang="en" altLang="zh-CN" dirty="0" err="1"/>
              <a:t>i</a:t>
            </a:r>
            <a:r>
              <a:rPr lang="en" altLang="zh-CN" dirty="0"/>
              <a:t>)</a:t>
            </a:r>
          </a:p>
          <a:p>
            <a:r>
              <a:rPr lang="en" altLang="zh-CN" dirty="0"/>
              <a:t>        </a:t>
            </a:r>
            <a:r>
              <a:rPr lang="en" altLang="zh-CN" dirty="0">
                <a:solidFill>
                  <a:srgbClr val="006699"/>
                </a:solidFill>
              </a:rPr>
              <a:t>if </a:t>
            </a:r>
            <a:r>
              <a:rPr lang="en" altLang="zh-CN" dirty="0"/>
              <a:t>(a[</a:t>
            </a:r>
            <a:r>
              <a:rPr lang="en" altLang="zh-CN" dirty="0" err="1"/>
              <a:t>i</a:t>
            </a:r>
            <a:r>
              <a:rPr lang="en" altLang="zh-CN" dirty="0"/>
              <a:t>]</a:t>
            </a:r>
            <a:r>
              <a:rPr lang="zh-CN" altLang="en-US" dirty="0"/>
              <a:t> </a:t>
            </a:r>
            <a:r>
              <a:rPr lang="en" altLang="zh-CN" dirty="0"/>
              <a:t>&lt;=</a:t>
            </a:r>
            <a:r>
              <a:rPr lang="zh-CN" altLang="en-US" dirty="0"/>
              <a:t> </a:t>
            </a:r>
            <a:r>
              <a:rPr lang="en" altLang="zh-CN" dirty="0"/>
              <a:t>m){</a:t>
            </a:r>
          </a:p>
          <a:p>
            <a:r>
              <a:rPr lang="zh-CN" altLang="en-US" dirty="0"/>
              <a:t>            </a:t>
            </a:r>
            <a:r>
              <a:rPr lang="en" altLang="zh-CN" dirty="0"/>
              <a:t>s</a:t>
            </a:r>
            <a:r>
              <a:rPr lang="zh-CN" altLang="en-US" dirty="0"/>
              <a:t> </a:t>
            </a:r>
            <a:r>
              <a:rPr lang="en" altLang="zh-CN" dirty="0"/>
              <a:t>=</a:t>
            </a:r>
            <a:r>
              <a:rPr lang="zh-CN" altLang="en-US" dirty="0"/>
              <a:t> </a:t>
            </a:r>
            <a:r>
              <a:rPr lang="en" altLang="zh-CN" dirty="0"/>
              <a:t>f1</a:t>
            </a:r>
            <a:r>
              <a:rPr lang="zh-CN" altLang="en-US" dirty="0"/>
              <a:t> </a:t>
            </a:r>
            <a:r>
              <a:rPr lang="en" altLang="zh-CN" dirty="0"/>
              <a:t>*</a:t>
            </a:r>
            <a:r>
              <a:rPr lang="zh-CN" altLang="en-US" dirty="0"/>
              <a:t> </a:t>
            </a:r>
            <a:r>
              <a:rPr lang="en" altLang="zh-CN" dirty="0"/>
              <a:t>(min(m,</a:t>
            </a:r>
            <a:r>
              <a:rPr lang="zh-CN" altLang="en-US" dirty="0"/>
              <a:t> </a:t>
            </a:r>
            <a:r>
              <a:rPr lang="en" altLang="zh-CN" dirty="0"/>
              <a:t>b[</a:t>
            </a:r>
            <a:r>
              <a:rPr lang="en" altLang="zh-CN" dirty="0" err="1"/>
              <a:t>i</a:t>
            </a:r>
            <a:r>
              <a:rPr lang="en" altLang="zh-CN" dirty="0"/>
              <a:t>])</a:t>
            </a:r>
            <a:r>
              <a:rPr lang="zh-CN" altLang="en-US" dirty="0"/>
              <a:t> </a:t>
            </a:r>
            <a:r>
              <a:rPr lang="en" altLang="zh-CN" dirty="0"/>
              <a:t>-</a:t>
            </a:r>
            <a:r>
              <a:rPr lang="zh-CN" altLang="en-US" dirty="0"/>
              <a:t> </a:t>
            </a:r>
            <a:r>
              <a:rPr lang="en" altLang="zh-CN" dirty="0"/>
              <a:t>a[</a:t>
            </a:r>
            <a:r>
              <a:rPr lang="en" altLang="zh-CN" dirty="0" err="1"/>
              <a:t>i</a:t>
            </a:r>
            <a:r>
              <a:rPr lang="en" altLang="zh-CN" dirty="0"/>
              <a:t>])</a:t>
            </a:r>
            <a:r>
              <a:rPr lang="zh-CN" altLang="en-US" dirty="0"/>
              <a:t> </a:t>
            </a:r>
            <a:r>
              <a:rPr lang="en" altLang="zh-CN" dirty="0"/>
              <a:t>*</a:t>
            </a:r>
            <a:r>
              <a:rPr lang="zh-CN" altLang="en-US" dirty="0"/>
              <a:t> </a:t>
            </a:r>
            <a:r>
              <a:rPr lang="en" altLang="zh-CN" dirty="0"/>
              <a:t>d[</a:t>
            </a:r>
            <a:r>
              <a:rPr lang="en" altLang="zh-CN" dirty="0" err="1"/>
              <a:t>i</a:t>
            </a:r>
            <a:r>
              <a:rPr lang="en" altLang="zh-CN" dirty="0"/>
              <a:t>];</a:t>
            </a:r>
          </a:p>
          <a:p>
            <a:endParaRPr lang="en-US" altLang="zh-CN" dirty="0"/>
          </a:p>
          <a:p>
            <a:r>
              <a:rPr lang="zh-CN" altLang="en-US" dirty="0"/>
              <a:t>            </a:t>
            </a:r>
            <a:r>
              <a:rPr lang="en" altLang="zh-CN" dirty="0"/>
              <a:t>f+=s;</a:t>
            </a:r>
          </a:p>
          <a:p>
            <a:r>
              <a:rPr lang="zh-CN" altLang="en-US" dirty="0"/>
              <a:t>        </a:t>
            </a:r>
            <a:r>
              <a:rPr lang="en" altLang="zh-CN" dirty="0"/>
              <a:t>}</a:t>
            </a:r>
          </a:p>
          <a:p>
            <a:r>
              <a:rPr lang="en" altLang="zh-CN" dirty="0"/>
              <a:t>    </a:t>
            </a:r>
            <a:r>
              <a:rPr lang="en" altLang="zh-CN" dirty="0" err="1"/>
              <a:t>cout</a:t>
            </a:r>
            <a:r>
              <a:rPr lang="en" altLang="zh-CN" dirty="0"/>
              <a:t> &lt;&lt;</a:t>
            </a:r>
            <a:r>
              <a:rPr lang="zh-CN" altLang="en-US" dirty="0"/>
              <a:t> </a:t>
            </a:r>
            <a:r>
              <a:rPr lang="en" altLang="zh-CN" dirty="0"/>
              <a:t>fixed</a:t>
            </a:r>
            <a:r>
              <a:rPr lang="zh-CN" altLang="en-US" dirty="0"/>
              <a:t> </a:t>
            </a:r>
            <a:r>
              <a:rPr lang="en" altLang="zh-CN" dirty="0"/>
              <a:t>&lt;&lt; </a:t>
            </a:r>
            <a:r>
              <a:rPr lang="en" altLang="zh-CN" dirty="0" err="1"/>
              <a:t>setprecision</a:t>
            </a:r>
            <a:r>
              <a:rPr lang="en" altLang="zh-CN" dirty="0"/>
              <a:t> (0)</a:t>
            </a:r>
            <a:r>
              <a:rPr lang="zh-CN" altLang="en-US" dirty="0"/>
              <a:t> </a:t>
            </a:r>
            <a:r>
              <a:rPr lang="en" altLang="zh-CN" dirty="0"/>
              <a:t>&lt;&lt;</a:t>
            </a:r>
            <a:r>
              <a:rPr lang="zh-CN" altLang="en-US" dirty="0"/>
              <a:t> </a:t>
            </a:r>
            <a:r>
              <a:rPr lang="en" altLang="zh-CN" dirty="0"/>
              <a:t>f/100.0;</a:t>
            </a:r>
          </a:p>
          <a:p>
            <a:r>
              <a:rPr lang="en" altLang="zh-CN" dirty="0"/>
              <a:t>    </a:t>
            </a:r>
            <a:r>
              <a:rPr lang="en" altLang="zh-CN" dirty="0">
                <a:solidFill>
                  <a:srgbClr val="006699"/>
                </a:solidFill>
              </a:rPr>
              <a:t>return </a:t>
            </a:r>
            <a:r>
              <a:rPr lang="en" altLang="zh-CN" dirty="0"/>
              <a:t>0;</a:t>
            </a:r>
          </a:p>
          <a:p>
            <a:r>
              <a:rPr lang="en" altLang="zh-CN" dirty="0"/>
              <a:t>}</a:t>
            </a:r>
          </a:p>
        </p:txBody>
      </p:sp>
      <p:sp>
        <p:nvSpPr>
          <p:cNvPr id="12" name="矩形 11"/>
          <p:cNvSpPr/>
          <p:nvPr/>
        </p:nvSpPr>
        <p:spPr>
          <a:xfrm>
            <a:off x="1036734" y="1284829"/>
            <a:ext cx="615788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It</a:t>
            </a:r>
            <a:r>
              <a:rPr lang="zh-C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 </a:t>
            </a:r>
            <a:r>
              <a:rPr lang="en-US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was</a:t>
            </a:r>
            <a:r>
              <a:rPr lang="zh-C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 </a:t>
            </a:r>
            <a:r>
              <a:rPr lang="en-US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repeat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ed </a:t>
            </a:r>
            <a:r>
              <a:rPr lang="en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5 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times</a:t>
            </a:r>
            <a:r>
              <a:rPr lang="en-US" altLang="zh-CN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:</a:t>
            </a:r>
            <a:r>
              <a:rPr lang="en" altLang="en-US" sz="1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 "Does the distance exceed the upper limit of a certain stage?", "Yes, so what? No, so what?"</a:t>
            </a:r>
            <a:endParaRPr lang="en-US" altLang="zh-CN" sz="14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r>
              <a:rPr lang="e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Repetitive tasks can be solved with loops</a:t>
            </a:r>
            <a:endParaRPr lang="zh-CN" altLang="en-US" sz="1400" dirty="0">
              <a:solidFill>
                <a:srgbClr val="FF0000"/>
              </a:solidFill>
              <a:latin typeface="Aptos Display" panose="020B0004020202020204" pitchFamily="34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2108137" y="4683693"/>
            <a:ext cx="967858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</a:t>
            </a:r>
            <a:r>
              <a:rPr lang="en" altLang="zh-CN" sz="12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“ ”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“*(”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min(m,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b[</a:t>
            </a:r>
            <a:r>
              <a:rPr lang="en" altLang="zh-CN" sz="12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])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“-”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</a:t>
            </a:r>
            <a:r>
              <a:rPr lang="en" altLang="zh-CN" sz="12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“)*”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d[</a:t>
            </a:r>
            <a:r>
              <a:rPr lang="en" altLang="zh-CN" sz="12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“=&gt;”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zh-CN" altLang="en-US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 </a:t>
            </a:r>
            <a:r>
              <a:rPr lang="en" altLang="zh-CN" sz="12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zh-CN" altLang="en-US" sz="12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6868672" y="4416594"/>
            <a:ext cx="239873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Use </a:t>
            </a:r>
            <a:r>
              <a:rPr lang="en" altLang="zh-CN" sz="1400" dirty="0" err="1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cout </a:t>
            </a:r>
            <a:r>
              <a:rPr lang="e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to debug the program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2" grpId="0"/>
      <p:bldP spid="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Example </a:t>
            </a:r>
            <a:r>
              <a:rPr lang="en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- </a:t>
            </a:r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Calculating freight by </a:t>
            </a:r>
            <a:r>
              <a:rPr lang="en-US" altLang="zh-CN" sz="400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stages</a:t>
            </a:r>
            <a:endParaRPr lang="en-US" altLang="zh-CN" sz="40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1" name="内容占位符 2"/>
          <p:cNvSpPr txBox="1"/>
          <p:nvPr/>
        </p:nvSpPr>
        <p:spPr>
          <a:xfrm>
            <a:off x="678608" y="1647036"/>
            <a:ext cx="10634659" cy="3970318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zh-CN" dirty="0">
                <a:solidFill>
                  <a:srgbClr val="808080"/>
                </a:solidFill>
              </a:rPr>
              <a:t>#include &lt;bits/stdc++.h&gt;</a:t>
            </a:r>
            <a:endParaRPr lang="zh-CN" altLang="zh-CN" dirty="0">
              <a:solidFill>
                <a:schemeClr val="tx1"/>
              </a:solidFill>
            </a:endParaRPr>
          </a:p>
          <a:p>
            <a:r>
              <a:rPr lang="en" altLang="zh-CN" dirty="0">
                <a:solidFill>
                  <a:srgbClr val="006699"/>
                </a:solidFill>
              </a:rPr>
              <a:t>using</a:t>
            </a:r>
            <a:r>
              <a:rPr lang="en" altLang="zh-CN" dirty="0">
                <a:solidFill>
                  <a:schemeClr val="tx1"/>
                </a:solidFill>
              </a:rPr>
              <a:t> </a:t>
            </a:r>
            <a:r>
              <a:rPr lang="en" altLang="zh-CN" dirty="0">
                <a:solidFill>
                  <a:srgbClr val="006699"/>
                </a:solidFill>
              </a:rPr>
              <a:t>namespace</a:t>
            </a:r>
            <a:r>
              <a:rPr lang="en" altLang="zh-CN" dirty="0">
                <a:solidFill>
                  <a:schemeClr val="tx1"/>
                </a:solidFill>
              </a:rPr>
              <a:t> </a:t>
            </a:r>
            <a:r>
              <a:rPr lang="en" altLang="zh-CN" dirty="0">
                <a:solidFill>
                  <a:srgbClr val="000000"/>
                </a:solidFill>
              </a:rPr>
              <a:t>std;</a:t>
            </a:r>
            <a:endParaRPr lang="en-US" altLang="zh-CN" dirty="0">
              <a:solidFill>
                <a:srgbClr val="000000"/>
              </a:solidFill>
            </a:endParaRPr>
          </a:p>
          <a:p>
            <a:r>
              <a:rPr lang="en" altLang="zh-CN" dirty="0">
                <a:solidFill>
                  <a:srgbClr val="808080"/>
                </a:solidFill>
              </a:rPr>
              <a:t>struct </a:t>
            </a:r>
            <a:r>
              <a:rPr lang="en" altLang="zh-CN" dirty="0"/>
              <a:t>ss{</a:t>
            </a:r>
          </a:p>
          <a:p>
            <a:r>
              <a:rPr lang="en" altLang="zh-CN" dirty="0"/>
              <a:t>    </a:t>
            </a:r>
            <a:r>
              <a:rPr lang="en" altLang="zh-CN" dirty="0">
                <a:solidFill>
                  <a:srgbClr val="808080"/>
                </a:solidFill>
              </a:rPr>
              <a:t>int</a:t>
            </a:r>
            <a:r>
              <a:rPr lang="en" altLang="zh-CN" dirty="0"/>
              <a:t> a,</a:t>
            </a:r>
            <a:r>
              <a:rPr lang="zh-CN" altLang="en-US" dirty="0"/>
              <a:t> </a:t>
            </a:r>
            <a:r>
              <a:rPr lang="en" altLang="zh-CN" dirty="0"/>
              <a:t>b,</a:t>
            </a:r>
            <a:r>
              <a:rPr lang="zh-CN" altLang="en-US" dirty="0"/>
              <a:t> </a:t>
            </a:r>
            <a:r>
              <a:rPr lang="en" altLang="zh-CN" dirty="0"/>
              <a:t>d;</a:t>
            </a:r>
          </a:p>
          <a:p>
            <a:r>
              <a:rPr lang="en" altLang="zh-CN" dirty="0"/>
              <a:t>}</a:t>
            </a:r>
            <a:r>
              <a:rPr lang="en" altLang="zh-CN" dirty="0" err="1"/>
              <a:t>ph</a:t>
            </a:r>
            <a:r>
              <a:rPr lang="en" altLang="zh-CN" dirty="0"/>
              <a:t>[6]</a:t>
            </a:r>
            <a:r>
              <a:rPr lang="zh-CN" altLang="en-US" dirty="0"/>
              <a:t> </a:t>
            </a:r>
            <a:r>
              <a:rPr lang="en" altLang="zh-CN" dirty="0"/>
              <a:t>=</a:t>
            </a:r>
            <a:r>
              <a:rPr lang="zh-CN" altLang="en-US" dirty="0"/>
              <a:t> </a:t>
            </a:r>
            <a:r>
              <a:rPr lang="en" altLang="zh-CN" dirty="0"/>
              <a:t>{{0,250,100},</a:t>
            </a:r>
            <a:r>
              <a:rPr lang="zh-CN" altLang="en-US" dirty="0"/>
              <a:t> </a:t>
            </a:r>
            <a:r>
              <a:rPr lang="en" altLang="zh-CN" dirty="0"/>
              <a:t>{250,500,98},</a:t>
            </a:r>
            <a:r>
              <a:rPr lang="zh-CN" altLang="en-US" dirty="0"/>
              <a:t> </a:t>
            </a:r>
            <a:r>
              <a:rPr lang="en" altLang="zh-CN" dirty="0"/>
              <a:t>{500,1000,95},</a:t>
            </a:r>
            <a:r>
              <a:rPr lang="zh-CN" altLang="en-US" dirty="0"/>
              <a:t> </a:t>
            </a:r>
            <a:r>
              <a:rPr lang="en" altLang="zh-CN" dirty="0"/>
              <a:t>{1000,2000,92},</a:t>
            </a:r>
            <a:r>
              <a:rPr lang="zh-CN" altLang="en-US" dirty="0"/>
              <a:t> </a:t>
            </a:r>
            <a:r>
              <a:rPr lang="en" altLang="zh-CN" dirty="0"/>
              <a:t>{2000,3000,90},</a:t>
            </a:r>
            <a:r>
              <a:rPr lang="zh-CN" altLang="en-US" dirty="0"/>
              <a:t> </a:t>
            </a:r>
            <a:r>
              <a:rPr lang="en" altLang="zh-CN" dirty="0"/>
              <a:t>{3000,100000,85}};</a:t>
            </a:r>
          </a:p>
          <a:p>
            <a:r>
              <a:rPr lang="en" altLang="zh-CN" dirty="0">
                <a:solidFill>
                  <a:srgbClr val="808080"/>
                </a:solidFill>
              </a:rPr>
              <a:t>int</a:t>
            </a:r>
            <a:r>
              <a:rPr lang="en" altLang="zh-CN" dirty="0">
                <a:solidFill>
                  <a:schemeClr val="tx1"/>
                </a:solidFill>
              </a:rPr>
              <a:t> </a:t>
            </a:r>
            <a:r>
              <a:rPr lang="en" altLang="zh-CN" dirty="0">
                <a:solidFill>
                  <a:srgbClr val="000000"/>
                </a:solidFill>
              </a:rPr>
              <a:t>main(){</a:t>
            </a:r>
            <a:endParaRPr lang="zh-CN" altLang="zh-CN" dirty="0">
              <a:solidFill>
                <a:schemeClr val="tx1"/>
              </a:solidFill>
            </a:endParaRPr>
          </a:p>
          <a:p>
            <a:r>
              <a:rPr lang="en" altLang="zh-CN" dirty="0"/>
              <a:t>    </a:t>
            </a:r>
            <a:r>
              <a:rPr lang="en" altLang="zh-CN" dirty="0">
                <a:solidFill>
                  <a:srgbClr val="808080"/>
                </a:solidFill>
              </a:rPr>
              <a:t>int</a:t>
            </a:r>
            <a:r>
              <a:rPr lang="en" altLang="zh-CN" dirty="0"/>
              <a:t> p,</a:t>
            </a:r>
            <a:r>
              <a:rPr lang="zh-CN" altLang="en-US" dirty="0"/>
              <a:t> </a:t>
            </a:r>
            <a:r>
              <a:rPr lang="en" altLang="zh-CN" dirty="0"/>
              <a:t>w,</a:t>
            </a:r>
            <a:r>
              <a:rPr lang="zh-CN" altLang="en-US" dirty="0"/>
              <a:t> </a:t>
            </a:r>
            <a:r>
              <a:rPr lang="en" altLang="zh-CN" dirty="0"/>
              <a:t>m;</a:t>
            </a:r>
          </a:p>
          <a:p>
            <a:r>
              <a:rPr lang="en" altLang="zh-CN" dirty="0"/>
              <a:t>    </a:t>
            </a:r>
            <a:r>
              <a:rPr lang="en" altLang="zh-CN" dirty="0" err="1"/>
              <a:t>cin</a:t>
            </a:r>
            <a:r>
              <a:rPr lang="en" altLang="zh-CN" dirty="0"/>
              <a:t> &gt;&gt;</a:t>
            </a:r>
            <a:r>
              <a:rPr lang="zh-CN" altLang="en-US" dirty="0"/>
              <a:t> </a:t>
            </a:r>
            <a:r>
              <a:rPr lang="en" altLang="zh-CN" dirty="0"/>
              <a:t>p</a:t>
            </a:r>
            <a:r>
              <a:rPr lang="zh-CN" altLang="en-US" dirty="0"/>
              <a:t> </a:t>
            </a:r>
            <a:r>
              <a:rPr lang="en" altLang="zh-CN" dirty="0"/>
              <a:t>&gt;&gt;</a:t>
            </a:r>
            <a:r>
              <a:rPr lang="zh-CN" altLang="en-US" dirty="0"/>
              <a:t> </a:t>
            </a:r>
            <a:r>
              <a:rPr lang="en" altLang="zh-CN" dirty="0"/>
              <a:t>w</a:t>
            </a:r>
            <a:r>
              <a:rPr lang="zh-CN" altLang="en-US" dirty="0"/>
              <a:t> </a:t>
            </a:r>
            <a:r>
              <a:rPr lang="en" altLang="zh-CN" dirty="0"/>
              <a:t>&gt;&gt;</a:t>
            </a:r>
            <a:r>
              <a:rPr lang="zh-CN" altLang="en-US" dirty="0"/>
              <a:t> </a:t>
            </a:r>
            <a:r>
              <a:rPr lang="en" altLang="zh-CN" dirty="0"/>
              <a:t>m;</a:t>
            </a:r>
          </a:p>
          <a:p>
            <a:r>
              <a:rPr lang="en" altLang="zh-CN" dirty="0"/>
              <a:t>    </a:t>
            </a:r>
            <a:r>
              <a:rPr lang="en" altLang="zh-CN" dirty="0">
                <a:solidFill>
                  <a:srgbClr val="808080"/>
                </a:solidFill>
              </a:rPr>
              <a:t>long</a:t>
            </a:r>
            <a:r>
              <a:rPr lang="en" altLang="zh-CN" dirty="0"/>
              <a:t> </a:t>
            </a:r>
            <a:r>
              <a:rPr lang="en" altLang="zh-CN" dirty="0">
                <a:solidFill>
                  <a:srgbClr val="808080"/>
                </a:solidFill>
              </a:rPr>
              <a:t>long </a:t>
            </a:r>
            <a:r>
              <a:rPr lang="en" altLang="zh-CN" dirty="0"/>
              <a:t>f</a:t>
            </a:r>
            <a:r>
              <a:rPr lang="zh-CN" altLang="en-US" dirty="0"/>
              <a:t> </a:t>
            </a:r>
            <a:r>
              <a:rPr lang="en" altLang="zh-CN" dirty="0"/>
              <a:t>=</a:t>
            </a:r>
            <a:r>
              <a:rPr lang="zh-CN" altLang="en-US" dirty="0"/>
              <a:t> </a:t>
            </a:r>
            <a:r>
              <a:rPr lang="en" altLang="zh-CN" dirty="0"/>
              <a:t>0,f1</a:t>
            </a:r>
            <a:r>
              <a:rPr lang="zh-CN" altLang="en-US" dirty="0"/>
              <a:t> </a:t>
            </a:r>
            <a:r>
              <a:rPr lang="en" altLang="zh-CN" dirty="0"/>
              <a:t>=</a:t>
            </a:r>
            <a:r>
              <a:rPr lang="zh-CN" altLang="en-US" dirty="0"/>
              <a:t> </a:t>
            </a:r>
            <a:r>
              <a:rPr lang="en" altLang="zh-CN" dirty="0"/>
              <a:t>p*w,</a:t>
            </a:r>
            <a:r>
              <a:rPr lang="zh-CN" altLang="en-US" dirty="0"/>
              <a:t> </a:t>
            </a:r>
            <a:r>
              <a:rPr lang="en" altLang="zh-CN" dirty="0"/>
              <a:t>s;</a:t>
            </a:r>
          </a:p>
          <a:p>
            <a:r>
              <a:rPr lang="en" altLang="zh-CN" dirty="0"/>
              <a:t>    </a:t>
            </a:r>
            <a:r>
              <a:rPr lang="en" altLang="zh-CN" dirty="0">
                <a:solidFill>
                  <a:srgbClr val="006699"/>
                </a:solidFill>
              </a:rPr>
              <a:t>for </a:t>
            </a:r>
            <a:r>
              <a:rPr lang="en" altLang="zh-CN" dirty="0"/>
              <a:t>(</a:t>
            </a:r>
            <a:r>
              <a:rPr lang="en" altLang="zh-CN" dirty="0">
                <a:solidFill>
                  <a:srgbClr val="808080"/>
                </a:solidFill>
              </a:rPr>
              <a:t>int</a:t>
            </a:r>
            <a:r>
              <a:rPr lang="en" altLang="zh-CN" dirty="0"/>
              <a:t> </a:t>
            </a:r>
            <a:r>
              <a:rPr lang="en" altLang="zh-CN" dirty="0" err="1"/>
              <a:t>i</a:t>
            </a:r>
            <a:r>
              <a:rPr lang="en" altLang="zh-CN" dirty="0"/>
              <a:t> =</a:t>
            </a:r>
            <a:r>
              <a:rPr lang="zh-CN" altLang="en-US" dirty="0"/>
              <a:t> </a:t>
            </a:r>
            <a:r>
              <a:rPr lang="en" altLang="zh-CN" dirty="0"/>
              <a:t>0;</a:t>
            </a:r>
            <a:r>
              <a:rPr lang="zh-CN" altLang="en-US" dirty="0"/>
              <a:t> </a:t>
            </a:r>
            <a:r>
              <a:rPr lang="en-AU" altLang="zh-CN" dirty="0"/>
              <a:t>I</a:t>
            </a:r>
            <a:r>
              <a:rPr lang="zh-CN" altLang="en-US" dirty="0"/>
              <a:t> </a:t>
            </a:r>
            <a:r>
              <a:rPr lang="en" altLang="zh-CN" dirty="0"/>
              <a:t>&lt;</a:t>
            </a:r>
            <a:r>
              <a:rPr lang="zh-CN" altLang="en-US" dirty="0"/>
              <a:t> </a:t>
            </a:r>
            <a:r>
              <a:rPr lang="en" altLang="zh-CN" dirty="0"/>
              <a:t>6;</a:t>
            </a:r>
            <a:r>
              <a:rPr lang="zh-CN" altLang="en-US" dirty="0"/>
              <a:t> </a:t>
            </a:r>
            <a:r>
              <a:rPr lang="en" altLang="zh-CN" dirty="0"/>
              <a:t>++ </a:t>
            </a:r>
            <a:r>
              <a:rPr lang="en" altLang="zh-CN" dirty="0" err="1"/>
              <a:t>i</a:t>
            </a:r>
            <a:r>
              <a:rPr lang="en" altLang="zh-CN" dirty="0"/>
              <a:t>)</a:t>
            </a:r>
          </a:p>
          <a:p>
            <a:r>
              <a:rPr lang="en" altLang="zh-CN" dirty="0"/>
              <a:t>        </a:t>
            </a:r>
            <a:r>
              <a:rPr lang="en" altLang="zh-CN" dirty="0">
                <a:solidFill>
                  <a:srgbClr val="006699"/>
                </a:solidFill>
              </a:rPr>
              <a:t>if </a:t>
            </a:r>
            <a:r>
              <a:rPr lang="en" altLang="zh-CN" dirty="0"/>
              <a:t>(</a:t>
            </a:r>
            <a:r>
              <a:rPr lang="en" altLang="zh-CN" dirty="0" err="1"/>
              <a:t>ph</a:t>
            </a:r>
            <a:r>
              <a:rPr lang="en" altLang="zh-CN" dirty="0"/>
              <a:t>[</a:t>
            </a:r>
            <a:r>
              <a:rPr lang="en" altLang="zh-CN" dirty="0" err="1"/>
              <a:t>i</a:t>
            </a:r>
            <a:r>
              <a:rPr lang="en" altLang="zh-CN" dirty="0"/>
              <a:t>].a</a:t>
            </a:r>
            <a:r>
              <a:rPr lang="zh-CN" altLang="en-US" dirty="0"/>
              <a:t> </a:t>
            </a:r>
            <a:r>
              <a:rPr lang="en" altLang="zh-CN" dirty="0"/>
              <a:t>&lt;=</a:t>
            </a:r>
            <a:r>
              <a:rPr lang="zh-CN" altLang="en-US" dirty="0"/>
              <a:t> </a:t>
            </a:r>
            <a:r>
              <a:rPr lang="en" altLang="zh-CN" dirty="0"/>
              <a:t>m){</a:t>
            </a:r>
          </a:p>
          <a:p>
            <a:r>
              <a:rPr lang="zh-CN" altLang="en-US" dirty="0"/>
              <a:t>            </a:t>
            </a:r>
            <a:r>
              <a:rPr lang="en" altLang="zh-CN" dirty="0"/>
              <a:t>s</a:t>
            </a:r>
            <a:r>
              <a:rPr lang="zh-CN" altLang="en-US" dirty="0"/>
              <a:t> </a:t>
            </a:r>
            <a:r>
              <a:rPr lang="en" altLang="zh-CN" dirty="0"/>
              <a:t>=</a:t>
            </a:r>
            <a:r>
              <a:rPr lang="zh-CN" altLang="en-US" dirty="0"/>
              <a:t> </a:t>
            </a:r>
            <a:r>
              <a:rPr lang="en" altLang="zh-CN" dirty="0"/>
              <a:t>f1</a:t>
            </a:r>
            <a:r>
              <a:rPr lang="zh-CN" altLang="en-US" dirty="0"/>
              <a:t>  </a:t>
            </a:r>
            <a:r>
              <a:rPr lang="en" altLang="zh-CN" dirty="0"/>
              <a:t>*(min(m,</a:t>
            </a:r>
            <a:r>
              <a:rPr lang="zh-CN" altLang="en-US" dirty="0"/>
              <a:t> </a:t>
            </a:r>
            <a:r>
              <a:rPr lang="en" altLang="zh-CN" dirty="0" err="1"/>
              <a:t>ph</a:t>
            </a:r>
            <a:r>
              <a:rPr lang="en" altLang="zh-CN" dirty="0"/>
              <a:t>[ </a:t>
            </a:r>
            <a:r>
              <a:rPr lang="en" altLang="zh-CN" dirty="0" err="1"/>
              <a:t>i</a:t>
            </a:r>
            <a:r>
              <a:rPr lang="en" altLang="zh-CN" dirty="0"/>
              <a:t> ].b)</a:t>
            </a:r>
            <a:r>
              <a:rPr lang="zh-CN" altLang="en-US" dirty="0"/>
              <a:t> </a:t>
            </a:r>
            <a:r>
              <a:rPr lang="en" altLang="zh-CN" dirty="0"/>
              <a:t>- </a:t>
            </a:r>
            <a:r>
              <a:rPr lang="en" altLang="zh-CN" dirty="0" err="1"/>
              <a:t>ph</a:t>
            </a:r>
            <a:r>
              <a:rPr lang="en" altLang="zh-CN" dirty="0"/>
              <a:t>[</a:t>
            </a:r>
            <a:r>
              <a:rPr lang="en" altLang="zh-CN" dirty="0" err="1"/>
              <a:t>i</a:t>
            </a:r>
            <a:r>
              <a:rPr lang="en" altLang="zh-CN" dirty="0"/>
              <a:t>].a)</a:t>
            </a:r>
            <a:r>
              <a:rPr lang="zh-CN" altLang="en-US" dirty="0"/>
              <a:t> </a:t>
            </a:r>
            <a:r>
              <a:rPr lang="en" altLang="zh-CN" dirty="0"/>
              <a:t>* </a:t>
            </a:r>
            <a:r>
              <a:rPr lang="en" altLang="zh-CN" dirty="0" err="1"/>
              <a:t>ph</a:t>
            </a:r>
            <a:r>
              <a:rPr lang="en" altLang="zh-CN" dirty="0"/>
              <a:t>[</a:t>
            </a:r>
            <a:r>
              <a:rPr lang="en" altLang="zh-CN" dirty="0" err="1"/>
              <a:t>i</a:t>
            </a:r>
            <a:r>
              <a:rPr lang="en" altLang="zh-CN" dirty="0"/>
              <a:t>].d;</a:t>
            </a:r>
          </a:p>
          <a:p>
            <a:r>
              <a:rPr lang="en" altLang="zh-CN" dirty="0"/>
              <a:t>            </a:t>
            </a:r>
            <a:r>
              <a:rPr lang="en" altLang="zh-CN" sz="1200" dirty="0" err="1"/>
              <a:t>cout</a:t>
            </a:r>
            <a:r>
              <a:rPr lang="en" altLang="zh-CN" sz="1200" dirty="0"/>
              <a:t> &lt;&lt; </a:t>
            </a:r>
            <a:r>
              <a:rPr lang="en" altLang="zh-CN" sz="1200" dirty="0" err="1"/>
              <a:t>i</a:t>
            </a:r>
            <a:r>
              <a:rPr lang="en" altLang="zh-CN" sz="1200" dirty="0"/>
              <a:t> &lt;&lt;</a:t>
            </a:r>
            <a:r>
              <a:rPr lang="zh-CN" altLang="en-US" sz="1200" dirty="0"/>
              <a:t> </a:t>
            </a:r>
            <a:r>
              <a:rPr lang="en" altLang="zh-CN" sz="1200" dirty="0"/>
              <a:t>“ </a:t>
            </a:r>
            <a:r>
              <a:rPr lang="zh-CN" altLang="en-US" sz="1200" dirty="0"/>
              <a:t> </a:t>
            </a:r>
            <a:r>
              <a:rPr lang="en" altLang="zh-CN" sz="1200" dirty="0"/>
              <a:t>”</a:t>
            </a:r>
            <a:r>
              <a:rPr lang="zh-CN" altLang="en-US" sz="1200" dirty="0"/>
              <a:t> </a:t>
            </a:r>
            <a:r>
              <a:rPr lang="en" altLang="zh-CN" sz="1200" dirty="0"/>
              <a:t>&lt;&lt;</a:t>
            </a:r>
            <a:r>
              <a:rPr lang="zh-CN" altLang="en-US" sz="1200" dirty="0"/>
              <a:t> </a:t>
            </a:r>
            <a:r>
              <a:rPr lang="en" altLang="zh-CN" sz="1200" dirty="0"/>
              <a:t>f1</a:t>
            </a:r>
            <a:r>
              <a:rPr lang="zh-CN" altLang="en-US" sz="1200" dirty="0"/>
              <a:t> </a:t>
            </a:r>
            <a:r>
              <a:rPr lang="en" altLang="zh-CN" sz="1200" dirty="0"/>
              <a:t>&lt;&lt;</a:t>
            </a:r>
            <a:r>
              <a:rPr lang="zh-CN" altLang="en-US" sz="1200" dirty="0"/>
              <a:t> </a:t>
            </a:r>
            <a:r>
              <a:rPr lang="en-US" altLang="zh-CN" sz="1200" dirty="0"/>
              <a:t>“</a:t>
            </a:r>
            <a:r>
              <a:rPr lang="en" altLang="zh-CN" sz="1200" dirty="0"/>
              <a:t>*(</a:t>
            </a:r>
            <a:r>
              <a:rPr lang="en-US" altLang="zh-CN" sz="1200" dirty="0"/>
              <a:t>”</a:t>
            </a:r>
            <a:r>
              <a:rPr lang="zh-CN" altLang="en-US" sz="1200" dirty="0"/>
              <a:t> </a:t>
            </a:r>
            <a:r>
              <a:rPr lang="en" altLang="zh-CN" sz="1200" dirty="0"/>
              <a:t>&lt;&lt;</a:t>
            </a:r>
            <a:r>
              <a:rPr lang="zh-CN" altLang="en-US" sz="1200" dirty="0"/>
              <a:t> </a:t>
            </a:r>
            <a:r>
              <a:rPr lang="en" altLang="zh-CN" sz="1200" dirty="0"/>
              <a:t>min(m,</a:t>
            </a:r>
            <a:r>
              <a:rPr lang="zh-CN" altLang="en-US" sz="1200" dirty="0"/>
              <a:t> </a:t>
            </a:r>
            <a:r>
              <a:rPr lang="en" altLang="zh-CN" sz="1200" dirty="0" err="1"/>
              <a:t>ph</a:t>
            </a:r>
            <a:r>
              <a:rPr lang="en" altLang="zh-CN" sz="1200" dirty="0"/>
              <a:t>[</a:t>
            </a:r>
            <a:r>
              <a:rPr lang="en" altLang="zh-CN" sz="1200" dirty="0" err="1"/>
              <a:t>i</a:t>
            </a:r>
            <a:r>
              <a:rPr lang="en" altLang="zh-CN" sz="1200" dirty="0"/>
              <a:t>].b)</a:t>
            </a:r>
            <a:r>
              <a:rPr lang="zh-CN" altLang="en-US" sz="1200" dirty="0"/>
              <a:t> </a:t>
            </a:r>
            <a:r>
              <a:rPr lang="en" altLang="zh-CN" sz="1200" dirty="0"/>
              <a:t>&lt;&lt;</a:t>
            </a:r>
            <a:r>
              <a:rPr lang="zh-CN" altLang="en-US" sz="1200" dirty="0"/>
              <a:t> </a:t>
            </a:r>
            <a:r>
              <a:rPr lang="en" altLang="zh-CN" sz="1200" dirty="0"/>
              <a:t>“-”</a:t>
            </a:r>
            <a:r>
              <a:rPr lang="zh-CN" altLang="en-US" sz="1200" dirty="0"/>
              <a:t> </a:t>
            </a:r>
            <a:r>
              <a:rPr lang="en" altLang="zh-CN" sz="1200" dirty="0"/>
              <a:t>&lt;&lt; </a:t>
            </a:r>
            <a:r>
              <a:rPr lang="en" altLang="zh-CN" sz="1200" dirty="0" err="1"/>
              <a:t>ph</a:t>
            </a:r>
            <a:r>
              <a:rPr lang="en" altLang="zh-CN" sz="1200" dirty="0"/>
              <a:t>[</a:t>
            </a:r>
            <a:r>
              <a:rPr lang="en" altLang="zh-CN" sz="1200" dirty="0" err="1"/>
              <a:t>i</a:t>
            </a:r>
            <a:r>
              <a:rPr lang="en" altLang="zh-CN" sz="1200" dirty="0"/>
              <a:t>].a</a:t>
            </a:r>
            <a:r>
              <a:rPr lang="zh-CN" altLang="en-US" sz="1200" dirty="0"/>
              <a:t> </a:t>
            </a:r>
            <a:r>
              <a:rPr lang="en" altLang="zh-CN" sz="1200" dirty="0"/>
              <a:t>&lt;&lt;</a:t>
            </a:r>
            <a:r>
              <a:rPr lang="zh-CN" altLang="en-US" sz="1200" dirty="0"/>
              <a:t> </a:t>
            </a:r>
            <a:r>
              <a:rPr lang="en-US" altLang="zh-CN" sz="1200" dirty="0"/>
              <a:t>“</a:t>
            </a:r>
            <a:r>
              <a:rPr lang="en" altLang="zh-CN" sz="1200" dirty="0"/>
              <a:t>)*</a:t>
            </a:r>
            <a:r>
              <a:rPr lang="en-US" altLang="zh-CN" sz="1200" dirty="0"/>
              <a:t>”</a:t>
            </a:r>
            <a:r>
              <a:rPr lang="zh-CN" altLang="en-US" sz="1200" dirty="0"/>
              <a:t> </a:t>
            </a:r>
            <a:r>
              <a:rPr lang="en" altLang="zh-CN" sz="1200" dirty="0"/>
              <a:t>&lt;&lt; </a:t>
            </a:r>
            <a:r>
              <a:rPr lang="en" altLang="zh-CN" sz="1200" dirty="0" err="1"/>
              <a:t>ph</a:t>
            </a:r>
            <a:r>
              <a:rPr lang="en" altLang="zh-CN" sz="1200" dirty="0"/>
              <a:t>[</a:t>
            </a:r>
            <a:r>
              <a:rPr lang="en" altLang="zh-CN" sz="1200" dirty="0" err="1"/>
              <a:t>i</a:t>
            </a:r>
            <a:r>
              <a:rPr lang="en" altLang="zh-CN" sz="1200" dirty="0"/>
              <a:t>].d</a:t>
            </a:r>
            <a:r>
              <a:rPr lang="zh-CN" altLang="en-US" sz="1200" dirty="0"/>
              <a:t> </a:t>
            </a:r>
            <a:r>
              <a:rPr lang="en" altLang="zh-CN" sz="1200" dirty="0"/>
              <a:t>&lt;&lt;</a:t>
            </a:r>
            <a:r>
              <a:rPr lang="zh-CN" altLang="en-US" sz="1200" dirty="0"/>
              <a:t> </a:t>
            </a:r>
            <a:r>
              <a:rPr lang="en" altLang="zh-CN" sz="1200" dirty="0"/>
              <a:t>“=&gt;”</a:t>
            </a:r>
            <a:r>
              <a:rPr lang="zh-CN" altLang="en-US" sz="1200" dirty="0"/>
              <a:t> </a:t>
            </a:r>
            <a:r>
              <a:rPr lang="en" altLang="zh-CN" sz="1200" dirty="0"/>
              <a:t>&lt;&lt;</a:t>
            </a:r>
            <a:r>
              <a:rPr lang="zh-CN" altLang="en-US" sz="1200" dirty="0"/>
              <a:t> </a:t>
            </a:r>
            <a:r>
              <a:rPr lang="en" altLang="zh-CN" sz="1200" dirty="0"/>
              <a:t>s</a:t>
            </a:r>
            <a:r>
              <a:rPr lang="zh-CN" altLang="en-US" sz="1200" dirty="0"/>
              <a:t> </a:t>
            </a:r>
            <a:r>
              <a:rPr lang="en" altLang="zh-CN" sz="1200" dirty="0"/>
              <a:t>&lt;&lt; </a:t>
            </a:r>
            <a:r>
              <a:rPr lang="en" altLang="zh-CN" sz="1200" dirty="0" err="1"/>
              <a:t>endl</a:t>
            </a:r>
            <a:r>
              <a:rPr lang="en" altLang="zh-CN" sz="1200" dirty="0"/>
              <a:t>;</a:t>
            </a:r>
          </a:p>
          <a:p>
            <a:r>
              <a:rPr lang="zh-CN" altLang="en-US" dirty="0"/>
              <a:t>            </a:t>
            </a:r>
            <a:r>
              <a:rPr lang="en" altLang="zh-CN" dirty="0"/>
              <a:t>f+=s;</a:t>
            </a:r>
          </a:p>
          <a:p>
            <a:r>
              <a:rPr lang="zh-CN" altLang="en-US" dirty="0"/>
              <a:t>        </a:t>
            </a:r>
            <a:r>
              <a:rPr lang="en" altLang="zh-CN" dirty="0"/>
              <a:t>}</a:t>
            </a:r>
          </a:p>
          <a:p>
            <a:r>
              <a:rPr lang="en" altLang="zh-CN" dirty="0"/>
              <a:t>    </a:t>
            </a:r>
            <a:r>
              <a:rPr lang="en" altLang="zh-CN" dirty="0" err="1"/>
              <a:t>cout</a:t>
            </a:r>
            <a:r>
              <a:rPr lang="en" altLang="zh-CN" dirty="0"/>
              <a:t> &lt;&lt;</a:t>
            </a:r>
            <a:r>
              <a:rPr lang="zh-CN" altLang="en-US" dirty="0"/>
              <a:t> </a:t>
            </a:r>
            <a:r>
              <a:rPr lang="en" altLang="zh-CN" dirty="0"/>
              <a:t>fixed</a:t>
            </a:r>
            <a:r>
              <a:rPr lang="zh-CN" altLang="en-US" dirty="0"/>
              <a:t> </a:t>
            </a:r>
            <a:r>
              <a:rPr lang="en" altLang="zh-CN" dirty="0"/>
              <a:t>&lt;&lt; </a:t>
            </a:r>
            <a:r>
              <a:rPr lang="en" altLang="zh-CN" dirty="0" err="1"/>
              <a:t>setprecision</a:t>
            </a:r>
            <a:r>
              <a:rPr lang="en" altLang="zh-CN" dirty="0"/>
              <a:t> (0)</a:t>
            </a:r>
            <a:r>
              <a:rPr lang="zh-CN" altLang="en-US" dirty="0"/>
              <a:t> </a:t>
            </a:r>
            <a:r>
              <a:rPr lang="en" altLang="zh-CN" dirty="0"/>
              <a:t>&lt;&lt;</a:t>
            </a:r>
            <a:r>
              <a:rPr lang="zh-CN" altLang="en-US" dirty="0"/>
              <a:t> </a:t>
            </a:r>
            <a:r>
              <a:rPr lang="en" altLang="zh-CN" dirty="0"/>
              <a:t>f/100.0;</a:t>
            </a:r>
          </a:p>
          <a:p>
            <a:r>
              <a:rPr lang="en" altLang="zh-CN" dirty="0"/>
              <a:t>    </a:t>
            </a:r>
            <a:r>
              <a:rPr lang="en" altLang="zh-CN" dirty="0">
                <a:solidFill>
                  <a:srgbClr val="006699"/>
                </a:solidFill>
              </a:rPr>
              <a:t>return </a:t>
            </a:r>
            <a:r>
              <a:rPr lang="en" altLang="zh-CN" dirty="0"/>
              <a:t>0;</a:t>
            </a:r>
          </a:p>
          <a:p>
            <a:r>
              <a:rPr lang="en" altLang="zh-CN" dirty="0"/>
              <a:t>}</a:t>
            </a:r>
          </a:p>
        </p:txBody>
      </p:sp>
      <p:sp>
        <p:nvSpPr>
          <p:cNvPr id="12" name="矩形 11"/>
          <p:cNvSpPr/>
          <p:nvPr/>
        </p:nvSpPr>
        <p:spPr>
          <a:xfrm>
            <a:off x="678608" y="1339259"/>
            <a:ext cx="378392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You can use structures instead of </a:t>
            </a:r>
            <a:r>
              <a:rPr lang="en" altLang="zh-CN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3 </a:t>
            </a:r>
            <a:r>
              <a:rPr lang="en" altLang="en-US" sz="14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arrays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256162" y="2083715"/>
            <a:ext cx="5583676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6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#include&lt;bits/stdc++.h&gt;</a:t>
            </a:r>
            <a:endParaRPr lang="zh-CN" altLang="zh-CN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6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using</a:t>
            </a:r>
            <a:r>
              <a:rPr lang="en" altLang="zh-CN" sz="1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namespace</a:t>
            </a:r>
            <a:r>
              <a:rPr lang="en" altLang="zh-CN" sz="1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std;</a:t>
            </a:r>
            <a:endParaRPr lang="en-US" altLang="zh-CN" sz="16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6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tScore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idx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ma,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tot;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 s[305];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6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n,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j;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6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bool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tScore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s1, tScore s2){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16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(s1.tot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!=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s2.tot)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sz="16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s1.tot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s2.tot;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16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(s1.</a:t>
            </a:r>
            <a:r>
              <a:rPr lang="en-US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!=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s2.</a:t>
            </a:r>
            <a:r>
              <a:rPr lang="en-US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sz="16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s1.</a:t>
            </a:r>
            <a:r>
              <a:rPr lang="en-US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s2.</a:t>
            </a:r>
            <a:r>
              <a:rPr lang="en-US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16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s1.idx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s2.idx;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zh-CN" altLang="zh-CN" sz="16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6352162" y="2083715"/>
            <a:ext cx="5583676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6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" altLang="zh-CN" sz="1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main(){</a:t>
            </a:r>
            <a:endParaRPr lang="zh-CN" altLang="zh-CN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6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cin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&gt;&gt;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n;</a:t>
            </a:r>
            <a:endParaRPr lang="zh-CN" altLang="zh-CN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6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" altLang="zh-CN" sz="16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for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0;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n;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++){</a:t>
            </a:r>
            <a:endParaRPr lang="zh-CN" altLang="zh-CN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6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    </a:t>
            </a:r>
            <a:r>
              <a:rPr lang="en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cin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&gt;&gt;s[</a:t>
            </a:r>
            <a:r>
              <a:rPr lang="en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].</a:t>
            </a:r>
            <a:r>
              <a:rPr lang="en-US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&gt;&gt;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s[</a:t>
            </a:r>
            <a:r>
              <a:rPr lang="en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].ma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&gt;&gt;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s[</a:t>
            </a:r>
            <a:r>
              <a:rPr lang="en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].</a:t>
            </a:r>
            <a:r>
              <a:rPr lang="en-US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s[</a:t>
            </a:r>
            <a:r>
              <a:rPr lang="en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].tot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s[</a:t>
            </a:r>
            <a:r>
              <a:rPr lang="en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].</a:t>
            </a:r>
            <a:r>
              <a:rPr lang="en-US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s[</a:t>
            </a:r>
            <a:r>
              <a:rPr lang="en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].ma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s[</a:t>
            </a:r>
            <a:r>
              <a:rPr lang="en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].</a:t>
            </a:r>
            <a:r>
              <a:rPr lang="en-US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s[</a:t>
            </a:r>
            <a:r>
              <a:rPr lang="en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].</a:t>
            </a:r>
            <a:r>
              <a:rPr lang="en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idx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i+1;</a:t>
            </a:r>
            <a:endParaRPr lang="zh-CN" altLang="zh-CN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6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zh-CN" altLang="zh-CN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6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</a:t>
            </a:r>
            <a:r>
              <a:rPr lang="zh-CN" altLang="en-US" sz="16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sort(s,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s+n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zh-CN" altLang="zh-CN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6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" altLang="zh-CN" sz="16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for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0;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AU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5;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++)</a:t>
            </a:r>
            <a:endParaRPr lang="zh-CN" altLang="zh-CN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6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    </a:t>
            </a:r>
            <a:r>
              <a:rPr lang="en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idx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 </a:t>
            </a:r>
            <a:r>
              <a:rPr lang="en" altLang="zh-CN" sz="16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“ ”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tot[</a:t>
            </a:r>
            <a:r>
              <a:rPr lang="en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zh-CN" alt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zh-CN" altLang="zh-CN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6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" altLang="zh-CN" sz="16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" altLang="zh-CN" sz="1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0;</a:t>
            </a:r>
            <a:endParaRPr lang="zh-CN" altLang="zh-CN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zh-CN" altLang="zh-CN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内容占位符 5"/>
          <p:cNvSpPr>
            <a:spLocks noGrp="1"/>
          </p:cNvSpPr>
          <p:nvPr>
            <p:ph idx="1"/>
          </p:nvPr>
        </p:nvSpPr>
        <p:spPr>
          <a:xfrm>
            <a:off x="256162" y="1359601"/>
            <a:ext cx="5839838" cy="5177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structure </a:t>
            </a:r>
            <a:r>
              <a:rPr lang="en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+ </a:t>
            </a: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sorting function</a:t>
            </a:r>
          </a:p>
        </p:txBody>
      </p:sp>
      <p:sp>
        <p:nvSpPr>
          <p:cNvPr id="9" name="文本框 23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Example Question </a:t>
            </a:r>
            <a:r>
              <a:rPr lang="en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- </a:t>
            </a:r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Scholarship</a:t>
            </a:r>
          </a:p>
        </p:txBody>
      </p:sp>
      <p:sp>
        <p:nvSpPr>
          <p:cNvPr id="2" name="矩形 1"/>
          <p:cNvSpPr/>
          <p:nvPr/>
        </p:nvSpPr>
        <p:spPr>
          <a:xfrm>
            <a:off x="3739662" y="2421403"/>
            <a:ext cx="201385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Combine the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student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ID</a:t>
            </a:r>
            <a:r>
              <a:rPr lang="e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,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English</a:t>
            </a:r>
            <a:r>
              <a:rPr lang="e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, Maths,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French</a:t>
            </a:r>
            <a:r>
              <a:rPr lang="e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and total score into a structure. When sorting, if you need to swap, do it to the whole structure.</a:t>
            </a:r>
            <a:endParaRPr lang="zh-CN" altLang="zh-CN" sz="1200" dirty="0">
              <a:solidFill>
                <a:srgbClr val="FF0000"/>
              </a:solidFill>
              <a:latin typeface="Aptos Display" panose="020B0004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3739663" y="3899163"/>
            <a:ext cx="1942752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Determines whether s1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and</a:t>
            </a:r>
            <a:r>
              <a:rPr lang="en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s2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are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AU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already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in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order.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If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yes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return</a:t>
            </a:r>
            <a:r>
              <a:rPr lang="en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true; </a:t>
            </a:r>
            <a:r>
              <a:rPr lang="e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otherwise, </a:t>
            </a:r>
            <a:r>
              <a:rPr lang="en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returns false.</a:t>
            </a:r>
            <a:endParaRPr lang="zh-CN" altLang="en-US" sz="1200" dirty="0">
              <a:solidFill>
                <a:srgbClr val="FF0000"/>
              </a:solidFill>
              <a:latin typeface="Aptos Display" panose="020B0004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9394443" y="3760663"/>
            <a:ext cx="187164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Calling the sort function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电路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1069</TotalTime>
  <Words>4132</Words>
  <Application>Microsoft Office PowerPoint</Application>
  <PresentationFormat>Widescreen</PresentationFormat>
  <Paragraphs>456</Paragraphs>
  <Slides>15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5" baseType="lpstr">
      <vt:lpstr>等线</vt:lpstr>
      <vt:lpstr>微软雅黑</vt:lpstr>
      <vt:lpstr>华文楷体</vt:lpstr>
      <vt:lpstr>Aptos Display</vt:lpstr>
      <vt:lpstr>Arial</vt:lpstr>
      <vt:lpstr>Consolas</vt:lpstr>
      <vt:lpstr>JetBrains Mono</vt:lpstr>
      <vt:lpstr>Times New Roman</vt:lpstr>
      <vt:lpstr>Tw Cen MT</vt:lpstr>
      <vt:lpstr>电路</vt:lpstr>
      <vt:lpstr>NOIP Language Basics (12)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 everyone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NOIP 入门习题精讲 - 09</dc:title>
  <dc:creator>Gao Kai</dc:creator>
  <cp:lastModifiedBy>Bryan Sun</cp:lastModifiedBy>
  <cp:revision>343</cp:revision>
  <dcterms:created xsi:type="dcterms:W3CDTF">2018-08-09T00:16:00Z</dcterms:created>
  <dcterms:modified xsi:type="dcterms:W3CDTF">2025-11-19T08:57:29Z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9CCE0B31C1154CA7A4FB1F24B9171C33</vt:lpwstr>
  </property>
  <property fmtid="{D5CDD505-2E9C-101B-9397-08002B2CF9AE}" pid="3" name="KSOProductBuildVer">
    <vt:lpwstr>2052-11.1.0.11045</vt:lpwstr>
  </property>
</Properties>
</file>