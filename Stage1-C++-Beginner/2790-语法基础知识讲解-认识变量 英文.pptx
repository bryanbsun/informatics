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9" r:id="rId3"/>
    <p:sldId id="350" r:id="rId4"/>
    <p:sldId id="347" r:id="rId5"/>
    <p:sldId id="332" r:id="rId6"/>
    <p:sldId id="346" r:id="rId7"/>
    <p:sldId id="334" r:id="rId8"/>
    <p:sldId id="355" r:id="rId9"/>
    <p:sldId id="348" r:id="rId10"/>
    <p:sldId id="261" r:id="rId11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96E365-A2F7-42B8-81FD-80F485A846E1}" v="306" dt="2023-09-18T02:05:49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45" y="11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4896E365-A2F7-42B8-81FD-80F485A846E1}"/>
    <pc:docChg chg="custSel modSld">
      <pc:chgData name="Bryan Sun" userId="851caa7714272873" providerId="LiveId" clId="{4896E365-A2F7-42B8-81FD-80F485A846E1}" dt="2023-09-18T02:08:19.522" v="1071" actId="20577"/>
      <pc:docMkLst>
        <pc:docMk/>
      </pc:docMkLst>
      <pc:sldChg chg="modSp mod">
        <pc:chgData name="Bryan Sun" userId="851caa7714272873" providerId="LiveId" clId="{4896E365-A2F7-42B8-81FD-80F485A846E1}" dt="2023-09-18T01:38:27.249" v="0" actId="20577"/>
        <pc:sldMkLst>
          <pc:docMk/>
          <pc:sldMk cId="806275777" sldId="256"/>
        </pc:sldMkLst>
        <pc:spChg chg="mod">
          <ac:chgData name="Bryan Sun" userId="851caa7714272873" providerId="LiveId" clId="{4896E365-A2F7-42B8-81FD-80F485A846E1}" dt="2023-09-18T01:38:27.249" v="0" actId="20577"/>
          <ac:spMkLst>
            <pc:docMk/>
            <pc:sldMk cId="806275777" sldId="256"/>
            <ac:spMk id="2" creationId="{00000000-0000-0000-0000-000000000000}"/>
          </ac:spMkLst>
        </pc:spChg>
      </pc:sldChg>
      <pc:sldChg chg="modSp mod">
        <pc:chgData name="Bryan Sun" userId="851caa7714272873" providerId="LiveId" clId="{4896E365-A2F7-42B8-81FD-80F485A846E1}" dt="2023-09-18T01:49:46.642" v="363" actId="20577"/>
        <pc:sldMkLst>
          <pc:docMk/>
          <pc:sldMk cId="2925882288" sldId="332"/>
        </pc:sldMkLst>
        <pc:spChg chg="mod">
          <ac:chgData name="Bryan Sun" userId="851caa7714272873" providerId="LiveId" clId="{4896E365-A2F7-42B8-81FD-80F485A846E1}" dt="2023-09-18T01:49:46.642" v="363" actId="20577"/>
          <ac:spMkLst>
            <pc:docMk/>
            <pc:sldMk cId="2925882288" sldId="332"/>
            <ac:spMk id="3" creationId="{6F50868A-4E36-4BDE-947E-0C5F310E48C3}"/>
          </ac:spMkLst>
        </pc:spChg>
        <pc:spChg chg="mod">
          <ac:chgData name="Bryan Sun" userId="851caa7714272873" providerId="LiveId" clId="{4896E365-A2F7-42B8-81FD-80F485A846E1}" dt="2023-09-18T01:46:11.014" v="148" actId="1076"/>
          <ac:spMkLst>
            <pc:docMk/>
            <pc:sldMk cId="2925882288" sldId="332"/>
            <ac:spMk id="4" creationId="{6461CB64-699C-43A5-B0DB-725F450426E5}"/>
          </ac:spMkLst>
        </pc:spChg>
        <pc:spChg chg="mod">
          <ac:chgData name="Bryan Sun" userId="851caa7714272873" providerId="LiveId" clId="{4896E365-A2F7-42B8-81FD-80F485A846E1}" dt="2023-09-18T01:46:14.937" v="149" actId="1076"/>
          <ac:spMkLst>
            <pc:docMk/>
            <pc:sldMk cId="2925882288" sldId="332"/>
            <ac:spMk id="5" creationId="{F677AC88-DBD5-4296-BAE4-245E347EE69B}"/>
          </ac:spMkLst>
        </pc:spChg>
        <pc:spChg chg="mod">
          <ac:chgData name="Bryan Sun" userId="851caa7714272873" providerId="LiveId" clId="{4896E365-A2F7-42B8-81FD-80F485A846E1}" dt="2023-09-18T01:46:18.633" v="150" actId="1076"/>
          <ac:spMkLst>
            <pc:docMk/>
            <pc:sldMk cId="2925882288" sldId="332"/>
            <ac:spMk id="6" creationId="{74D26B2C-2714-4C4B-9AFF-3E107AEF563B}"/>
          </ac:spMkLst>
        </pc:spChg>
        <pc:spChg chg="mod">
          <ac:chgData name="Bryan Sun" userId="851caa7714272873" providerId="LiveId" clId="{4896E365-A2F7-42B8-81FD-80F485A846E1}" dt="2023-09-18T01:46:23.924" v="151" actId="1076"/>
          <ac:spMkLst>
            <pc:docMk/>
            <pc:sldMk cId="2925882288" sldId="332"/>
            <ac:spMk id="7" creationId="{1B97C898-EE3A-455C-A08E-7AA552631FC0}"/>
          </ac:spMkLst>
        </pc:spChg>
        <pc:spChg chg="mod">
          <ac:chgData name="Bryan Sun" userId="851caa7714272873" providerId="LiveId" clId="{4896E365-A2F7-42B8-81FD-80F485A846E1}" dt="2023-09-18T01:46:28.094" v="152" actId="1076"/>
          <ac:spMkLst>
            <pc:docMk/>
            <pc:sldMk cId="2925882288" sldId="332"/>
            <ac:spMk id="8" creationId="{E82E5D10-1DC8-4D31-9465-89959E3726F3}"/>
          </ac:spMkLst>
        </pc:spChg>
        <pc:spChg chg="mod">
          <ac:chgData name="Bryan Sun" userId="851caa7714272873" providerId="LiveId" clId="{4896E365-A2F7-42B8-81FD-80F485A846E1}" dt="2023-09-18T01:44:39.262" v="118" actId="403"/>
          <ac:spMkLst>
            <pc:docMk/>
            <pc:sldMk cId="2925882288" sldId="332"/>
            <ac:spMk id="10" creationId="{3561248C-4066-40A7-980B-CE7271CC60D4}"/>
          </ac:spMkLst>
        </pc:spChg>
        <pc:spChg chg="mod">
          <ac:chgData name="Bryan Sun" userId="851caa7714272873" providerId="LiveId" clId="{4896E365-A2F7-42B8-81FD-80F485A846E1}" dt="2023-09-18T01:45:54.218" v="146" actId="1076"/>
          <ac:spMkLst>
            <pc:docMk/>
            <pc:sldMk cId="2925882288" sldId="332"/>
            <ac:spMk id="17" creationId="{FD5E598A-99EA-E0DB-B989-6C4A7C8D11C4}"/>
          </ac:spMkLst>
        </pc:spChg>
        <pc:spChg chg="mod">
          <ac:chgData name="Bryan Sun" userId="851caa7714272873" providerId="LiveId" clId="{4896E365-A2F7-42B8-81FD-80F485A846E1}" dt="2023-09-18T01:45:38.118" v="141" actId="1076"/>
          <ac:spMkLst>
            <pc:docMk/>
            <pc:sldMk cId="2925882288" sldId="332"/>
            <ac:spMk id="25" creationId="{93AD07FB-AB3D-FFD9-92AF-A8EEAC26C3E7}"/>
          </ac:spMkLst>
        </pc:spChg>
        <pc:spChg chg="mod">
          <ac:chgData name="Bryan Sun" userId="851caa7714272873" providerId="LiveId" clId="{4896E365-A2F7-42B8-81FD-80F485A846E1}" dt="2023-09-18T01:45:52.276" v="145" actId="1076"/>
          <ac:spMkLst>
            <pc:docMk/>
            <pc:sldMk cId="2925882288" sldId="332"/>
            <ac:spMk id="33" creationId="{316365DB-0E20-066C-3C0D-B9F6AA0431D7}"/>
          </ac:spMkLst>
        </pc:spChg>
        <pc:spChg chg="mod">
          <ac:chgData name="Bryan Sun" userId="851caa7714272873" providerId="LiveId" clId="{4896E365-A2F7-42B8-81FD-80F485A846E1}" dt="2023-09-18T01:45:41.585" v="142" actId="1076"/>
          <ac:spMkLst>
            <pc:docMk/>
            <pc:sldMk cId="2925882288" sldId="332"/>
            <ac:spMk id="41" creationId="{7F6C6630-70C0-7C9D-4D3E-31D36FB4338A}"/>
          </ac:spMkLst>
        </pc:spChg>
        <pc:spChg chg="mod">
          <ac:chgData name="Bryan Sun" userId="851caa7714272873" providerId="LiveId" clId="{4896E365-A2F7-42B8-81FD-80F485A846E1}" dt="2023-09-18T01:45:56.653" v="147" actId="1076"/>
          <ac:spMkLst>
            <pc:docMk/>
            <pc:sldMk cId="2925882288" sldId="332"/>
            <ac:spMk id="49" creationId="{DF00D01A-4DB3-2274-456D-6A9CF37764B1}"/>
          </ac:spMkLst>
        </pc:spChg>
        <pc:spChg chg="mod">
          <ac:chgData name="Bryan Sun" userId="851caa7714272873" providerId="LiveId" clId="{4896E365-A2F7-42B8-81FD-80F485A846E1}" dt="2023-09-18T01:45:47.215" v="144" actId="1076"/>
          <ac:spMkLst>
            <pc:docMk/>
            <pc:sldMk cId="2925882288" sldId="332"/>
            <ac:spMk id="53" creationId="{22C73205-6241-C176-DD9C-C0BCDB159B63}"/>
          </ac:spMkLst>
        </pc:spChg>
        <pc:spChg chg="mod">
          <ac:chgData name="Bryan Sun" userId="851caa7714272873" providerId="LiveId" clId="{4896E365-A2F7-42B8-81FD-80F485A846E1}" dt="2023-09-18T01:45:44.391" v="143" actId="1076"/>
          <ac:spMkLst>
            <pc:docMk/>
            <pc:sldMk cId="2925882288" sldId="332"/>
            <ac:spMk id="57" creationId="{BCB17C8E-1338-CCF7-59C3-00ED9C0D9CAA}"/>
          </ac:spMkLst>
        </pc:spChg>
        <pc:graphicFrameChg chg="mod modGraphic">
          <ac:chgData name="Bryan Sun" userId="851caa7714272873" providerId="LiveId" clId="{4896E365-A2F7-42B8-81FD-80F485A846E1}" dt="2023-09-18T01:45:30.241" v="140" actId="14100"/>
          <ac:graphicFrameMkLst>
            <pc:docMk/>
            <pc:sldMk cId="2925882288" sldId="332"/>
            <ac:graphicFrameMk id="2" creationId="{00000000-0000-0000-0000-000000000000}"/>
          </ac:graphicFrameMkLst>
        </pc:graphicFrameChg>
      </pc:sldChg>
      <pc:sldChg chg="modSp mod">
        <pc:chgData name="Bryan Sun" userId="851caa7714272873" providerId="LiveId" clId="{4896E365-A2F7-42B8-81FD-80F485A846E1}" dt="2023-09-18T02:01:12.815" v="867" actId="20577"/>
        <pc:sldMkLst>
          <pc:docMk/>
          <pc:sldMk cId="3843429035" sldId="334"/>
        </pc:sldMkLst>
        <pc:spChg chg="mod">
          <ac:chgData name="Bryan Sun" userId="851caa7714272873" providerId="LiveId" clId="{4896E365-A2F7-42B8-81FD-80F485A846E1}" dt="2023-09-18T02:01:12.815" v="867" actId="20577"/>
          <ac:spMkLst>
            <pc:docMk/>
            <pc:sldMk cId="3843429035" sldId="334"/>
            <ac:spMk id="5" creationId="{9ABD88DE-6361-4171-9990-2DB5286642E7}"/>
          </ac:spMkLst>
        </pc:spChg>
        <pc:spChg chg="mod">
          <ac:chgData name="Bryan Sun" userId="851caa7714272873" providerId="LiveId" clId="{4896E365-A2F7-42B8-81FD-80F485A846E1}" dt="2023-09-18T01:54:05.739" v="462" actId="20577"/>
          <ac:spMkLst>
            <pc:docMk/>
            <pc:sldMk cId="3843429035" sldId="334"/>
            <ac:spMk id="8" creationId="{B3CD85D7-6B51-4988-9F06-93CDAF3FF50D}"/>
          </ac:spMkLst>
        </pc:spChg>
        <pc:spChg chg="mod">
          <ac:chgData name="Bryan Sun" userId="851caa7714272873" providerId="LiveId" clId="{4896E365-A2F7-42B8-81FD-80F485A846E1}" dt="2023-09-18T01:54:12.373" v="463" actId="14100"/>
          <ac:spMkLst>
            <pc:docMk/>
            <pc:sldMk cId="3843429035" sldId="334"/>
            <ac:spMk id="12" creationId="{86BCB1F6-ABD4-41D3-9D8B-5B77E022C6AF}"/>
          </ac:spMkLst>
        </pc:spChg>
        <pc:spChg chg="mod">
          <ac:chgData name="Bryan Sun" userId="851caa7714272873" providerId="LiveId" clId="{4896E365-A2F7-42B8-81FD-80F485A846E1}" dt="2023-09-18T01:55:52.349" v="514" actId="20577"/>
          <ac:spMkLst>
            <pc:docMk/>
            <pc:sldMk cId="3843429035" sldId="334"/>
            <ac:spMk id="30" creationId="{429EDAD5-E1C1-B523-60B7-5E563F9AA2EA}"/>
          </ac:spMkLst>
        </pc:spChg>
        <pc:spChg chg="mod">
          <ac:chgData name="Bryan Sun" userId="851caa7714272873" providerId="LiveId" clId="{4896E365-A2F7-42B8-81FD-80F485A846E1}" dt="2023-09-18T01:56:01.648" v="523" actId="6549"/>
          <ac:spMkLst>
            <pc:docMk/>
            <pc:sldMk cId="3843429035" sldId="334"/>
            <ac:spMk id="38" creationId="{BB40FC3B-C1A3-5B99-1A6C-4B086C232480}"/>
          </ac:spMkLst>
        </pc:spChg>
        <pc:spChg chg="mod">
          <ac:chgData name="Bryan Sun" userId="851caa7714272873" providerId="LiveId" clId="{4896E365-A2F7-42B8-81FD-80F485A846E1}" dt="2023-09-18T01:56:47.516" v="589" actId="20577"/>
          <ac:spMkLst>
            <pc:docMk/>
            <pc:sldMk cId="3843429035" sldId="334"/>
            <ac:spMk id="50" creationId="{5AD61A89-BF12-84BF-150D-92FF1C853794}"/>
          </ac:spMkLst>
        </pc:spChg>
        <pc:spChg chg="mod">
          <ac:chgData name="Bryan Sun" userId="851caa7714272873" providerId="LiveId" clId="{4896E365-A2F7-42B8-81FD-80F485A846E1}" dt="2023-09-18T01:57:15.307" v="615" actId="20577"/>
          <ac:spMkLst>
            <pc:docMk/>
            <pc:sldMk cId="3843429035" sldId="334"/>
            <ac:spMk id="62" creationId="{85BEE3AC-F539-3571-3F5F-AFCFAB719AC2}"/>
          </ac:spMkLst>
        </pc:spChg>
        <pc:graphicFrameChg chg="modGraphic">
          <ac:chgData name="Bryan Sun" userId="851caa7714272873" providerId="LiveId" clId="{4896E365-A2F7-42B8-81FD-80F485A846E1}" dt="2023-09-18T01:54:27.867" v="479" actId="20577"/>
          <ac:graphicFrameMkLst>
            <pc:docMk/>
            <pc:sldMk cId="3843429035" sldId="334"/>
            <ac:graphicFrameMk id="9" creationId="{2A568A6B-AA6D-4D66-9A6F-3E5DC10C257C}"/>
          </ac:graphicFrameMkLst>
        </pc:graphicFrameChg>
      </pc:sldChg>
      <pc:sldChg chg="modSp mod">
        <pc:chgData name="Bryan Sun" userId="851caa7714272873" providerId="LiveId" clId="{4896E365-A2F7-42B8-81FD-80F485A846E1}" dt="2023-09-18T01:53:01.423" v="449" actId="14100"/>
        <pc:sldMkLst>
          <pc:docMk/>
          <pc:sldMk cId="3026409582" sldId="346"/>
        </pc:sldMkLst>
        <pc:spChg chg="mod">
          <ac:chgData name="Bryan Sun" userId="851caa7714272873" providerId="LiveId" clId="{4896E365-A2F7-42B8-81FD-80F485A846E1}" dt="2023-09-18T01:53:01.423" v="449" actId="14100"/>
          <ac:spMkLst>
            <pc:docMk/>
            <pc:sldMk cId="3026409582" sldId="346"/>
            <ac:spMk id="3" creationId="{6F50868A-4E36-4BDE-947E-0C5F310E48C3}"/>
          </ac:spMkLst>
        </pc:spChg>
        <pc:spChg chg="mod">
          <ac:chgData name="Bryan Sun" userId="851caa7714272873" providerId="LiveId" clId="{4896E365-A2F7-42B8-81FD-80F485A846E1}" dt="2023-09-18T01:50:12.813" v="366" actId="20577"/>
          <ac:spMkLst>
            <pc:docMk/>
            <pc:sldMk cId="3026409582" sldId="346"/>
            <ac:spMk id="5" creationId="{3561248C-4066-40A7-980B-CE7271CC60D4}"/>
          </ac:spMkLst>
        </pc:spChg>
        <pc:spChg chg="mod">
          <ac:chgData name="Bryan Sun" userId="851caa7714272873" providerId="LiveId" clId="{4896E365-A2F7-42B8-81FD-80F485A846E1}" dt="2023-09-18T01:50:31.623" v="377" actId="1076"/>
          <ac:spMkLst>
            <pc:docMk/>
            <pc:sldMk cId="3026409582" sldId="346"/>
            <ac:spMk id="8" creationId="{526A6EA2-EF6B-439D-8697-339E3CC4C4FF}"/>
          </ac:spMkLst>
        </pc:spChg>
        <pc:spChg chg="mod">
          <ac:chgData name="Bryan Sun" userId="851caa7714272873" providerId="LiveId" clId="{4896E365-A2F7-42B8-81FD-80F485A846E1}" dt="2023-09-18T01:50:43.522" v="381" actId="1076"/>
          <ac:spMkLst>
            <pc:docMk/>
            <pc:sldMk cId="3026409582" sldId="346"/>
            <ac:spMk id="12" creationId="{75FA11AB-18F6-6EF1-65FA-A0DB2CE54DA4}"/>
          </ac:spMkLst>
        </pc:spChg>
        <pc:spChg chg="mod">
          <ac:chgData name="Bryan Sun" userId="851caa7714272873" providerId="LiveId" clId="{4896E365-A2F7-42B8-81FD-80F485A846E1}" dt="2023-09-18T01:50:34.660" v="378" actId="1076"/>
          <ac:spMkLst>
            <pc:docMk/>
            <pc:sldMk cId="3026409582" sldId="346"/>
            <ac:spMk id="16" creationId="{8BF8EFA0-2995-528E-19C8-E91600595148}"/>
          </ac:spMkLst>
        </pc:spChg>
        <pc:spChg chg="mod">
          <ac:chgData name="Bryan Sun" userId="851caa7714272873" providerId="LiveId" clId="{4896E365-A2F7-42B8-81FD-80F485A846E1}" dt="2023-09-18T01:50:37.067" v="379" actId="1076"/>
          <ac:spMkLst>
            <pc:docMk/>
            <pc:sldMk cId="3026409582" sldId="346"/>
            <ac:spMk id="28" creationId="{BD1ED4C6-950F-7DC3-59A4-153E5CA7BCC6}"/>
          </ac:spMkLst>
        </pc:spChg>
        <pc:spChg chg="mod">
          <ac:chgData name="Bryan Sun" userId="851caa7714272873" providerId="LiveId" clId="{4896E365-A2F7-42B8-81FD-80F485A846E1}" dt="2023-09-18T01:50:38.998" v="380" actId="1076"/>
          <ac:spMkLst>
            <pc:docMk/>
            <pc:sldMk cId="3026409582" sldId="346"/>
            <ac:spMk id="36" creationId="{112DA5BD-4BE4-47D1-7CA0-9903738E0C64}"/>
          </ac:spMkLst>
        </pc:spChg>
        <pc:spChg chg="mod">
          <ac:chgData name="Bryan Sun" userId="851caa7714272873" providerId="LiveId" clId="{4896E365-A2F7-42B8-81FD-80F485A846E1}" dt="2023-09-18T01:51:14.969" v="382" actId="1076"/>
          <ac:spMkLst>
            <pc:docMk/>
            <pc:sldMk cId="3026409582" sldId="346"/>
            <ac:spMk id="41" creationId="{0F426999-186C-8395-370E-96298EFF44AE}"/>
          </ac:spMkLst>
        </pc:spChg>
        <pc:graphicFrameChg chg="modGraphic">
          <ac:chgData name="Bryan Sun" userId="851caa7714272873" providerId="LiveId" clId="{4896E365-A2F7-42B8-81FD-80F485A846E1}" dt="2023-09-18T01:50:24.109" v="376" actId="20577"/>
          <ac:graphicFrameMkLst>
            <pc:docMk/>
            <pc:sldMk cId="3026409582" sldId="346"/>
            <ac:graphicFrameMk id="6" creationId="{00000000-0000-0000-0000-000000000000}"/>
          </ac:graphicFrameMkLst>
        </pc:graphicFrameChg>
      </pc:sldChg>
      <pc:sldChg chg="modSp">
        <pc:chgData name="Bryan Sun" userId="851caa7714272873" providerId="LiveId" clId="{4896E365-A2F7-42B8-81FD-80F485A846E1}" dt="2023-09-18T01:44:07.422" v="105" actId="20577"/>
        <pc:sldMkLst>
          <pc:docMk/>
          <pc:sldMk cId="1638794888" sldId="347"/>
        </pc:sldMkLst>
        <pc:spChg chg="mod">
          <ac:chgData name="Bryan Sun" userId="851caa7714272873" providerId="LiveId" clId="{4896E365-A2F7-42B8-81FD-80F485A846E1}" dt="2023-09-18T01:43:58.363" v="86" actId="20577"/>
          <ac:spMkLst>
            <pc:docMk/>
            <pc:sldMk cId="1638794888" sldId="347"/>
            <ac:spMk id="3" creationId="{CC6FC2C3-FD56-4E9F-8FB2-8B2487421771}"/>
          </ac:spMkLst>
        </pc:spChg>
        <pc:spChg chg="mod">
          <ac:chgData name="Bryan Sun" userId="851caa7714272873" providerId="LiveId" clId="{4896E365-A2F7-42B8-81FD-80F485A846E1}" dt="2023-09-18T01:44:07.422" v="105" actId="20577"/>
          <ac:spMkLst>
            <pc:docMk/>
            <pc:sldMk cId="1638794888" sldId="347"/>
            <ac:spMk id="6" creationId="{1D6F9556-B9F9-412A-9DC1-07529C6B3CF9}"/>
          </ac:spMkLst>
        </pc:spChg>
        <pc:spChg chg="mod">
          <ac:chgData name="Bryan Sun" userId="851caa7714272873" providerId="LiveId" clId="{4896E365-A2F7-42B8-81FD-80F485A846E1}" dt="2023-09-18T01:43:51.526" v="76" actId="20577"/>
          <ac:spMkLst>
            <pc:docMk/>
            <pc:sldMk cId="1638794888" sldId="347"/>
            <ac:spMk id="7" creationId="{F1AF0413-3E30-49ED-80AC-DAA9A78686ED}"/>
          </ac:spMkLst>
        </pc:spChg>
        <pc:spChg chg="mod">
          <ac:chgData name="Bryan Sun" userId="851caa7714272873" providerId="LiveId" clId="{4896E365-A2F7-42B8-81FD-80F485A846E1}" dt="2023-09-18T01:44:02.374" v="91" actId="20577"/>
          <ac:spMkLst>
            <pc:docMk/>
            <pc:sldMk cId="1638794888" sldId="347"/>
            <ac:spMk id="8" creationId="{F1AF0413-3E30-49ED-80AC-DAA9A78686ED}"/>
          </ac:spMkLst>
        </pc:spChg>
        <pc:spChg chg="mod">
          <ac:chgData name="Bryan Sun" userId="851caa7714272873" providerId="LiveId" clId="{4896E365-A2F7-42B8-81FD-80F485A846E1}" dt="2023-09-18T01:43:54.767" v="81" actId="20577"/>
          <ac:spMkLst>
            <pc:docMk/>
            <pc:sldMk cId="1638794888" sldId="347"/>
            <ac:spMk id="10" creationId="{5B3DB1AE-BEC5-4C3F-8A6A-52EE12361618}"/>
          </ac:spMkLst>
        </pc:spChg>
      </pc:sldChg>
      <pc:sldChg chg="modSp mod">
        <pc:chgData name="Bryan Sun" userId="851caa7714272873" providerId="LiveId" clId="{4896E365-A2F7-42B8-81FD-80F485A846E1}" dt="2023-09-18T02:08:19.522" v="1071" actId="20577"/>
        <pc:sldMkLst>
          <pc:docMk/>
          <pc:sldMk cId="1624967040" sldId="348"/>
        </pc:sldMkLst>
        <pc:spChg chg="mod">
          <ac:chgData name="Bryan Sun" userId="851caa7714272873" providerId="LiveId" clId="{4896E365-A2F7-42B8-81FD-80F485A846E1}" dt="2023-09-18T02:08:19.522" v="1071" actId="20577"/>
          <ac:spMkLst>
            <pc:docMk/>
            <pc:sldMk cId="1624967040" sldId="348"/>
            <ac:spMk id="8" creationId="{BFC3F282-737E-4B66-A706-1C7BF9E74D13}"/>
          </ac:spMkLst>
        </pc:spChg>
        <pc:picChg chg="mod">
          <ac:chgData name="Bryan Sun" userId="851caa7714272873" providerId="LiveId" clId="{4896E365-A2F7-42B8-81FD-80F485A846E1}" dt="2023-09-18T02:06:57.585" v="1031" actId="1076"/>
          <ac:picMkLst>
            <pc:docMk/>
            <pc:sldMk cId="1624967040" sldId="348"/>
            <ac:picMk id="12" creationId="{B00E2977-A088-48F1-8DA0-034660AB820C}"/>
          </ac:picMkLst>
        </pc:picChg>
      </pc:sldChg>
      <pc:sldChg chg="modSp mod">
        <pc:chgData name="Bryan Sun" userId="851caa7714272873" providerId="LiveId" clId="{4896E365-A2F7-42B8-81FD-80F485A846E1}" dt="2023-09-18T01:41:25.189" v="32" actId="14100"/>
        <pc:sldMkLst>
          <pc:docMk/>
          <pc:sldMk cId="1997448790" sldId="349"/>
        </pc:sldMkLst>
        <pc:spChg chg="mod">
          <ac:chgData name="Bryan Sun" userId="851caa7714272873" providerId="LiveId" clId="{4896E365-A2F7-42B8-81FD-80F485A846E1}" dt="2023-09-18T01:38:43.779" v="2" actId="20577"/>
          <ac:spMkLst>
            <pc:docMk/>
            <pc:sldMk cId="1997448790" sldId="349"/>
            <ac:spMk id="4" creationId="{3561248C-4066-40A7-980B-CE7271CC60D4}"/>
          </ac:spMkLst>
        </pc:spChg>
        <pc:spChg chg="mod">
          <ac:chgData name="Bryan Sun" userId="851caa7714272873" providerId="LiveId" clId="{4896E365-A2F7-42B8-81FD-80F485A846E1}" dt="2023-09-18T01:40:23.369" v="23" actId="14100"/>
          <ac:spMkLst>
            <pc:docMk/>
            <pc:sldMk cId="1997448790" sldId="349"/>
            <ac:spMk id="5" creationId="{C782CB96-6147-4FAC-BBF7-1946FD4BCEE9}"/>
          </ac:spMkLst>
        </pc:spChg>
        <pc:spChg chg="mod">
          <ac:chgData name="Bryan Sun" userId="851caa7714272873" providerId="LiveId" clId="{4896E365-A2F7-42B8-81FD-80F485A846E1}" dt="2023-09-18T01:41:25.189" v="32" actId="14100"/>
          <ac:spMkLst>
            <pc:docMk/>
            <pc:sldMk cId="1997448790" sldId="349"/>
            <ac:spMk id="6" creationId="{7B3D9D11-1613-4434-8479-18C41058FF67}"/>
          </ac:spMkLst>
        </pc:spChg>
        <pc:spChg chg="mod">
          <ac:chgData name="Bryan Sun" userId="851caa7714272873" providerId="LiveId" clId="{4896E365-A2F7-42B8-81FD-80F485A846E1}" dt="2023-09-18T01:39:31.886" v="9" actId="1076"/>
          <ac:spMkLst>
            <pc:docMk/>
            <pc:sldMk cId="1997448790" sldId="349"/>
            <ac:spMk id="8" creationId="{B58422BC-2C00-45D6-B559-400C72883B1B}"/>
          </ac:spMkLst>
        </pc:spChg>
        <pc:picChg chg="mod">
          <ac:chgData name="Bryan Sun" userId="851caa7714272873" providerId="LiveId" clId="{4896E365-A2F7-42B8-81FD-80F485A846E1}" dt="2023-09-18T01:39:35.279" v="10" actId="1076"/>
          <ac:picMkLst>
            <pc:docMk/>
            <pc:sldMk cId="1997448790" sldId="349"/>
            <ac:picMk id="7" creationId="{51250B67-14B4-4CFA-9F46-2A2046321111}"/>
          </ac:picMkLst>
        </pc:picChg>
      </pc:sldChg>
      <pc:sldChg chg="modSp mod">
        <pc:chgData name="Bryan Sun" userId="851caa7714272873" providerId="LiveId" clId="{4896E365-A2F7-42B8-81FD-80F485A846E1}" dt="2023-09-18T01:43:07.142" v="61" actId="14100"/>
        <pc:sldMkLst>
          <pc:docMk/>
          <pc:sldMk cId="1830831139" sldId="350"/>
        </pc:sldMkLst>
        <pc:spChg chg="mod">
          <ac:chgData name="Bryan Sun" userId="851caa7714272873" providerId="LiveId" clId="{4896E365-A2F7-42B8-81FD-80F485A846E1}" dt="2023-09-18T01:40:44.189" v="24" actId="108"/>
          <ac:spMkLst>
            <pc:docMk/>
            <pc:sldMk cId="1830831139" sldId="350"/>
            <ac:spMk id="2" creationId="{2B9E0AA4-2F96-4FF5-94ED-637BF1D02D7F}"/>
          </ac:spMkLst>
        </pc:spChg>
        <pc:spChg chg="mod">
          <ac:chgData name="Bryan Sun" userId="851caa7714272873" providerId="LiveId" clId="{4896E365-A2F7-42B8-81FD-80F485A846E1}" dt="2023-09-18T01:41:44.043" v="33" actId="20577"/>
          <ac:spMkLst>
            <pc:docMk/>
            <pc:sldMk cId="1830831139" sldId="350"/>
            <ac:spMk id="4" creationId="{03D8D48B-8EF8-4447-8130-4F52BE09BD52}"/>
          </ac:spMkLst>
        </pc:spChg>
        <pc:spChg chg="mod">
          <ac:chgData name="Bryan Sun" userId="851caa7714272873" providerId="LiveId" clId="{4896E365-A2F7-42B8-81FD-80F485A846E1}" dt="2023-09-18T01:42:47.903" v="57" actId="6549"/>
          <ac:spMkLst>
            <pc:docMk/>
            <pc:sldMk cId="1830831139" sldId="350"/>
            <ac:spMk id="6" creationId="{3D5C1833-FA3A-4934-BF4E-69008FB00D99}"/>
          </ac:spMkLst>
        </pc:spChg>
        <pc:spChg chg="mod">
          <ac:chgData name="Bryan Sun" userId="851caa7714272873" providerId="LiveId" clId="{4896E365-A2F7-42B8-81FD-80F485A846E1}" dt="2023-09-18T01:43:07.142" v="61" actId="14100"/>
          <ac:spMkLst>
            <pc:docMk/>
            <pc:sldMk cId="1830831139" sldId="350"/>
            <ac:spMk id="7" creationId="{89ACB134-E3E4-4B54-AC02-748CCC6C8ACB}"/>
          </ac:spMkLst>
        </pc:spChg>
        <pc:spChg chg="mod">
          <ac:chgData name="Bryan Sun" userId="851caa7714272873" providerId="LiveId" clId="{4896E365-A2F7-42B8-81FD-80F485A846E1}" dt="2023-09-18T01:42:28.734" v="47" actId="14100"/>
          <ac:spMkLst>
            <pc:docMk/>
            <pc:sldMk cId="1830831139" sldId="350"/>
            <ac:spMk id="8" creationId="{3D5C1833-FA3A-4934-BF4E-69008FB00D99}"/>
          </ac:spMkLst>
        </pc:spChg>
        <pc:spChg chg="mod">
          <ac:chgData name="Bryan Sun" userId="851caa7714272873" providerId="LiveId" clId="{4896E365-A2F7-42B8-81FD-80F485A846E1}" dt="2023-09-18T01:42:34.491" v="48" actId="1076"/>
          <ac:spMkLst>
            <pc:docMk/>
            <pc:sldMk cId="1830831139" sldId="350"/>
            <ac:spMk id="10" creationId="{84F75D62-4479-4747-9B4E-DB2F9A2DB0A3}"/>
          </ac:spMkLst>
        </pc:spChg>
        <pc:spChg chg="mod">
          <ac:chgData name="Bryan Sun" userId="851caa7714272873" providerId="LiveId" clId="{4896E365-A2F7-42B8-81FD-80F485A846E1}" dt="2023-09-18T01:42:56.939" v="58" actId="1076"/>
          <ac:spMkLst>
            <pc:docMk/>
            <pc:sldMk cId="1830831139" sldId="350"/>
            <ac:spMk id="11" creationId="{84F75D62-4479-4747-9B4E-DB2F9A2DB0A3}"/>
          </ac:spMkLst>
        </pc:spChg>
        <pc:spChg chg="mod">
          <ac:chgData name="Bryan Sun" userId="851caa7714272873" providerId="LiveId" clId="{4896E365-A2F7-42B8-81FD-80F485A846E1}" dt="2023-09-18T01:43:03.776" v="60" actId="1076"/>
          <ac:spMkLst>
            <pc:docMk/>
            <pc:sldMk cId="1830831139" sldId="350"/>
            <ac:spMk id="12" creationId="{84F75D62-4479-4747-9B4E-DB2F9A2DB0A3}"/>
          </ac:spMkLst>
        </pc:spChg>
        <pc:picChg chg="mod">
          <ac:chgData name="Bryan Sun" userId="851caa7714272873" providerId="LiveId" clId="{4896E365-A2F7-42B8-81FD-80F485A846E1}" dt="2023-09-18T01:42:34.491" v="48" actId="1076"/>
          <ac:picMkLst>
            <pc:docMk/>
            <pc:sldMk cId="1830831139" sldId="350"/>
            <ac:picMk id="18" creationId="{46B2E0B3-6EC0-453E-BF8C-FC2075C07F87}"/>
          </ac:picMkLst>
        </pc:picChg>
        <pc:picChg chg="mod">
          <ac:chgData name="Bryan Sun" userId="851caa7714272873" providerId="LiveId" clId="{4896E365-A2F7-42B8-81FD-80F485A846E1}" dt="2023-09-18T01:42:56.939" v="58" actId="1076"/>
          <ac:picMkLst>
            <pc:docMk/>
            <pc:sldMk cId="1830831139" sldId="350"/>
            <ac:picMk id="21" creationId="{C50CC2F5-5EEF-425B-A64A-22B3BDD58C96}"/>
          </ac:picMkLst>
        </pc:picChg>
        <pc:picChg chg="mod">
          <ac:chgData name="Bryan Sun" userId="851caa7714272873" providerId="LiveId" clId="{4896E365-A2F7-42B8-81FD-80F485A846E1}" dt="2023-09-18T01:43:03.776" v="60" actId="1076"/>
          <ac:picMkLst>
            <pc:docMk/>
            <pc:sldMk cId="1830831139" sldId="350"/>
            <ac:picMk id="23" creationId="{872BB94C-B89A-458A-823A-E720725479C3}"/>
          </ac:picMkLst>
        </pc:picChg>
      </pc:sldChg>
      <pc:sldChg chg="modSp mod">
        <pc:chgData name="Bryan Sun" userId="851caa7714272873" providerId="LiveId" clId="{4896E365-A2F7-42B8-81FD-80F485A846E1}" dt="2023-09-18T02:05:49.508" v="1030" actId="20577"/>
        <pc:sldMkLst>
          <pc:docMk/>
          <pc:sldMk cId="4117915282" sldId="355"/>
        </pc:sldMkLst>
        <pc:spChg chg="mod">
          <ac:chgData name="Bryan Sun" userId="851caa7714272873" providerId="LiveId" clId="{4896E365-A2F7-42B8-81FD-80F485A846E1}" dt="2023-09-18T02:03:17.890" v="921" actId="20577"/>
          <ac:spMkLst>
            <pc:docMk/>
            <pc:sldMk cId="4117915282" sldId="355"/>
            <ac:spMk id="8" creationId="{B3CD85D7-6B51-4988-9F06-93CDAF3FF50D}"/>
          </ac:spMkLst>
        </pc:spChg>
        <pc:spChg chg="mod">
          <ac:chgData name="Bryan Sun" userId="851caa7714272873" providerId="LiveId" clId="{4896E365-A2F7-42B8-81FD-80F485A846E1}" dt="2023-09-18T02:03:27.657" v="930" actId="20577"/>
          <ac:spMkLst>
            <pc:docMk/>
            <pc:sldMk cId="4117915282" sldId="355"/>
            <ac:spMk id="12" creationId="{86BCB1F6-ABD4-41D3-9D8B-5B77E022C6AF}"/>
          </ac:spMkLst>
        </pc:spChg>
        <pc:spChg chg="mod">
          <ac:chgData name="Bryan Sun" userId="851caa7714272873" providerId="LiveId" clId="{4896E365-A2F7-42B8-81FD-80F485A846E1}" dt="2023-09-18T02:02:32.245" v="900" actId="1076"/>
          <ac:spMkLst>
            <pc:docMk/>
            <pc:sldMk cId="4117915282" sldId="355"/>
            <ac:spMk id="13" creationId="{5E55BA46-F595-60A3-262E-5944EA9AADEF}"/>
          </ac:spMkLst>
        </pc:spChg>
        <pc:spChg chg="mod">
          <ac:chgData name="Bryan Sun" userId="851caa7714272873" providerId="LiveId" clId="{4896E365-A2F7-42B8-81FD-80F485A846E1}" dt="2023-09-18T02:02:45.636" v="903" actId="14100"/>
          <ac:spMkLst>
            <pc:docMk/>
            <pc:sldMk cId="4117915282" sldId="355"/>
            <ac:spMk id="16" creationId="{CA3C8F92-9C37-7B4A-4516-94F00F3921D0}"/>
          </ac:spMkLst>
        </pc:spChg>
        <pc:spChg chg="mod">
          <ac:chgData name="Bryan Sun" userId="851caa7714272873" providerId="LiveId" clId="{4896E365-A2F7-42B8-81FD-80F485A846E1}" dt="2023-09-18T02:03:08.812" v="909" actId="14100"/>
          <ac:spMkLst>
            <pc:docMk/>
            <pc:sldMk cId="4117915282" sldId="355"/>
            <ac:spMk id="20" creationId="{631642D4-8899-DD45-46CF-E91D42A365FA}"/>
          </ac:spMkLst>
        </pc:spChg>
        <pc:spChg chg="mod">
          <ac:chgData name="Bryan Sun" userId="851caa7714272873" providerId="LiveId" clId="{4896E365-A2F7-42B8-81FD-80F485A846E1}" dt="2023-09-18T02:02:32.245" v="900" actId="1076"/>
          <ac:spMkLst>
            <pc:docMk/>
            <pc:sldMk cId="4117915282" sldId="355"/>
            <ac:spMk id="24" creationId="{92A5A992-EC25-E244-14EA-DE26E17D6F6A}"/>
          </ac:spMkLst>
        </pc:spChg>
        <pc:spChg chg="mod">
          <ac:chgData name="Bryan Sun" userId="851caa7714272873" providerId="LiveId" clId="{4896E365-A2F7-42B8-81FD-80F485A846E1}" dt="2023-09-18T02:05:02.460" v="1004" actId="20577"/>
          <ac:spMkLst>
            <pc:docMk/>
            <pc:sldMk cId="4117915282" sldId="355"/>
            <ac:spMk id="28" creationId="{39C85EC4-E0CF-5712-6E68-F9A564A974C1}"/>
          </ac:spMkLst>
        </pc:spChg>
        <pc:spChg chg="mod">
          <ac:chgData name="Bryan Sun" userId="851caa7714272873" providerId="LiveId" clId="{4896E365-A2F7-42B8-81FD-80F485A846E1}" dt="2023-09-18T02:03:05.934" v="908" actId="14100"/>
          <ac:spMkLst>
            <pc:docMk/>
            <pc:sldMk cId="4117915282" sldId="355"/>
            <ac:spMk id="29" creationId="{8F8A0A73-94B2-F862-9094-CEDC142C56C3}"/>
          </ac:spMkLst>
        </pc:spChg>
        <pc:spChg chg="mod">
          <ac:chgData name="Bryan Sun" userId="851caa7714272873" providerId="LiveId" clId="{4896E365-A2F7-42B8-81FD-80F485A846E1}" dt="2023-09-18T02:02:32.245" v="900" actId="1076"/>
          <ac:spMkLst>
            <pc:docMk/>
            <pc:sldMk cId="4117915282" sldId="355"/>
            <ac:spMk id="30" creationId="{2589AB1C-5669-E9F3-BD77-9C1AC3D5F47C}"/>
          </ac:spMkLst>
        </pc:spChg>
        <pc:spChg chg="mod">
          <ac:chgData name="Bryan Sun" userId="851caa7714272873" providerId="LiveId" clId="{4896E365-A2F7-42B8-81FD-80F485A846E1}" dt="2023-09-18T02:04:57.443" v="1003" actId="20577"/>
          <ac:spMkLst>
            <pc:docMk/>
            <pc:sldMk cId="4117915282" sldId="355"/>
            <ac:spMk id="34" creationId="{23A141D7-C880-186A-F8F4-8F80BDA84D94}"/>
          </ac:spMkLst>
        </pc:spChg>
        <pc:spChg chg="mod">
          <ac:chgData name="Bryan Sun" userId="851caa7714272873" providerId="LiveId" clId="{4896E365-A2F7-42B8-81FD-80F485A846E1}" dt="2023-09-18T02:02:57.332" v="905" actId="14100"/>
          <ac:spMkLst>
            <pc:docMk/>
            <pc:sldMk cId="4117915282" sldId="355"/>
            <ac:spMk id="38" creationId="{1D7161A3-45BB-1BBA-BC64-E4DCEE9511AE}"/>
          </ac:spMkLst>
        </pc:spChg>
        <pc:spChg chg="mod">
          <ac:chgData name="Bryan Sun" userId="851caa7714272873" providerId="LiveId" clId="{4896E365-A2F7-42B8-81FD-80F485A846E1}" dt="2023-09-18T02:02:32.245" v="900" actId="1076"/>
          <ac:spMkLst>
            <pc:docMk/>
            <pc:sldMk cId="4117915282" sldId="355"/>
            <ac:spMk id="42" creationId="{16EBAE0D-3C2A-95C8-95FD-DF176277E04F}"/>
          </ac:spMkLst>
        </pc:spChg>
        <pc:spChg chg="mod">
          <ac:chgData name="Bryan Sun" userId="851caa7714272873" providerId="LiveId" clId="{4896E365-A2F7-42B8-81FD-80F485A846E1}" dt="2023-09-18T02:05:18.469" v="1011" actId="20577"/>
          <ac:spMkLst>
            <pc:docMk/>
            <pc:sldMk cId="4117915282" sldId="355"/>
            <ac:spMk id="46" creationId="{628A36CC-5EB1-F184-DA73-74C989F9527F}"/>
          </ac:spMkLst>
        </pc:spChg>
        <pc:spChg chg="mod">
          <ac:chgData name="Bryan Sun" userId="851caa7714272873" providerId="LiveId" clId="{4896E365-A2F7-42B8-81FD-80F485A846E1}" dt="2023-09-18T02:02:11.028" v="895" actId="14100"/>
          <ac:spMkLst>
            <pc:docMk/>
            <pc:sldMk cId="4117915282" sldId="355"/>
            <ac:spMk id="50" creationId="{4D75B683-2856-6AB0-8173-C817554A90B9}"/>
          </ac:spMkLst>
        </pc:spChg>
        <pc:spChg chg="mod">
          <ac:chgData name="Bryan Sun" userId="851caa7714272873" providerId="LiveId" clId="{4896E365-A2F7-42B8-81FD-80F485A846E1}" dt="2023-09-18T02:02:32.245" v="900" actId="1076"/>
          <ac:spMkLst>
            <pc:docMk/>
            <pc:sldMk cId="4117915282" sldId="355"/>
            <ac:spMk id="51" creationId="{E6D04547-A7A6-CAA2-6894-F7AD1A8D6CA9}"/>
          </ac:spMkLst>
        </pc:spChg>
        <pc:spChg chg="mod">
          <ac:chgData name="Bryan Sun" userId="851caa7714272873" providerId="LiveId" clId="{4896E365-A2F7-42B8-81FD-80F485A846E1}" dt="2023-09-18T02:02:32.245" v="900" actId="1076"/>
          <ac:spMkLst>
            <pc:docMk/>
            <pc:sldMk cId="4117915282" sldId="355"/>
            <ac:spMk id="52" creationId="{2A2399AC-39AD-BC79-6250-E597C718E856}"/>
          </ac:spMkLst>
        </pc:spChg>
        <pc:spChg chg="mod">
          <ac:chgData name="Bryan Sun" userId="851caa7714272873" providerId="LiveId" clId="{4896E365-A2F7-42B8-81FD-80F485A846E1}" dt="2023-09-18T02:02:32.245" v="900" actId="1076"/>
          <ac:spMkLst>
            <pc:docMk/>
            <pc:sldMk cId="4117915282" sldId="355"/>
            <ac:spMk id="53" creationId="{89CAA751-CE36-7993-B082-151667E5EABE}"/>
          </ac:spMkLst>
        </pc:spChg>
        <pc:spChg chg="mod">
          <ac:chgData name="Bryan Sun" userId="851caa7714272873" providerId="LiveId" clId="{4896E365-A2F7-42B8-81FD-80F485A846E1}" dt="2023-09-18T02:03:00.108" v="906" actId="14100"/>
          <ac:spMkLst>
            <pc:docMk/>
            <pc:sldMk cId="4117915282" sldId="355"/>
            <ac:spMk id="57" creationId="{0731769F-A4A2-261F-1425-0C868309EFC2}"/>
          </ac:spMkLst>
        </pc:spChg>
        <pc:spChg chg="mod">
          <ac:chgData name="Bryan Sun" userId="851caa7714272873" providerId="LiveId" clId="{4896E365-A2F7-42B8-81FD-80F485A846E1}" dt="2023-09-18T02:03:02.942" v="907" actId="14100"/>
          <ac:spMkLst>
            <pc:docMk/>
            <pc:sldMk cId="4117915282" sldId="355"/>
            <ac:spMk id="61" creationId="{9CDE325E-2D0F-A5E8-7F65-BFEA9BFC36F7}"/>
          </ac:spMkLst>
        </pc:spChg>
        <pc:spChg chg="mod">
          <ac:chgData name="Bryan Sun" userId="851caa7714272873" providerId="LiveId" clId="{4896E365-A2F7-42B8-81FD-80F485A846E1}" dt="2023-09-18T02:05:49.508" v="1030" actId="20577"/>
          <ac:spMkLst>
            <pc:docMk/>
            <pc:sldMk cId="4117915282" sldId="355"/>
            <ac:spMk id="65" creationId="{A34A1238-937E-138F-9CB5-CCB929DB5BE7}"/>
          </ac:spMkLst>
        </pc:spChg>
        <pc:graphicFrameChg chg="mod modGraphic">
          <ac:chgData name="Bryan Sun" userId="851caa7714272873" providerId="LiveId" clId="{4896E365-A2F7-42B8-81FD-80F485A846E1}" dt="2023-09-18T02:02:25.299" v="899" actId="14734"/>
          <ac:graphicFrameMkLst>
            <pc:docMk/>
            <pc:sldMk cId="4117915282" sldId="355"/>
            <ac:graphicFrameMk id="9" creationId="{2A568A6B-AA6D-4D66-9A6F-3E5DC10C257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/>
              <a:t>Language Basics (2)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en-US" dirty="0"/>
              <a:t>Know the variables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variable value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en-US" sz="4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82CB96-6147-4FAC-BBF7-1946FD4BCEE9}"/>
              </a:ext>
            </a:extLst>
          </p:cNvPr>
          <p:cNvSpPr txBox="1"/>
          <p:nvPr/>
        </p:nvSpPr>
        <p:spPr>
          <a:xfrm>
            <a:off x="6096001" y="1228202"/>
            <a:ext cx="5103446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variable is equivalent to a room where data is placed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Put one data in one room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 must be defined before it can be used (unregistered rooms cannot be checked in)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variable can be assigned multiple times (the room is always there, but the data contained in it can change)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When new data is put in, the original data is replaced and lost (loving the new and hating the old)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 a variable is defined, if it is not assigned a value, its value is unpredictable and must be initialized before use.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data type must be specified when defining a variable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 need to specify the room type, which determines how much data can be placed in the room.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 be defined at one time </a:t>
            </a:r>
            <a:r>
              <a:rPr lang="e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separated by commas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assignment statement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left side of the equal sign is the variable name, and the right side is the expression.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 evaluate the expression on the right, resulting in a number, and then place the number into the room represented by the variable on the left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 be assigned continuously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accessing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variable name in the expression represents the value of the variable</a:t>
            </a:r>
            <a:endParaRPr lang="en-US" altLang="zh-CN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e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Expression with variable name: Read the current value of the variable and perform calculations</a:t>
            </a:r>
            <a:endParaRPr lang="en-US" altLang="zh-CN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B3D9D11-1613-4434-8479-18C41058FF67}"/>
              </a:ext>
            </a:extLst>
          </p:cNvPr>
          <p:cNvSpPr txBox="1">
            <a:spLocks/>
          </p:cNvSpPr>
          <p:nvPr/>
        </p:nvSpPr>
        <p:spPr>
          <a:xfrm>
            <a:off x="622570" y="1228202"/>
            <a:ext cx="3761227" cy="5407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" altLang="zh-CN" sz="16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Example </a:t>
            </a:r>
            <a:r>
              <a:rPr lang="en" altLang="zh-CN" sz="1600" dirty="0">
                <a:solidFill>
                  <a:srgbClr val="008200"/>
                </a:solidFill>
                <a:latin typeface="Consolas" panose="020B0609020204030204" pitchFamily="49" charset="0"/>
              </a:rPr>
              <a:t>: </a:t>
            </a:r>
            <a:r>
              <a:rPr lang="en" altLang="en-US" sz="1600" dirty="0">
                <a:solidFill>
                  <a:srgbClr val="008200"/>
                </a:solidFill>
                <a:latin typeface="Consolas" panose="020B0609020204030204" pitchFamily="49" charset="0"/>
              </a:rPr>
              <a:t>Using variables without initialisation</a:t>
            </a:r>
            <a:endParaRPr lang="en-US" altLang="zh-CN" sz="16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#include &lt;bits/stdc++.h&gt;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</a:t>
            </a: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a,b,c,d,e,f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a: "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b: "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c: "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d: "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&lt;&lt;d&lt;&lt;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e: "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&lt;&lt;e&lt;&lt;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f: " </a:t>
            </a: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&lt;&lt;f&lt;&lt;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1250B67-14B4-4CFA-9F46-2A2046321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996" y="2190875"/>
            <a:ext cx="752475" cy="18478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58422BC-2C00-45D6-B559-400C72883B1B}"/>
              </a:ext>
            </a:extLst>
          </p:cNvPr>
          <p:cNvSpPr/>
          <p:nvPr/>
        </p:nvSpPr>
        <p:spPr>
          <a:xfrm>
            <a:off x="4383797" y="1768772"/>
            <a:ext cx="2121221" cy="42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9744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E0AA4-2F96-4FF5-94ED-637BF1D02D7F}"/>
              </a:ext>
            </a:extLst>
          </p:cNvPr>
          <p:cNvSpPr txBox="1">
            <a:spLocks/>
          </p:cNvSpPr>
          <p:nvPr/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6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altLang="en-US" sz="4000" dirty="0">
                <a:latin typeface="Consolas" panose="020B0609020204030204" pitchFamily="49" charset="0"/>
                <a:ea typeface="微软雅黑" panose="020B0503020204020204" pitchFamily="34" charset="-122"/>
              </a:rPr>
              <a:t>Example </a:t>
            </a:r>
            <a:r>
              <a:rPr lang="en" altLang="zh-CN" sz="4000" dirty="0">
                <a:latin typeface="Consolas" panose="020B0609020204030204" pitchFamily="49" charset="0"/>
                <a:ea typeface="微软雅黑" panose="020B0503020204020204" pitchFamily="34" charset="-122"/>
              </a:rPr>
              <a:t>- </a:t>
            </a:r>
            <a:r>
              <a:rPr lang="en" altLang="en-US" sz="4000" dirty="0">
                <a:latin typeface="Consolas" panose="020B0609020204030204" pitchFamily="49" charset="0"/>
                <a:ea typeface="微软雅黑" panose="020B0503020204020204" pitchFamily="34" charset="-122"/>
              </a:rPr>
              <a:t>Swapping the values of two variables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AF0413-3E30-49ED-80AC-DAA9A78686ED}"/>
              </a:ext>
            </a:extLst>
          </p:cNvPr>
          <p:cNvSpPr txBox="1"/>
          <p:nvPr/>
        </p:nvSpPr>
        <p:spPr>
          <a:xfrm>
            <a:off x="431091" y="1199867"/>
            <a:ext cx="19135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b=a;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D8D48B-8EF8-4447-8130-4F52BE09BD52}"/>
              </a:ext>
            </a:extLst>
          </p:cNvPr>
          <p:cNvSpPr txBox="1"/>
          <p:nvPr/>
        </p:nvSpPr>
        <p:spPr>
          <a:xfrm>
            <a:off x="3383199" y="1200409"/>
            <a:ext cx="19135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method 1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t=a;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b=t;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09A4D3-C0C3-44F5-A454-332AB9F0385C}"/>
              </a:ext>
            </a:extLst>
          </p:cNvPr>
          <p:cNvSpPr txBox="1"/>
          <p:nvPr/>
        </p:nvSpPr>
        <p:spPr>
          <a:xfrm>
            <a:off x="7196533" y="1200409"/>
            <a:ext cx="19135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Method 2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a+b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b=ab;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a=ab;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5C1833-FA3A-4934-BF4E-69008FB00D99}"/>
              </a:ext>
            </a:extLst>
          </p:cNvPr>
          <p:cNvSpPr txBox="1"/>
          <p:nvPr/>
        </p:nvSpPr>
        <p:spPr>
          <a:xfrm>
            <a:off x="3383198" y="3793857"/>
            <a:ext cx="3583115" cy="3109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Observe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using </a:t>
            </a: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cout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t=a;</a:t>
            </a:r>
          </a:p>
          <a:p>
            <a:pPr marL="0" indent="0">
              <a:buNone/>
            </a:pP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b="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&lt;&lt;t&lt;&lt; </a:t>
            </a:r>
            <a:r>
              <a:rPr lang="en" altLang="zh-CN" sz="12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a=b;</a:t>
            </a:r>
          </a:p>
          <a:p>
            <a:pPr marL="0" indent="0">
              <a:buNone/>
            </a:pP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b="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&lt;&lt;t&lt;&lt; </a:t>
            </a:r>
            <a:r>
              <a:rPr lang="en" altLang="zh-CN" sz="12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b=t;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ACB134-E3E4-4B54-AC02-748CCC6C8ACB}"/>
              </a:ext>
            </a:extLst>
          </p:cNvPr>
          <p:cNvSpPr txBox="1"/>
          <p:nvPr/>
        </p:nvSpPr>
        <p:spPr>
          <a:xfrm>
            <a:off x="7196532" y="3779013"/>
            <a:ext cx="4002913" cy="2555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Observe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using </a:t>
            </a: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cout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method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a+b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b="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 </a:t>
            </a:r>
            <a:r>
              <a:rPr lang="en" altLang="zh-CN" sz="12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b=ab;</a:t>
            </a:r>
          </a:p>
          <a:p>
            <a:pPr marL="0" indent="0">
              <a:buNone/>
            </a:pP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b="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 </a:t>
            </a:r>
            <a:r>
              <a:rPr lang="en" altLang="zh-CN" sz="12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a=ab;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5">
            <a:extLst>
              <a:ext uri="{FF2B5EF4-FFF2-40B4-BE49-F238E27FC236}">
                <a16:creationId xmlns:a16="http://schemas.microsoft.com/office/drawing/2014/main" id="{3D5C1833-FA3A-4934-BF4E-69008FB00D99}"/>
              </a:ext>
            </a:extLst>
          </p:cNvPr>
          <p:cNvSpPr txBox="1"/>
          <p:nvPr/>
        </p:nvSpPr>
        <p:spPr>
          <a:xfrm>
            <a:off x="431092" y="3793857"/>
            <a:ext cx="2638812" cy="2278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Observe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using </a:t>
            </a: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cout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b="1" kern="12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a=b;</a:t>
            </a:r>
          </a:p>
          <a:p>
            <a:pPr marL="0" indent="0">
              <a:buNone/>
            </a:pP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 </a:t>
            </a:r>
            <a:r>
              <a:rPr lang="en" altLang="zh-CN" sz="1200" kern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b="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 </a:t>
            </a:r>
            <a:r>
              <a:rPr lang="en" altLang="zh-CN" sz="12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 </a:t>
            </a:r>
            <a:r>
              <a:rPr lang="e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b=a;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F75D62-4479-4747-9B4E-DB2F9A2DB0A3}"/>
              </a:ext>
            </a:extLst>
          </p:cNvPr>
          <p:cNvSpPr/>
          <p:nvPr/>
        </p:nvSpPr>
        <p:spPr>
          <a:xfrm>
            <a:off x="2095023" y="3901575"/>
            <a:ext cx="1872717" cy="339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F75D62-4479-4747-9B4E-DB2F9A2DB0A3}"/>
              </a:ext>
            </a:extLst>
          </p:cNvPr>
          <p:cNvSpPr/>
          <p:nvPr/>
        </p:nvSpPr>
        <p:spPr>
          <a:xfrm>
            <a:off x="5193928" y="3575849"/>
            <a:ext cx="2072576" cy="339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F75D62-4479-4747-9B4E-DB2F9A2DB0A3}"/>
              </a:ext>
            </a:extLst>
          </p:cNvPr>
          <p:cNvSpPr/>
          <p:nvPr/>
        </p:nvSpPr>
        <p:spPr>
          <a:xfrm>
            <a:off x="9904918" y="3393903"/>
            <a:ext cx="2072576" cy="339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console window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9" name="文本框 4">
            <a:extLst>
              <a:ext uri="{FF2B5EF4-FFF2-40B4-BE49-F238E27FC236}">
                <a16:creationId xmlns:a16="http://schemas.microsoft.com/office/drawing/2014/main" id="{B909A4D3-C0C3-44F5-A454-332AB9F0385C}"/>
              </a:ext>
            </a:extLst>
          </p:cNvPr>
          <p:cNvSpPr txBox="1"/>
          <p:nvPr/>
        </p:nvSpPr>
        <p:spPr>
          <a:xfrm>
            <a:off x="10062933" y="1199867"/>
            <a:ext cx="1913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Method 3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swap(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cout&lt;&lt;a&lt;&lt;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kern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6124F2-F17B-4A96-9BAA-426876F1D5F8}"/>
              </a:ext>
            </a:extLst>
          </p:cNvPr>
          <p:cNvSpPr txBox="1"/>
          <p:nvPr/>
        </p:nvSpPr>
        <p:spPr>
          <a:xfrm>
            <a:off x="431091" y="1255836"/>
            <a:ext cx="19135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Wrong approach</a:t>
            </a:r>
            <a:endParaRPr lang="zh-CN" altLang="en-US" sz="12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6B2E0B3-6EC0-453E-BF8C-FC2075C0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093" y="4219239"/>
            <a:ext cx="940837" cy="79609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50CC2F5-5EEF-425B-A64A-22B3BDD58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487" y="3945181"/>
            <a:ext cx="1336977" cy="95884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72BB94C-B89A-458A-823A-E72072547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5454" y="3763235"/>
            <a:ext cx="900159" cy="100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3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/>
      <p:bldP spid="12" grpId="0"/>
      <p:bldP spid="19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Data type and precision</a:t>
            </a:r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F1AF0413-3E30-49ED-80AC-DAA9A78686ED}"/>
              </a:ext>
            </a:extLst>
          </p:cNvPr>
          <p:cNvSpPr txBox="1"/>
          <p:nvPr/>
        </p:nvSpPr>
        <p:spPr>
          <a:xfrm>
            <a:off x="316002" y="2154020"/>
            <a:ext cx="5591184" cy="153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integer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bytes</a:t>
            </a:r>
            <a:endParaRPr lang="en" altLang="en-US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 </a:t>
            </a:r>
            <a:r>
              <a:rPr lang="en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 </a:t>
            </a:r>
            <a:r>
              <a:rPr lang="en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about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-2.1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billion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 2.1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billion, about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-2×10 </a:t>
            </a:r>
            <a:r>
              <a:rPr lang="en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~2×10 </a:t>
            </a:r>
            <a:r>
              <a:rPr lang="en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followed by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zeros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2">
            <a:extLst>
              <a:ext uri="{FF2B5EF4-FFF2-40B4-BE49-F238E27FC236}">
                <a16:creationId xmlns:a16="http://schemas.microsoft.com/office/drawing/2014/main" id="{F1AF0413-3E30-49ED-80AC-DAA9A78686ED}"/>
              </a:ext>
            </a:extLst>
          </p:cNvPr>
          <p:cNvSpPr txBox="1"/>
          <p:nvPr/>
        </p:nvSpPr>
        <p:spPr>
          <a:xfrm>
            <a:off x="5907186" y="3461549"/>
            <a:ext cx="5130984" cy="1262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float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Single precision floating point (real number)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bytes</a:t>
            </a:r>
            <a:endParaRPr lang="en" altLang="en-US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significant figures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6002" y="1611452"/>
            <a:ext cx="2180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" </a:t>
            </a:r>
            <a:r>
              <a:rPr lang="en" altLang="en-US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Getting Started </a:t>
            </a:r>
            <a:r>
              <a:rPr lang="en" altLang="zh-CN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" P57 </a:t>
            </a:r>
            <a:r>
              <a:rPr lang="en" altLang="en-US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Form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6FC2C3-FD56-4E9F-8FB2-8B2487421771}"/>
              </a:ext>
            </a:extLst>
          </p:cNvPr>
          <p:cNvSpPr/>
          <p:nvPr/>
        </p:nvSpPr>
        <p:spPr>
          <a:xfrm>
            <a:off x="5907186" y="2154020"/>
            <a:ext cx="6096000" cy="14168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long </a:t>
            </a:r>
            <a:r>
              <a:rPr lang="en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long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integer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 bytes</a:t>
            </a:r>
            <a:endParaRPr lang="en" altLang="en-US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 </a:t>
            </a:r>
            <a:r>
              <a:rPr lang="en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63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 </a:t>
            </a:r>
            <a:r>
              <a:rPr lang="en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63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about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-9×10 </a:t>
            </a:r>
            <a:r>
              <a:rPr lang="en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18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~9×10 </a:t>
            </a:r>
            <a:r>
              <a:rPr lang="en" altLang="zh-CN" sz="12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18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followed by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18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zeros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6F9556-B9F9-412A-9DC1-07529C6B3CF9}"/>
              </a:ext>
            </a:extLst>
          </p:cNvPr>
          <p:cNvSpPr/>
          <p:nvPr/>
        </p:nvSpPr>
        <p:spPr>
          <a:xfrm>
            <a:off x="5907186" y="4892188"/>
            <a:ext cx="5130984" cy="1139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double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Double precision floating point (real number)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 bytes</a:t>
            </a:r>
            <a:endParaRPr lang="en" altLang="en-US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alue range: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15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significant figures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3DB1AE-BEC5-4C3F-8A6A-52EE12361618}"/>
              </a:ext>
            </a:extLst>
          </p:cNvPr>
          <p:cNvSpPr/>
          <p:nvPr/>
        </p:nvSpPr>
        <p:spPr>
          <a:xfrm>
            <a:off x="316002" y="3589589"/>
            <a:ext cx="5591184" cy="1970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Character type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byte</a:t>
            </a:r>
            <a:endParaRPr lang="en" altLang="en-US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-128~127</a:t>
            </a: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 character enclosed in English single quotes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4988" lvl="1" indent="-2619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Each character in the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 table is represented by a number, which is the ASCII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code (internal code)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879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/>
      <p:bldP spid="6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50868A-4E36-4BDE-947E-0C5F310E4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7345" y="1341543"/>
            <a:ext cx="5312781" cy="5328940"/>
          </a:xfrm>
          <a:solidFill>
            <a:schemeClr val="tx1">
              <a:alpha val="9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" altLang="en-US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How expressions are evaluated:</a:t>
            </a:r>
            <a:endParaRPr lang="en-US" altLang="zh-CN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e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From left to right, first multiply and divide, remainder, then add and subtract. Evaluate the ones in the parentheses if any.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e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After evaluating an intermediate result, do the next evaluation, and </a:t>
            </a:r>
            <a:r>
              <a:rPr lang="en-AU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so on.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e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data of different types will be converted to the same type before evaluating.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Done automatically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Data types with low precision are converted to thse with higher precision.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Intermediate results are of the higher precision type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Temporary conversion only occurs during the evaluation, the values of the variables are not affected.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e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Data type precision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Data types that can express larger evaluate ranges are more precise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Real numbers are more precise than integers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short int long </a:t>
            </a:r>
            <a:r>
              <a:rPr lang="en" altLang="zh-CN" sz="1200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long </a:t>
            </a:r>
            <a:r>
              <a:rPr lang="e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float double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461CB64-699C-43A5-B0DB-725F450426E5}"/>
              </a:ext>
            </a:extLst>
          </p:cNvPr>
          <p:cNvSpPr/>
          <p:nvPr/>
        </p:nvSpPr>
        <p:spPr>
          <a:xfrm>
            <a:off x="7383623" y="6252156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F677AC88-DBD5-4296-BAE4-245E347EE69B}"/>
              </a:ext>
            </a:extLst>
          </p:cNvPr>
          <p:cNvSpPr/>
          <p:nvPr/>
        </p:nvSpPr>
        <p:spPr>
          <a:xfrm>
            <a:off x="7831919" y="6252156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4D26B2C-2714-4C4B-9AFF-3E107AEF563B}"/>
              </a:ext>
            </a:extLst>
          </p:cNvPr>
          <p:cNvSpPr/>
          <p:nvPr/>
        </p:nvSpPr>
        <p:spPr>
          <a:xfrm>
            <a:off x="8172443" y="6267635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B97C898-EE3A-455C-A08E-7AA552631FC0}"/>
              </a:ext>
            </a:extLst>
          </p:cNvPr>
          <p:cNvSpPr/>
          <p:nvPr/>
        </p:nvSpPr>
        <p:spPr>
          <a:xfrm>
            <a:off x="8909504" y="6252156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82E5D10-1DC8-4D31-9465-89959E3726F3}"/>
              </a:ext>
            </a:extLst>
          </p:cNvPr>
          <p:cNvSpPr/>
          <p:nvPr/>
        </p:nvSpPr>
        <p:spPr>
          <a:xfrm>
            <a:off x="9385293" y="6252156"/>
            <a:ext cx="103517" cy="155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1083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2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Automatic data type conversion: evaluating expressions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033734"/>
              </p:ext>
            </p:extLst>
          </p:nvPr>
        </p:nvGraphicFramePr>
        <p:xfrm>
          <a:off x="268842" y="1902668"/>
          <a:ext cx="6268504" cy="4334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267">
                <a:tc>
                  <a:txBody>
                    <a:bodyPr/>
                    <a:lstStyle/>
                    <a:p>
                      <a:r>
                        <a:rPr lang="en-AU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P</a:t>
                      </a:r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559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559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417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2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3E3F5429-7D89-5F74-4963-99E490B6B7CB}"/>
              </a:ext>
            </a:extLst>
          </p:cNvPr>
          <p:cNvSpPr txBox="1"/>
          <p:nvPr/>
        </p:nvSpPr>
        <p:spPr>
          <a:xfrm>
            <a:off x="341874" y="2300406"/>
            <a:ext cx="17337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&lt;&lt;5/3;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5E598A-99EA-E0DB-B989-6C4A7C8D11C4}"/>
              </a:ext>
            </a:extLst>
          </p:cNvPr>
          <p:cNvSpPr txBox="1"/>
          <p:nvPr/>
        </p:nvSpPr>
        <p:spPr>
          <a:xfrm>
            <a:off x="341874" y="2903331"/>
            <a:ext cx="17337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&lt;&lt;5/3.0;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53BFC2-F9F0-9DDB-CDAC-FE18B17545FF}"/>
              </a:ext>
            </a:extLst>
          </p:cNvPr>
          <p:cNvSpPr txBox="1"/>
          <p:nvPr/>
        </p:nvSpPr>
        <p:spPr>
          <a:xfrm>
            <a:off x="333786" y="3365076"/>
            <a:ext cx="1723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&lt;&lt;5/3*2.0;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3AD07FB-AB3D-FFD9-92AF-A8EEAC26C3E7}"/>
              </a:ext>
            </a:extLst>
          </p:cNvPr>
          <p:cNvSpPr txBox="1"/>
          <p:nvPr/>
        </p:nvSpPr>
        <p:spPr>
          <a:xfrm>
            <a:off x="333786" y="4806904"/>
            <a:ext cx="17337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&lt;&lt;5/3.0*2.0;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49686FB-F320-029B-6C1E-D4625AC14934}"/>
              </a:ext>
            </a:extLst>
          </p:cNvPr>
          <p:cNvSpPr txBox="1"/>
          <p:nvPr/>
        </p:nvSpPr>
        <p:spPr>
          <a:xfrm>
            <a:off x="2148120" y="2327802"/>
            <a:ext cx="869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16365DB-0E20-066C-3C0D-B9F6AA0431D7}"/>
              </a:ext>
            </a:extLst>
          </p:cNvPr>
          <p:cNvSpPr txBox="1"/>
          <p:nvPr/>
        </p:nvSpPr>
        <p:spPr>
          <a:xfrm>
            <a:off x="2148120" y="2883699"/>
            <a:ext cx="914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E04A80-0834-8843-7542-9CE6F962AAA2}"/>
              </a:ext>
            </a:extLst>
          </p:cNvPr>
          <p:cNvSpPr txBox="1"/>
          <p:nvPr/>
        </p:nvSpPr>
        <p:spPr>
          <a:xfrm>
            <a:off x="2109890" y="3359848"/>
            <a:ext cx="889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F6C6630-70C0-7C9D-4D3E-31D36FB4338A}"/>
              </a:ext>
            </a:extLst>
          </p:cNvPr>
          <p:cNvSpPr txBox="1"/>
          <p:nvPr/>
        </p:nvSpPr>
        <p:spPr>
          <a:xfrm>
            <a:off x="2075632" y="4806903"/>
            <a:ext cx="8774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3.33333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A2E6306-04F7-34AB-AFA3-E11CE2797AE6}"/>
              </a:ext>
            </a:extLst>
          </p:cNvPr>
          <p:cNvSpPr txBox="1"/>
          <p:nvPr/>
        </p:nvSpPr>
        <p:spPr>
          <a:xfrm>
            <a:off x="3064803" y="2322574"/>
            <a:ext cx="3382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Integer division without decimals</a:t>
            </a:r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F00D01A-4DB3-2274-456D-6A9CF37764B1}"/>
              </a:ext>
            </a:extLst>
          </p:cNvPr>
          <p:cNvSpPr txBox="1"/>
          <p:nvPr/>
        </p:nvSpPr>
        <p:spPr>
          <a:xfrm>
            <a:off x="3062960" y="2841129"/>
            <a:ext cx="3382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5 </a:t>
            </a: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Automatic type conversion to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float </a:t>
            </a: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before calculation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2C73205-6241-C176-DD9C-C0BCDB159B63}"/>
              </a:ext>
            </a:extLst>
          </p:cNvPr>
          <p:cNvSpPr txBox="1"/>
          <p:nvPr/>
        </p:nvSpPr>
        <p:spPr>
          <a:xfrm>
            <a:off x="3062960" y="3361830"/>
            <a:ext cx="33133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5/3 </a:t>
            </a: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first , and divide integers without decimals to get the intermediate result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 </a:t>
            </a: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; then calculate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1*2.0 </a:t>
            </a: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, and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 </a:t>
            </a: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automatically type-converted to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float </a:t>
            </a: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before calculation.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CB17C8E-1338-CCF7-59C3-00ED9C0D9CAA}"/>
              </a:ext>
            </a:extLst>
          </p:cNvPr>
          <p:cNvSpPr txBox="1"/>
          <p:nvPr/>
        </p:nvSpPr>
        <p:spPr>
          <a:xfrm>
            <a:off x="3045013" y="4768680"/>
            <a:ext cx="33133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Calculate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5/3.0 first </a:t>
            </a: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, and then automatically convert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5 to float </a:t>
            </a: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and then calculate the intermediate result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 </a:t>
            </a: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; then calculate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1.66667*2.0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588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  <p:bldP spid="25" grpId="0"/>
      <p:bldP spid="29" grpId="0"/>
      <p:bldP spid="33" grpId="0"/>
      <p:bldP spid="37" grpId="0"/>
      <p:bldP spid="41" grpId="0"/>
      <p:bldP spid="45" grpId="0"/>
      <p:bldP spid="49" grpId="0"/>
      <p:bldP spid="53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50868A-4E36-4BDE-947E-0C5F310E4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294" y="1486111"/>
            <a:ext cx="4371768" cy="5104470"/>
          </a:xfrm>
        </p:spPr>
        <p:txBody>
          <a:bodyPr/>
          <a:lstStyle/>
          <a:p>
            <a:r>
              <a:rPr lang="en" altLang="en-US" sz="1600" dirty="0">
                <a:latin typeface="微软雅黑" pitchFamily="34" charset="-122"/>
                <a:ea typeface="微软雅黑" pitchFamily="34" charset="-122"/>
              </a:rPr>
              <a:t>When assigning a value, first evaluate the expression on the right side of the equal sign, and then assign the result to the variable on the left side.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" altLang="en-US" sz="1600" dirty="0">
                <a:latin typeface="微软雅黑" pitchFamily="34" charset="-122"/>
                <a:ea typeface="微软雅黑" pitchFamily="34" charset="-122"/>
              </a:rPr>
              <a:t>If the types on two sides of the equal sign are different, type on the right side will be automatically converted to the one on the left side.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" altLang="en-US" sz="1600" dirty="0">
                <a:latin typeface="微软雅黑" pitchFamily="34" charset="-122"/>
                <a:ea typeface="微软雅黑" pitchFamily="34" charset="-122"/>
              </a:rPr>
              <a:t>If a high-precision value is assigned to a variable of a lower-precision type, part of the precision will be lost.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When assigning a real number type value to an integer type variable, the decimal part will be lost (simple loss, not rounding)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0" indent="0">
              <a:buNone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文本框 3">
            <a:extLst>
              <a:ext uri="{FF2B5EF4-FFF2-40B4-BE49-F238E27FC236}">
                <a16:creationId xmlns:a16="http://schemas.microsoft.com/office/drawing/2014/main" id="{3561248C-4066-40A7-980B-CE7271CC60D4}"/>
              </a:ext>
            </a:extLst>
          </p:cNvPr>
          <p:cNvSpPr txBox="1"/>
          <p:nvPr/>
        </p:nvSpPr>
        <p:spPr>
          <a:xfrm>
            <a:off x="678609" y="301567"/>
            <a:ext cx="10634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3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Automatic data type conversion: assignments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893444"/>
              </p:ext>
            </p:extLst>
          </p:nvPr>
        </p:nvGraphicFramePr>
        <p:xfrm>
          <a:off x="341874" y="1911858"/>
          <a:ext cx="6105225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4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26A6EA2-EF6B-439D-8697-339E3CC4C4FF}"/>
              </a:ext>
            </a:extLst>
          </p:cNvPr>
          <p:cNvSpPr txBox="1"/>
          <p:nvPr/>
        </p:nvSpPr>
        <p:spPr>
          <a:xfrm>
            <a:off x="363141" y="2479249"/>
            <a:ext cx="3294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a=5/3;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FA11AB-18F6-6EF1-65FA-A0DB2CE54DA4}"/>
              </a:ext>
            </a:extLst>
          </p:cNvPr>
          <p:cNvSpPr txBox="1"/>
          <p:nvPr/>
        </p:nvSpPr>
        <p:spPr>
          <a:xfrm>
            <a:off x="3678777" y="2536017"/>
            <a:ext cx="601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F8EFA0-2995-528E-19C8-E91600595148}"/>
              </a:ext>
            </a:extLst>
          </p:cNvPr>
          <p:cNvSpPr txBox="1"/>
          <p:nvPr/>
        </p:nvSpPr>
        <p:spPr>
          <a:xfrm>
            <a:off x="335848" y="2988227"/>
            <a:ext cx="33167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b=5,c=3;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d=b/c;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&lt;&lt;fixed&lt;&lt; </a:t>
            </a:r>
            <a:r>
              <a:rPr kumimoji="0" lang="en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setprecision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(2)&lt;&lt;d;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1DCE3FA-0100-D315-B17D-4F65057DA81C}"/>
              </a:ext>
            </a:extLst>
          </p:cNvPr>
          <p:cNvSpPr txBox="1"/>
          <p:nvPr/>
        </p:nvSpPr>
        <p:spPr>
          <a:xfrm>
            <a:off x="3668820" y="3098283"/>
            <a:ext cx="633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FC5CE2D-CB3A-3165-2A41-CC552147D5EA}"/>
              </a:ext>
            </a:extLst>
          </p:cNvPr>
          <p:cNvSpPr txBox="1"/>
          <p:nvPr/>
        </p:nvSpPr>
        <p:spPr>
          <a:xfrm>
            <a:off x="4335101" y="2593137"/>
            <a:ext cx="20713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The expression on the right side of the equal sign is division by integers without decimals.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1ED4C6-950F-7DC3-59A4-153E5CA7BCC6}"/>
              </a:ext>
            </a:extLst>
          </p:cNvPr>
          <p:cNvSpPr txBox="1"/>
          <p:nvPr/>
        </p:nvSpPr>
        <p:spPr>
          <a:xfrm>
            <a:off x="363141" y="4006436"/>
            <a:ext cx="3294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e=2.1;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&lt;&lt;e;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B119930-3E55-E29A-DB84-A94D1B40D309}"/>
              </a:ext>
            </a:extLst>
          </p:cNvPr>
          <p:cNvSpPr txBox="1"/>
          <p:nvPr/>
        </p:nvSpPr>
        <p:spPr>
          <a:xfrm>
            <a:off x="3712300" y="3976593"/>
            <a:ext cx="601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12DA5BD-4BE4-47D1-7CA0-9903738E0C64}"/>
              </a:ext>
            </a:extLst>
          </p:cNvPr>
          <p:cNvSpPr txBox="1"/>
          <p:nvPr/>
        </p:nvSpPr>
        <p:spPr>
          <a:xfrm>
            <a:off x="374248" y="4730858"/>
            <a:ext cx="33269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f=2.9;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&lt;&lt;f;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C395887-4643-9151-3E08-DCA3C0A82E10}"/>
              </a:ext>
            </a:extLst>
          </p:cNvPr>
          <p:cNvSpPr txBox="1"/>
          <p:nvPr/>
        </p:nvSpPr>
        <p:spPr>
          <a:xfrm>
            <a:off x="3695356" y="4644352"/>
            <a:ext cx="601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F426999-186C-8395-370E-96298EFF44AE}"/>
              </a:ext>
            </a:extLst>
          </p:cNvPr>
          <p:cNvSpPr txBox="1"/>
          <p:nvPr/>
        </p:nvSpPr>
        <p:spPr>
          <a:xfrm>
            <a:off x="4313835" y="3976593"/>
            <a:ext cx="20602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Real numbers are assigned to integer types,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Missing decimal part (not four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Rounding)</a:t>
            </a:r>
          </a:p>
        </p:txBody>
      </p:sp>
    </p:spTree>
    <p:extLst>
      <p:ext uri="{BB962C8B-B14F-4D97-AF65-F5344CB8AC3E}">
        <p14:creationId xmlns:p14="http://schemas.microsoft.com/office/powerpoint/2010/main" val="302640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4" grpId="0"/>
      <p:bldP spid="28" grpId="0"/>
      <p:bldP spid="32" grpId="0"/>
      <p:bldP spid="36" grpId="0"/>
      <p:bldP spid="37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BD88DE-6361-4171-9990-2DB5286642E7}"/>
              </a:ext>
            </a:extLst>
          </p:cNvPr>
          <p:cNvSpPr txBox="1">
            <a:spLocks/>
          </p:cNvSpPr>
          <p:nvPr/>
        </p:nvSpPr>
        <p:spPr>
          <a:xfrm>
            <a:off x="6551270" y="1261641"/>
            <a:ext cx="5250934" cy="532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When automatic data type conversion fails to achieve its purpose, type casting can be used to tell the computer to perform conversion.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e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Syntax for type casting: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For variables: </a:t>
            </a:r>
            <a:r>
              <a:rPr lang="en" altLang="zh-CN" sz="1200" dirty="0">
                <a:latin typeface="Comic Sans MS" pitchFamily="66" charset="0"/>
                <a:ea typeface="微软雅黑" pitchFamily="34" charset="-122"/>
              </a:rPr>
              <a:t>( </a:t>
            </a:r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type name </a:t>
            </a:r>
            <a:r>
              <a:rPr lang="en" altLang="zh-CN" sz="1200" dirty="0">
                <a:latin typeface="Comic Sans MS" pitchFamily="66" charset="0"/>
                <a:ea typeface="微软雅黑" pitchFamily="34" charset="-122"/>
              </a:rPr>
              <a:t>) </a:t>
            </a:r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variable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For expression: </a:t>
            </a:r>
            <a:r>
              <a:rPr lang="en" altLang="zh-CN" sz="1200" dirty="0">
                <a:latin typeface="Comic Sans MS" pitchFamily="66" charset="0"/>
                <a:ea typeface="微软雅黑" pitchFamily="34" charset="-122"/>
              </a:rPr>
              <a:t>( </a:t>
            </a:r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type name </a:t>
            </a:r>
            <a:r>
              <a:rPr lang="en" altLang="zh-CN" sz="1200" dirty="0">
                <a:latin typeface="Comic Sans MS" pitchFamily="66" charset="0"/>
                <a:ea typeface="微软雅黑" pitchFamily="34" charset="-122"/>
              </a:rPr>
              <a:t>) ( </a:t>
            </a:r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expression </a:t>
            </a:r>
            <a:r>
              <a:rPr lang="en" altLang="zh-CN" sz="1200" dirty="0">
                <a:latin typeface="Comic Sans MS" pitchFamily="66" charset="0"/>
                <a:ea typeface="微软雅黑" pitchFamily="34" charset="-122"/>
              </a:rPr>
              <a:t>)</a:t>
            </a: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Type casting is an operation with a higher precedence than addition, subtraction, multiplication, division, and remainder. Therefore, if you want to perform casting on an expression, you need to add parentheses outside the expression.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r>
              <a:rPr lang="e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Values of different data types will be converted to the same data type before evaluating.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The conversion only produces a temporary result, the variable itself does not change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When the converted temporary result is evaluated with other variables or numbers, automatic type conversion will be triggered. The rules are the same as automatic type conversion.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The intermediate results are of the higher precision type</a:t>
            </a:r>
            <a:endParaRPr lang="en-US" altLang="zh-CN" sz="12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</p:txBody>
      </p:sp>
      <p:sp>
        <p:nvSpPr>
          <p:cNvPr id="8" name="文本框 3">
            <a:extLst>
              <a:ext uri="{FF2B5EF4-FFF2-40B4-BE49-F238E27FC236}">
                <a16:creationId xmlns:a16="http://schemas.microsoft.com/office/drawing/2014/main" id="{B3CD85D7-6B51-4988-9F06-93CDAF3FF50D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ype casting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A568A6B-AA6D-4D66-9A6F-3E5DC10C2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860569"/>
              </p:ext>
            </p:extLst>
          </p:nvPr>
        </p:nvGraphicFramePr>
        <p:xfrm>
          <a:off x="341874" y="1935720"/>
          <a:ext cx="6105225" cy="4782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2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en-US" altLang="zh-CN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lnSpc>
                          <a:spcPct val="150000"/>
                        </a:lnSpc>
                        <a:buAutoNum type="arabicPeriod"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en-US" altLang="zh-CN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15119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6BCB1F6-ABD4-41D3-9D8B-5B77E022C6AF}"/>
              </a:ext>
            </a:extLst>
          </p:cNvPr>
          <p:cNvSpPr txBox="1"/>
          <p:nvPr/>
        </p:nvSpPr>
        <p:spPr>
          <a:xfrm>
            <a:off x="353563" y="1239617"/>
            <a:ext cx="6059995" cy="616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First, define three variables: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a=5,b=3,c=2;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9E24A1-4C0B-C36F-D60E-D7B32E148757}"/>
              </a:ext>
            </a:extLst>
          </p:cNvPr>
          <p:cNvSpPr txBox="1"/>
          <p:nvPr/>
        </p:nvSpPr>
        <p:spPr>
          <a:xfrm>
            <a:off x="353564" y="2347393"/>
            <a:ext cx="19345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&lt;&lt;a/b;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9C61BE-7AE0-37FC-1B3A-93A36103899A}"/>
              </a:ext>
            </a:extLst>
          </p:cNvPr>
          <p:cNvSpPr txBox="1"/>
          <p:nvPr/>
        </p:nvSpPr>
        <p:spPr>
          <a:xfrm>
            <a:off x="2288127" y="2347392"/>
            <a:ext cx="9058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993327-E775-D2E9-DBA7-5E29E02D6D28}"/>
              </a:ext>
            </a:extLst>
          </p:cNvPr>
          <p:cNvSpPr txBox="1"/>
          <p:nvPr/>
        </p:nvSpPr>
        <p:spPr>
          <a:xfrm>
            <a:off x="2321666" y="3435531"/>
            <a:ext cx="913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E8C797-1F00-4B51-8297-F02303E1B27C}"/>
              </a:ext>
            </a:extLst>
          </p:cNvPr>
          <p:cNvSpPr txBox="1"/>
          <p:nvPr/>
        </p:nvSpPr>
        <p:spPr>
          <a:xfrm>
            <a:off x="3235488" y="2359817"/>
            <a:ext cx="31780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Integer division without decimals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BFC1FC3-829C-A58C-409D-1ED63B693164}"/>
              </a:ext>
            </a:extLst>
          </p:cNvPr>
          <p:cNvSpPr txBox="1"/>
          <p:nvPr/>
        </p:nvSpPr>
        <p:spPr>
          <a:xfrm>
            <a:off x="350391" y="2782528"/>
            <a:ext cx="19345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&lt;&lt;( 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)a/b;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4961451-043E-754D-95E8-78EA06A6D8D0}"/>
              </a:ext>
            </a:extLst>
          </p:cNvPr>
          <p:cNvSpPr txBox="1"/>
          <p:nvPr/>
        </p:nvSpPr>
        <p:spPr>
          <a:xfrm>
            <a:off x="2284954" y="2787832"/>
            <a:ext cx="950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29EDAD5-E1C1-B523-60B7-5E563F9AA2EA}"/>
              </a:ext>
            </a:extLst>
          </p:cNvPr>
          <p:cNvSpPr txBox="1"/>
          <p:nvPr/>
        </p:nvSpPr>
        <p:spPr>
          <a:xfrm>
            <a:off x="3235488" y="2656660"/>
            <a:ext cx="3178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cast to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automatically converted to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before </a:t>
            </a:r>
            <a:r>
              <a:rPr lang="en-US" altLang="zh-CN" sz="1000" dirty="0">
                <a:solidFill>
                  <a:prstClr val="black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evaluating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F5B1346-777C-B974-6D63-8B147343FC11}"/>
              </a:ext>
            </a:extLst>
          </p:cNvPr>
          <p:cNvSpPr txBox="1"/>
          <p:nvPr/>
        </p:nvSpPr>
        <p:spPr>
          <a:xfrm>
            <a:off x="383931" y="3440515"/>
            <a:ext cx="1950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&lt;&lt;( 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)(a/b);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B40FC3B-C1A3-5B99-1A6C-4B086C232480}"/>
              </a:ext>
            </a:extLst>
          </p:cNvPr>
          <p:cNvSpPr txBox="1"/>
          <p:nvPr/>
        </p:nvSpPr>
        <p:spPr>
          <a:xfrm>
            <a:off x="3269028" y="3218225"/>
            <a:ext cx="32041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evaluate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a/b first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: there is no decimal in integer division, and the intermediate result is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 is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then cast to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7EE0611-EC48-F30E-104C-880A7CED9DB5}"/>
              </a:ext>
            </a:extLst>
          </p:cNvPr>
          <p:cNvSpPr txBox="1"/>
          <p:nvPr/>
        </p:nvSpPr>
        <p:spPr>
          <a:xfrm>
            <a:off x="389797" y="4543330"/>
            <a:ext cx="1928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&lt;&lt;a/( 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)b*c;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CF44BAF-3363-6F13-E3EE-E7A010663542}"/>
              </a:ext>
            </a:extLst>
          </p:cNvPr>
          <p:cNvSpPr txBox="1"/>
          <p:nvPr/>
        </p:nvSpPr>
        <p:spPr>
          <a:xfrm>
            <a:off x="2314231" y="4538346"/>
            <a:ext cx="913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3.33333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AD61A89-BF12-84BF-150D-92FF1C853794}"/>
              </a:ext>
            </a:extLst>
          </p:cNvPr>
          <p:cNvSpPr txBox="1"/>
          <p:nvPr/>
        </p:nvSpPr>
        <p:spPr>
          <a:xfrm>
            <a:off x="3289762" y="3994032"/>
            <a:ext cx="31780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First evaluate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a/(double)b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: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cast to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automatically type converted to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Then </a:t>
            </a:r>
            <a:r>
              <a:rPr lang="en" altLang="en-US" sz="1000" dirty="0">
                <a:solidFill>
                  <a:prstClr val="black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evaluate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the intermediate result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Then </a:t>
            </a:r>
            <a:r>
              <a:rPr lang="en" altLang="en-US" sz="1000" dirty="0">
                <a:solidFill>
                  <a:prstClr val="black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evaluate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1.66667*c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: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automatically converted to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and then </a:t>
            </a:r>
            <a:r>
              <a:rPr lang="en" altLang="en-US" sz="1000" dirty="0">
                <a:solidFill>
                  <a:prstClr val="black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evaluated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.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9DC2490-551D-4EDE-1345-257A57029719}"/>
              </a:ext>
            </a:extLst>
          </p:cNvPr>
          <p:cNvSpPr txBox="1"/>
          <p:nvPr/>
        </p:nvSpPr>
        <p:spPr>
          <a:xfrm>
            <a:off x="341874" y="5853328"/>
            <a:ext cx="19461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&lt;&lt;a/b*( 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double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)c;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6CB5616-5058-0FC6-78EA-5499EF1E412B}"/>
              </a:ext>
            </a:extLst>
          </p:cNvPr>
          <p:cNvSpPr txBox="1"/>
          <p:nvPr/>
        </p:nvSpPr>
        <p:spPr>
          <a:xfrm>
            <a:off x="2314232" y="5853327"/>
            <a:ext cx="913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5BEE3AC-F539-3571-3F5F-AFCFAB719AC2}"/>
              </a:ext>
            </a:extLst>
          </p:cNvPr>
          <p:cNvSpPr txBox="1"/>
          <p:nvPr/>
        </p:nvSpPr>
        <p:spPr>
          <a:xfrm>
            <a:off x="3269028" y="5608343"/>
            <a:ext cx="31302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Evaluate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a/b first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: there is no decimal in integer division, and the intermediate result is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Then evaluate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1*(double)c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: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cast to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</a:t>
            </a: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1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automatically converted to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double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before evaluating.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342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8" grpId="0"/>
      <p:bldP spid="22" grpId="0"/>
      <p:bldP spid="26" grpId="0"/>
      <p:bldP spid="30" grpId="0"/>
      <p:bldP spid="34" grpId="0"/>
      <p:bldP spid="38" grpId="0"/>
      <p:bldP spid="42" grpId="0"/>
      <p:bldP spid="46" grpId="0"/>
      <p:bldP spid="50" grpId="0"/>
      <p:bldP spid="54" grpId="0"/>
      <p:bldP spid="58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3">
            <a:extLst>
              <a:ext uri="{FF2B5EF4-FFF2-40B4-BE49-F238E27FC236}">
                <a16:creationId xmlns:a16="http://schemas.microsoft.com/office/drawing/2014/main" id="{B3CD85D7-6B51-4988-9F06-93CDAF3FF50D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Type casting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A568A6B-AA6D-4D66-9A6F-3E5DC10C2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521781"/>
              </p:ext>
            </p:extLst>
          </p:nvPr>
        </p:nvGraphicFramePr>
        <p:xfrm>
          <a:off x="362065" y="2085554"/>
          <a:ext cx="10273117" cy="4644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5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7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zh-CN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151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lnSpc>
                          <a:spcPct val="150000"/>
                        </a:lnSpc>
                        <a:buAutoNum type="arabicPeriod"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746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lnSpc>
                          <a:spcPct val="150000"/>
                        </a:lnSpc>
                        <a:buAutoNum type="arabicPeriod"/>
                      </a:pP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31891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6BCB1F6-ABD4-41D3-9D8B-5B77E022C6AF}"/>
              </a:ext>
            </a:extLst>
          </p:cNvPr>
          <p:cNvSpPr txBox="1"/>
          <p:nvPr/>
        </p:nvSpPr>
        <p:spPr>
          <a:xfrm>
            <a:off x="353564" y="1191911"/>
            <a:ext cx="10273117" cy="893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Want to evaluate the sum of three large integers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First, define 3 variables: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a=1100000000,b=1200000000,c=1300000000;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3C81B5-ECCE-5120-25E3-00DA62A32933}"/>
              </a:ext>
            </a:extLst>
          </p:cNvPr>
          <p:cNvSpPr txBox="1"/>
          <p:nvPr/>
        </p:nvSpPr>
        <p:spPr>
          <a:xfrm>
            <a:off x="353564" y="2509008"/>
            <a:ext cx="2432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 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a+b+c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;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55BA46-F595-60A3-262E-5944EA9AADEF}"/>
              </a:ext>
            </a:extLst>
          </p:cNvPr>
          <p:cNvSpPr txBox="1"/>
          <p:nvPr/>
        </p:nvSpPr>
        <p:spPr>
          <a:xfrm>
            <a:off x="3137535" y="2509008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3C8F92-9C37-7B4A-4516-94F00F3921D0}"/>
              </a:ext>
            </a:extLst>
          </p:cNvPr>
          <p:cNvSpPr txBox="1"/>
          <p:nvPr/>
        </p:nvSpPr>
        <p:spPr>
          <a:xfrm>
            <a:off x="4435031" y="2539787"/>
            <a:ext cx="60967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overflow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31642D4-8899-DD45-46CF-E91D42A365FA}"/>
              </a:ext>
            </a:extLst>
          </p:cNvPr>
          <p:cNvSpPr txBox="1"/>
          <p:nvPr/>
        </p:nvSpPr>
        <p:spPr>
          <a:xfrm>
            <a:off x="353563" y="3290500"/>
            <a:ext cx="2689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&lt;&lt;( 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 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a+b+c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;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2A5A992-EC25-E244-14EA-DE26E17D6F6A}"/>
              </a:ext>
            </a:extLst>
          </p:cNvPr>
          <p:cNvSpPr txBox="1"/>
          <p:nvPr/>
        </p:nvSpPr>
        <p:spPr>
          <a:xfrm>
            <a:off x="3137535" y="3289160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3600000000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9C85EC4-E0CF-5712-6E68-F9A564A974C1}"/>
              </a:ext>
            </a:extLst>
          </p:cNvPr>
          <p:cNvSpPr txBox="1"/>
          <p:nvPr/>
        </p:nvSpPr>
        <p:spPr>
          <a:xfrm>
            <a:off x="4435031" y="2822169"/>
            <a:ext cx="60967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( </a:t>
            </a:r>
            <a:r>
              <a:rPr kumimoji="0" lang="en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 a+b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first: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cast to </a:t>
            </a:r>
            <a:r>
              <a:rPr kumimoji="0" lang="en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automatically type converted to </a:t>
            </a:r>
            <a:r>
              <a:rPr kumimoji="0" lang="en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Then the intermediate result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2300000000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Then evaluate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2300000000+c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automatically converted to </a:t>
            </a:r>
            <a:r>
              <a:rPr kumimoji="0" lang="en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and then evaluated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F8A0A73-94B2-F862-9094-CEDC142C56C3}"/>
              </a:ext>
            </a:extLst>
          </p:cNvPr>
          <p:cNvSpPr txBox="1"/>
          <p:nvPr/>
        </p:nvSpPr>
        <p:spPr>
          <a:xfrm>
            <a:off x="353564" y="4511711"/>
            <a:ext cx="2689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&lt;&lt;a+( </a:t>
            </a:r>
            <a:r>
              <a:rPr lang="en" altLang="zh-CN" sz="1200" b="1" kern="1200" noProof="0" dirty="0">
                <a:solidFill>
                  <a:srgbClr val="80808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long long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 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b+c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;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89AB1C-5669-E9F3-BD77-9C1AC3D5F47C}"/>
              </a:ext>
            </a:extLst>
          </p:cNvPr>
          <p:cNvSpPr txBox="1"/>
          <p:nvPr/>
        </p:nvSpPr>
        <p:spPr>
          <a:xfrm>
            <a:off x="3137534" y="4511711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3600000000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3A141D7-C880-186A-F8F4-8F80BDA84D94}"/>
              </a:ext>
            </a:extLst>
          </p:cNvPr>
          <p:cNvSpPr txBox="1"/>
          <p:nvPr/>
        </p:nvSpPr>
        <p:spPr>
          <a:xfrm>
            <a:off x="4435030" y="4054774"/>
            <a:ext cx="60967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a+( </a:t>
            </a:r>
            <a:r>
              <a:rPr kumimoji="0" lang="en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)b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first: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cast to </a:t>
            </a:r>
            <a:r>
              <a:rPr kumimoji="0" lang="en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kumimoji="0" lang="en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automatically converted to </a:t>
            </a:r>
            <a:r>
              <a:rPr kumimoji="0" lang="en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357188" marR="0" lvl="1" indent="-174625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Then the intermediate result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2300000000</a:t>
            </a:r>
          </a:p>
          <a:p>
            <a:pPr marL="228600" marR="0" lvl="0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Then evaluate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2300000000+c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is automatically converted to </a:t>
            </a:r>
            <a:r>
              <a:rPr kumimoji="0" lang="en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and then </a:t>
            </a:r>
            <a:r>
              <a:rPr lang="en" altLang="en-US" sz="1000" dirty="0">
                <a:solidFill>
                  <a:prstClr val="black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evalua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ted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D7161A3-45BB-1BBA-BC64-E4DCEE9511AE}"/>
              </a:ext>
            </a:extLst>
          </p:cNvPr>
          <p:cNvSpPr txBox="1"/>
          <p:nvPr/>
        </p:nvSpPr>
        <p:spPr>
          <a:xfrm>
            <a:off x="353564" y="5333762"/>
            <a:ext cx="2689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 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+( 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)c;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6EBAE0D-3C2A-95C8-95FD-DF176277E04F}"/>
              </a:ext>
            </a:extLst>
          </p:cNvPr>
          <p:cNvSpPr txBox="1"/>
          <p:nvPr/>
        </p:nvSpPr>
        <p:spPr>
          <a:xfrm>
            <a:off x="3137534" y="5333760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28A36CC-5EB1-F184-DA73-74C989F9527F}"/>
              </a:ext>
            </a:extLst>
          </p:cNvPr>
          <p:cNvSpPr txBox="1"/>
          <p:nvPr/>
        </p:nvSpPr>
        <p:spPr>
          <a:xfrm>
            <a:off x="4443532" y="5333760"/>
            <a:ext cx="60967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 </a:t>
            </a:r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first, the intermediate result overflows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D75B683-2856-6AB0-8173-C817554A90B9}"/>
              </a:ext>
            </a:extLst>
          </p:cNvPr>
          <p:cNvSpPr txBox="1"/>
          <p:nvPr/>
        </p:nvSpPr>
        <p:spPr>
          <a:xfrm>
            <a:off x="353564" y="5666089"/>
            <a:ext cx="27882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&lt;&lt;( 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)( 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a+b+c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);</a:t>
            </a:r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6D04547-A7A6-CAA2-6894-F7AD1A8D6CA9}"/>
              </a:ext>
            </a:extLst>
          </p:cNvPr>
          <p:cNvSpPr txBox="1"/>
          <p:nvPr/>
        </p:nvSpPr>
        <p:spPr>
          <a:xfrm>
            <a:off x="3137532" y="5708308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A2399AC-39AD-BC79-6250-E597C718E856}"/>
              </a:ext>
            </a:extLst>
          </p:cNvPr>
          <p:cNvSpPr txBox="1"/>
          <p:nvPr/>
        </p:nvSpPr>
        <p:spPr>
          <a:xfrm>
            <a:off x="3141784" y="6040391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9CAA751-CE36-7993-B082-151667E5EABE}"/>
              </a:ext>
            </a:extLst>
          </p:cNvPr>
          <p:cNvSpPr txBox="1"/>
          <p:nvPr/>
        </p:nvSpPr>
        <p:spPr>
          <a:xfrm>
            <a:off x="3137533" y="6421414"/>
            <a:ext cx="1110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-694967296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731769F-A4A2-261F-1425-0C868309EFC2}"/>
              </a:ext>
            </a:extLst>
          </p:cNvPr>
          <p:cNvSpPr txBox="1"/>
          <p:nvPr/>
        </p:nvSpPr>
        <p:spPr>
          <a:xfrm>
            <a:off x="353564" y="6032246"/>
            <a:ext cx="26847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&lt;&lt;( 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)( 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a+b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)+c;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CDE325E-2D0F-A5E8-7F65-BFEA9BFC36F7}"/>
              </a:ext>
            </a:extLst>
          </p:cNvPr>
          <p:cNvSpPr txBox="1"/>
          <p:nvPr/>
        </p:nvSpPr>
        <p:spPr>
          <a:xfrm>
            <a:off x="353564" y="6413269"/>
            <a:ext cx="2783968" cy="28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cout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&lt;&lt;a+( </a:t>
            </a:r>
            <a:r>
              <a:rPr kumimoji="0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long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)( </a:t>
            </a:r>
            <a:r>
              <a:rPr kumimoji="0" lang="en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b+c </a:t>
            </a:r>
            <a:r>
              <a:rPr kumimoji="0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);</a:t>
            </a:r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34A1238-937E-138F-9CB5-CCB929DB5BE7}"/>
              </a:ext>
            </a:extLst>
          </p:cNvPr>
          <p:cNvSpPr txBox="1"/>
          <p:nvPr/>
        </p:nvSpPr>
        <p:spPr>
          <a:xfrm>
            <a:off x="4443532" y="5804588"/>
            <a:ext cx="60882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The expression in the brackets is evaluated first, and then the intermediate result is cast. However, the evaluated result of the expression in the brackets has overflowed.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791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20" grpId="0"/>
      <p:bldP spid="24" grpId="0"/>
      <p:bldP spid="28" grpId="0"/>
      <p:bldP spid="29" grpId="0"/>
      <p:bldP spid="30" grpId="0"/>
      <p:bldP spid="34" grpId="0"/>
      <p:bldP spid="38" grpId="0"/>
      <p:bldP spid="42" grpId="0"/>
      <p:bldP spid="46" grpId="0"/>
      <p:bldP spid="50" grpId="0"/>
      <p:bldP spid="51" grpId="0"/>
      <p:bldP spid="52" grpId="0"/>
      <p:bldP spid="53" grpId="0"/>
      <p:bldP spid="57" grpId="0"/>
      <p:bldP spid="61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">
            <a:extLst>
              <a:ext uri="{FF2B5EF4-FFF2-40B4-BE49-F238E27FC236}">
                <a16:creationId xmlns:a16="http://schemas.microsoft.com/office/drawing/2014/main" id="{FA5DC3C6-0D0E-4E95-BFC4-A449C56B535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Commonly used functions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BFC3F282-737E-4B66-A706-1C7BF9E74D13}"/>
              </a:ext>
            </a:extLst>
          </p:cNvPr>
          <p:cNvSpPr txBox="1">
            <a:spLocks/>
          </p:cNvSpPr>
          <p:nvPr/>
        </p:nvSpPr>
        <p:spPr>
          <a:xfrm>
            <a:off x="6551269" y="1261641"/>
            <a:ext cx="4476239" cy="532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" </a:t>
            </a:r>
            <a:r>
              <a:rPr lang="e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Getting Started </a:t>
            </a:r>
            <a:r>
              <a:rPr lang="en" altLang="zh-CN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" </a:t>
            </a:r>
            <a:r>
              <a:rPr lang="en" altLang="zh-CN" sz="1600" dirty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P58 </a:t>
            </a:r>
            <a:r>
              <a:rPr lang="e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Form</a:t>
            </a:r>
          </a:p>
          <a:p>
            <a:pPr marL="0" indent="0">
              <a:buNone/>
            </a:pP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r>
              <a:rPr lang="e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Format description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Function name: let the function run through this name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Parameter type: This type of data needs to be passed to the function to run normally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Return type: After the function is run, evaluation result will be obtained. The return type refers to the data type of the result.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r>
              <a:rPr lang="en" altLang="en-US" sz="1600" dirty="0">
                <a:latin typeface="Comic Sans MS" pitchFamily="66" charset="0"/>
                <a:ea typeface="微软雅黑" pitchFamily="34" charset="-122"/>
                <a:cs typeface="Complex" pitchFamily="2" charset="0"/>
              </a:rPr>
              <a:t>"Let the function run", the professional expression is "function call"</a:t>
            </a:r>
            <a:endParaRPr lang="en-US" altLang="zh-CN" sz="1600" dirty="0">
              <a:latin typeface="Comic Sans MS" pitchFamily="66" charset="0"/>
              <a:ea typeface="微软雅黑" pitchFamily="34" charset="-122"/>
              <a:cs typeface="Complex" pitchFamily="2" charset="0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Function call form: function name</a:t>
            </a:r>
            <a:r>
              <a:rPr lang="en" altLang="zh-CN" sz="1200" dirty="0">
                <a:latin typeface="Comic Sans MS" pitchFamily="66" charset="0"/>
                <a:ea typeface="微软雅黑" pitchFamily="34" charset="-122"/>
              </a:rPr>
              <a:t>( </a:t>
            </a:r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parameter </a:t>
            </a:r>
            <a:r>
              <a:rPr lang="en" altLang="zh-CN" sz="1200" dirty="0">
                <a:latin typeface="Comic Sans MS" pitchFamily="66" charset="0"/>
                <a:ea typeface="微软雅黑" pitchFamily="34" charset="-122"/>
              </a:rPr>
              <a:t>)</a:t>
            </a: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You can treat a function call as a variable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Function calls can be written in expressions. Pay attention to automatic type conversion </a:t>
            </a:r>
            <a:r>
              <a:rPr lang="en" altLang="en-US" sz="1200">
                <a:latin typeface="Comic Sans MS" pitchFamily="66" charset="0"/>
                <a:ea typeface="微软雅黑" pitchFamily="34" charset="-122"/>
              </a:rPr>
              <a:t>when evaluating </a:t>
            </a:r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expressions.</a:t>
            </a:r>
            <a:endParaRPr lang="en-US" altLang="zh-CN" sz="1200" dirty="0">
              <a:latin typeface="Comic Sans MS" pitchFamily="66" charset="0"/>
              <a:ea typeface="微软雅黑" pitchFamily="34" charset="-122"/>
            </a:endParaRPr>
          </a:p>
          <a:p>
            <a:pPr marL="450850" lvl="1" indent="-184150"/>
            <a:r>
              <a:rPr lang="en" altLang="en-US" sz="1200" dirty="0">
                <a:latin typeface="Comic Sans MS" pitchFamily="66" charset="0"/>
                <a:ea typeface="微软雅黑" pitchFamily="34" charset="-122"/>
              </a:rPr>
              <a:t>You can also perform casting on function calls</a:t>
            </a:r>
            <a:endParaRPr lang="en-US" altLang="zh-CN" sz="1400" dirty="0">
              <a:latin typeface="Comic Sans MS" pitchFamily="66" charset="0"/>
              <a:ea typeface="微软雅黑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00E2977-A088-48F1-8DA0-034660AB8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030" y="1630920"/>
            <a:ext cx="2314575" cy="609600"/>
          </a:xfrm>
          <a:prstGeom prst="rect">
            <a:avLst/>
          </a:prstGeom>
        </p:spPr>
      </p:pic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35C6E67-20FE-44B0-AC92-B902C145B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816277"/>
              </p:ext>
            </p:extLst>
          </p:nvPr>
        </p:nvGraphicFramePr>
        <p:xfrm>
          <a:off x="341874" y="1935720"/>
          <a:ext cx="6105225" cy="2921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3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illustrate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ceil(double)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Round up (the smallest integer greater than or equal to the given number)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cout&lt;&lt;ceil(5.0/3); // </a:t>
                      </a:r>
                      <a:r>
                        <a:rPr lang="e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2 </a:t>
                      </a:r>
                      <a:b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</a:b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cout&lt;&lt;ceil(5); // </a:t>
                      </a:r>
                      <a:r>
                        <a:rPr lang="e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5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floor(double)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Round down (the largest integer less than or equal to the given number)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cout&lt;&lt;floor(5.0/3); // </a:t>
                      </a:r>
                      <a:r>
                        <a:rPr lang="e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1 </a:t>
                      </a:r>
                      <a:br>
                        <a:rPr lang="en-US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</a:b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cout&lt;&lt;floor(5); // </a:t>
                      </a:r>
                      <a:r>
                        <a:rPr lang="e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sqrt(double x)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Find the square root of </a:t>
                      </a: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// </a:t>
                      </a:r>
                      <a:r>
                        <a:rPr lang="en" altLang="en-US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2.236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cout&lt;&lt;fixed&lt;&lt; </a:t>
                      </a:r>
                      <a:r>
                        <a:rPr lang="en" altLang="zh-CN" sz="1000" kern="1200" dirty="0" err="1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setprecision </a:t>
                      </a:r>
                      <a:r>
                        <a:rPr lang="en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(3)&lt;&lt;sqrt(5);</a:t>
                      </a:r>
                      <a:endParaRPr lang="zh-CN" altLang="en-US" sz="1000" kern="12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double pow(double x, double y)</a:t>
                      </a:r>
                      <a:endParaRPr lang="zh-CN" altLang="en-US" sz="1000" dirty="0">
                        <a:solidFill>
                          <a:schemeClr val="bg1"/>
                        </a:solidFill>
                        <a:latin typeface="Consolas" pitchFamily="49" charset="0"/>
                        <a:ea typeface="微软雅黑" pitchFamily="34" charset="-122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Find </a:t>
                      </a: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x </a:t>
                      </a:r>
                      <a:r>
                        <a:rPr lang="en" altLang="en-US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raised to the power of </a:t>
                      </a:r>
                      <a:r>
                        <a:rPr lang="en" altLang="zh-CN" sz="10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cout&lt;&lt;pow(2,3); // </a:t>
                      </a:r>
                      <a:r>
                        <a:rPr lang="en" altLang="en-US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output </a:t>
                      </a:r>
                      <a:r>
                        <a:rPr lang="en" altLang="zh-CN" sz="1000" kern="1200" dirty="0">
                          <a:solidFill>
                            <a:schemeClr val="bg1"/>
                          </a:solidFill>
                          <a:latin typeface="Consolas" pitchFamily="49" charset="0"/>
                          <a:ea typeface="微软雅黑" pitchFamily="34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151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967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all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43069</TotalTime>
  <Words>2191</Words>
  <Application>Microsoft Office PowerPoint</Application>
  <PresentationFormat>宽屏</PresentationFormat>
  <Paragraphs>293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华文楷体</vt:lpstr>
      <vt:lpstr>微软雅黑</vt:lpstr>
      <vt:lpstr>Arial</vt:lpstr>
      <vt:lpstr>Comic Sans MS</vt:lpstr>
      <vt:lpstr>Consolas</vt:lpstr>
      <vt:lpstr>Tw Cen MT</vt:lpstr>
      <vt:lpstr>电路</vt:lpstr>
      <vt:lpstr>Language Basics (2)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272</cp:revision>
  <dcterms:created xsi:type="dcterms:W3CDTF">2018-08-09T00:16:20Z</dcterms:created>
  <dcterms:modified xsi:type="dcterms:W3CDTF">2023-09-18T02:08:20Z</dcterms:modified>
</cp:coreProperties>
</file>