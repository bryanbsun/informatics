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9" r:id="rId3"/>
    <p:sldId id="350" r:id="rId4"/>
    <p:sldId id="347" r:id="rId5"/>
    <p:sldId id="332" r:id="rId6"/>
    <p:sldId id="346" r:id="rId7"/>
    <p:sldId id="334" r:id="rId8"/>
    <p:sldId id="355" r:id="rId9"/>
    <p:sldId id="348" r:id="rId10"/>
    <p:sldId id="261" r:id="rId11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250A0-3799-754A-83FE-91D0D675976E}" v="516" dt="2026-08-01T12:25:58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75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76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redo custSel modSld">
      <pc:chgData name="Bryan Sun" userId="851caa7714272873" providerId="LiveId" clId="{1DF0C224-3A3E-55A6-A8D1-F8F2208D385B}" dt="2026-08-01T12:28:07.679" v="862" actId="403"/>
      <pc:docMkLst>
        <pc:docMk/>
      </pc:docMkLst>
      <pc:sldChg chg="modSp mod">
        <pc:chgData name="Bryan Sun" userId="851caa7714272873" providerId="LiveId" clId="{1DF0C224-3A3E-55A6-A8D1-F8F2208D385B}" dt="2026-08-01T12:17:37.268" v="781" actId="2711"/>
        <pc:sldMkLst>
          <pc:docMk/>
          <pc:sldMk cId="2925882288" sldId="332"/>
        </pc:sldMkLst>
        <pc:spChg chg="mod">
          <ac:chgData name="Bryan Sun" userId="851caa7714272873" providerId="LiveId" clId="{1DF0C224-3A3E-55A6-A8D1-F8F2208D385B}" dt="2026-08-01T12:16:14.489" v="750" actId="6549"/>
          <ac:spMkLst>
            <pc:docMk/>
            <pc:sldMk cId="2925882288" sldId="332"/>
            <ac:spMk id="3" creationId="{6F50868A-4E36-4BDE-947E-0C5F310E48C3}"/>
          </ac:spMkLst>
        </pc:spChg>
        <pc:spChg chg="mod">
          <ac:chgData name="Bryan Sun" userId="851caa7714272873" providerId="LiveId" clId="{1DF0C224-3A3E-55A6-A8D1-F8F2208D385B}" dt="2026-08-01T12:16:06.181" v="749" actId="1036"/>
          <ac:spMkLst>
            <pc:docMk/>
            <pc:sldMk cId="2925882288" sldId="332"/>
            <ac:spMk id="4" creationId="{6461CB64-699C-43A5-B0DB-725F450426E5}"/>
          </ac:spMkLst>
        </pc:spChg>
        <pc:spChg chg="mod">
          <ac:chgData name="Bryan Sun" userId="851caa7714272873" providerId="LiveId" clId="{1DF0C224-3A3E-55A6-A8D1-F8F2208D385B}" dt="2026-08-01T12:16:06.181" v="749" actId="1036"/>
          <ac:spMkLst>
            <pc:docMk/>
            <pc:sldMk cId="2925882288" sldId="332"/>
            <ac:spMk id="5" creationId="{F677AC88-DBD5-4296-BAE4-245E347EE69B}"/>
          </ac:spMkLst>
        </pc:spChg>
        <pc:spChg chg="mod">
          <ac:chgData name="Bryan Sun" userId="851caa7714272873" providerId="LiveId" clId="{1DF0C224-3A3E-55A6-A8D1-F8F2208D385B}" dt="2026-08-01T12:16:06.181" v="749" actId="1036"/>
          <ac:spMkLst>
            <pc:docMk/>
            <pc:sldMk cId="2925882288" sldId="332"/>
            <ac:spMk id="6" creationId="{74D26B2C-2714-4C4B-9AFF-3E107AEF563B}"/>
          </ac:spMkLst>
        </pc:spChg>
        <pc:spChg chg="mod">
          <ac:chgData name="Bryan Sun" userId="851caa7714272873" providerId="LiveId" clId="{1DF0C224-3A3E-55A6-A8D1-F8F2208D385B}" dt="2026-08-01T12:16:06.181" v="749" actId="1036"/>
          <ac:spMkLst>
            <pc:docMk/>
            <pc:sldMk cId="2925882288" sldId="332"/>
            <ac:spMk id="7" creationId="{1B97C898-EE3A-455C-A08E-7AA552631FC0}"/>
          </ac:spMkLst>
        </pc:spChg>
        <pc:spChg chg="mod">
          <ac:chgData name="Bryan Sun" userId="851caa7714272873" providerId="LiveId" clId="{1DF0C224-3A3E-55A6-A8D1-F8F2208D385B}" dt="2026-08-01T12:16:06.181" v="749" actId="1036"/>
          <ac:spMkLst>
            <pc:docMk/>
            <pc:sldMk cId="2925882288" sldId="332"/>
            <ac:spMk id="8" creationId="{E82E5D10-1DC8-4D31-9465-89959E3726F3}"/>
          </ac:spMkLst>
        </pc:spChg>
        <pc:spChg chg="mod">
          <ac:chgData name="Bryan Sun" userId="851caa7714272873" providerId="LiveId" clId="{1DF0C224-3A3E-55A6-A8D1-F8F2208D385B}" dt="2026-08-01T12:17:18.766" v="769" actId="6549"/>
          <ac:spMkLst>
            <pc:docMk/>
            <pc:sldMk cId="2925882288" sldId="332"/>
            <ac:spMk id="10" creationId="{3561248C-4066-40A7-980B-CE7271CC60D4}"/>
          </ac:spMkLst>
        </pc:spChg>
        <pc:spChg chg="mod">
          <ac:chgData name="Bryan Sun" userId="851caa7714272873" providerId="LiveId" clId="{1DF0C224-3A3E-55A6-A8D1-F8F2208D385B}" dt="2026-08-01T12:16:46.959" v="754" actId="20577"/>
          <ac:spMkLst>
            <pc:docMk/>
            <pc:sldMk cId="2925882288" sldId="332"/>
            <ac:spMk id="13" creationId="{3E3F5429-7D89-5F74-4963-99E490B6B7CB}"/>
          </ac:spMkLst>
        </pc:spChg>
        <pc:spChg chg="mod">
          <ac:chgData name="Bryan Sun" userId="851caa7714272873" providerId="LiveId" clId="{1DF0C224-3A3E-55A6-A8D1-F8F2208D385B}" dt="2026-08-01T12:16:48.845" v="755" actId="20577"/>
          <ac:spMkLst>
            <pc:docMk/>
            <pc:sldMk cId="2925882288" sldId="332"/>
            <ac:spMk id="17" creationId="{FD5E598A-99EA-E0DB-B989-6C4A7C8D11C4}"/>
          </ac:spMkLst>
        </pc:spChg>
        <pc:spChg chg="mod">
          <ac:chgData name="Bryan Sun" userId="851caa7714272873" providerId="LiveId" clId="{1DF0C224-3A3E-55A6-A8D1-F8F2208D385B}" dt="2026-08-01T12:16:49.973" v="756" actId="20577"/>
          <ac:spMkLst>
            <pc:docMk/>
            <pc:sldMk cId="2925882288" sldId="332"/>
            <ac:spMk id="21" creationId="{1153BFC2-F9F0-9DDB-CDAC-FE18B17545FF}"/>
          </ac:spMkLst>
        </pc:spChg>
        <pc:spChg chg="mod">
          <ac:chgData name="Bryan Sun" userId="851caa7714272873" providerId="LiveId" clId="{1DF0C224-3A3E-55A6-A8D1-F8F2208D385B}" dt="2026-08-01T12:17:00.058" v="762" actId="14100"/>
          <ac:spMkLst>
            <pc:docMk/>
            <pc:sldMk cId="2925882288" sldId="332"/>
            <ac:spMk id="25" creationId="{93AD07FB-AB3D-FFD9-92AF-A8EEAC26C3E7}"/>
          </ac:spMkLst>
        </pc:spChg>
        <pc:spChg chg="mod">
          <ac:chgData name="Bryan Sun" userId="851caa7714272873" providerId="LiveId" clId="{1DF0C224-3A3E-55A6-A8D1-F8F2208D385B}" dt="2026-08-01T12:15:16.128" v="708" actId="2711"/>
          <ac:spMkLst>
            <pc:docMk/>
            <pc:sldMk cId="2925882288" sldId="332"/>
            <ac:spMk id="29" creationId="{E49686FB-F320-029B-6C1E-D4625AC14934}"/>
          </ac:spMkLst>
        </pc:spChg>
        <pc:spChg chg="mod">
          <ac:chgData name="Bryan Sun" userId="851caa7714272873" providerId="LiveId" clId="{1DF0C224-3A3E-55A6-A8D1-F8F2208D385B}" dt="2026-08-01T12:15:16.128" v="708" actId="2711"/>
          <ac:spMkLst>
            <pc:docMk/>
            <pc:sldMk cId="2925882288" sldId="332"/>
            <ac:spMk id="33" creationId="{316365DB-0E20-066C-3C0D-B9F6AA0431D7}"/>
          </ac:spMkLst>
        </pc:spChg>
        <pc:spChg chg="mod">
          <ac:chgData name="Bryan Sun" userId="851caa7714272873" providerId="LiveId" clId="{1DF0C224-3A3E-55A6-A8D1-F8F2208D385B}" dt="2026-08-01T12:15:16.128" v="708" actId="2711"/>
          <ac:spMkLst>
            <pc:docMk/>
            <pc:sldMk cId="2925882288" sldId="332"/>
            <ac:spMk id="37" creationId="{0FE04A80-0834-8843-7542-9CE6F962AAA2}"/>
          </ac:spMkLst>
        </pc:spChg>
        <pc:spChg chg="mod">
          <ac:chgData name="Bryan Sun" userId="851caa7714272873" providerId="LiveId" clId="{1DF0C224-3A3E-55A6-A8D1-F8F2208D385B}" dt="2026-08-01T12:15:16.128" v="708" actId="2711"/>
          <ac:spMkLst>
            <pc:docMk/>
            <pc:sldMk cId="2925882288" sldId="332"/>
            <ac:spMk id="41" creationId="{7F6C6630-70C0-7C9D-4D3E-31D36FB4338A}"/>
          </ac:spMkLst>
        </pc:spChg>
        <pc:spChg chg="mod">
          <ac:chgData name="Bryan Sun" userId="851caa7714272873" providerId="LiveId" clId="{1DF0C224-3A3E-55A6-A8D1-F8F2208D385B}" dt="2026-08-01T12:17:37.268" v="781" actId="2711"/>
          <ac:spMkLst>
            <pc:docMk/>
            <pc:sldMk cId="2925882288" sldId="332"/>
            <ac:spMk id="45" creationId="{9A2E6306-04F7-34AB-AFA3-E11CE2797AE6}"/>
          </ac:spMkLst>
        </pc:spChg>
        <pc:spChg chg="mod">
          <ac:chgData name="Bryan Sun" userId="851caa7714272873" providerId="LiveId" clId="{1DF0C224-3A3E-55A6-A8D1-F8F2208D385B}" dt="2026-08-01T12:17:37.268" v="781" actId="2711"/>
          <ac:spMkLst>
            <pc:docMk/>
            <pc:sldMk cId="2925882288" sldId="332"/>
            <ac:spMk id="49" creationId="{DF00D01A-4DB3-2274-456D-6A9CF37764B1}"/>
          </ac:spMkLst>
        </pc:spChg>
        <pc:spChg chg="mod">
          <ac:chgData name="Bryan Sun" userId="851caa7714272873" providerId="LiveId" clId="{1DF0C224-3A3E-55A6-A8D1-F8F2208D385B}" dt="2026-08-01T12:17:37.268" v="781" actId="2711"/>
          <ac:spMkLst>
            <pc:docMk/>
            <pc:sldMk cId="2925882288" sldId="332"/>
            <ac:spMk id="53" creationId="{22C73205-6241-C176-DD9C-C0BCDB159B63}"/>
          </ac:spMkLst>
        </pc:spChg>
        <pc:spChg chg="mod">
          <ac:chgData name="Bryan Sun" userId="851caa7714272873" providerId="LiveId" clId="{1DF0C224-3A3E-55A6-A8D1-F8F2208D385B}" dt="2026-08-01T12:17:37.268" v="781" actId="2711"/>
          <ac:spMkLst>
            <pc:docMk/>
            <pc:sldMk cId="2925882288" sldId="332"/>
            <ac:spMk id="57" creationId="{BCB17C8E-1338-CCF7-59C3-00ED9C0D9CAA}"/>
          </ac:spMkLst>
        </pc:spChg>
      </pc:sldChg>
      <pc:sldChg chg="modSp mod">
        <pc:chgData name="Bryan Sun" userId="851caa7714272873" providerId="LiveId" clId="{1DF0C224-3A3E-55A6-A8D1-F8F2208D385B}" dt="2026-08-01T12:20:54.559" v="811" actId="404"/>
        <pc:sldMkLst>
          <pc:docMk/>
          <pc:sldMk cId="3843429035" sldId="334"/>
        </pc:sldMkLst>
        <pc:spChg chg="mod">
          <ac:chgData name="Bryan Sun" userId="851caa7714272873" providerId="LiveId" clId="{1DF0C224-3A3E-55A6-A8D1-F8F2208D385B}" dt="2026-08-01T12:19:18.117" v="789" actId="14100"/>
          <ac:spMkLst>
            <pc:docMk/>
            <pc:sldMk cId="3843429035" sldId="334"/>
            <ac:spMk id="5" creationId="{9ABD88DE-6361-4171-9990-2DB5286642E7}"/>
          </ac:spMkLst>
        </pc:spChg>
        <pc:spChg chg="mod">
          <ac:chgData name="Bryan Sun" userId="851caa7714272873" providerId="LiveId" clId="{1DF0C224-3A3E-55A6-A8D1-F8F2208D385B}" dt="2026-08-01T12:20:06.077" v="798" actId="20577"/>
          <ac:spMkLst>
            <pc:docMk/>
            <pc:sldMk cId="3843429035" sldId="334"/>
            <ac:spMk id="10" creationId="{F69E24A1-4C0B-C36F-D60E-D7B32E148757}"/>
          </ac:spMkLst>
        </pc:spChg>
        <pc:spChg chg="mod">
          <ac:chgData name="Bryan Sun" userId="851caa7714272873" providerId="LiveId" clId="{1DF0C224-3A3E-55A6-A8D1-F8F2208D385B}" dt="2026-08-01T12:20:54.559" v="811" actId="404"/>
          <ac:spMkLst>
            <pc:docMk/>
            <pc:sldMk cId="3843429035" sldId="334"/>
            <ac:spMk id="18" creationId="{07E8C797-1F00-4B51-8297-F02303E1B27C}"/>
          </ac:spMkLst>
        </pc:spChg>
        <pc:spChg chg="mod">
          <ac:chgData name="Bryan Sun" userId="851caa7714272873" providerId="LiveId" clId="{1DF0C224-3A3E-55A6-A8D1-F8F2208D385B}" dt="2026-08-01T12:20:02.587" v="797" actId="20577"/>
          <ac:spMkLst>
            <pc:docMk/>
            <pc:sldMk cId="3843429035" sldId="334"/>
            <ac:spMk id="22" creationId="{5BFC1FC3-829C-A58C-409D-1ED63B693164}"/>
          </ac:spMkLst>
        </pc:spChg>
        <pc:spChg chg="mod">
          <ac:chgData name="Bryan Sun" userId="851caa7714272873" providerId="LiveId" clId="{1DF0C224-3A3E-55A6-A8D1-F8F2208D385B}" dt="2026-08-01T12:18:12.916" v="783" actId="2711"/>
          <ac:spMkLst>
            <pc:docMk/>
            <pc:sldMk cId="3843429035" sldId="334"/>
            <ac:spMk id="26" creationId="{44961451-043E-754D-95E8-78EA06A6D8D0}"/>
          </ac:spMkLst>
        </pc:spChg>
        <pc:spChg chg="mod">
          <ac:chgData name="Bryan Sun" userId="851caa7714272873" providerId="LiveId" clId="{1DF0C224-3A3E-55A6-A8D1-F8F2208D385B}" dt="2026-08-01T12:20:54.559" v="811" actId="404"/>
          <ac:spMkLst>
            <pc:docMk/>
            <pc:sldMk cId="3843429035" sldId="334"/>
            <ac:spMk id="30" creationId="{429EDAD5-E1C1-B523-60B7-5E563F9AA2EA}"/>
          </ac:spMkLst>
        </pc:spChg>
        <pc:spChg chg="mod">
          <ac:chgData name="Bryan Sun" userId="851caa7714272873" providerId="LiveId" clId="{1DF0C224-3A3E-55A6-A8D1-F8F2208D385B}" dt="2026-08-01T12:20:10.044" v="801" actId="6549"/>
          <ac:spMkLst>
            <pc:docMk/>
            <pc:sldMk cId="3843429035" sldId="334"/>
            <ac:spMk id="34" creationId="{8F5B1346-777C-B974-6D63-8B147343FC11}"/>
          </ac:spMkLst>
        </pc:spChg>
        <pc:spChg chg="mod">
          <ac:chgData name="Bryan Sun" userId="851caa7714272873" providerId="LiveId" clId="{1DF0C224-3A3E-55A6-A8D1-F8F2208D385B}" dt="2026-08-01T12:20:54.559" v="811" actId="404"/>
          <ac:spMkLst>
            <pc:docMk/>
            <pc:sldMk cId="3843429035" sldId="334"/>
            <ac:spMk id="38" creationId="{BB40FC3B-C1A3-5B99-1A6C-4B086C232480}"/>
          </ac:spMkLst>
        </pc:spChg>
        <pc:spChg chg="mod">
          <ac:chgData name="Bryan Sun" userId="851caa7714272873" providerId="LiveId" clId="{1DF0C224-3A3E-55A6-A8D1-F8F2208D385B}" dt="2026-08-01T12:20:20.253" v="805" actId="14100"/>
          <ac:spMkLst>
            <pc:docMk/>
            <pc:sldMk cId="3843429035" sldId="334"/>
            <ac:spMk id="42" creationId="{17EE0611-EC48-F30E-104C-880A7CED9DB5}"/>
          </ac:spMkLst>
        </pc:spChg>
        <pc:spChg chg="mod">
          <ac:chgData name="Bryan Sun" userId="851caa7714272873" providerId="LiveId" clId="{1DF0C224-3A3E-55A6-A8D1-F8F2208D385B}" dt="2026-08-01T12:18:12.916" v="783" actId="2711"/>
          <ac:spMkLst>
            <pc:docMk/>
            <pc:sldMk cId="3843429035" sldId="334"/>
            <ac:spMk id="46" creationId="{1CF44BAF-3363-6F13-E3EE-E7A010663542}"/>
          </ac:spMkLst>
        </pc:spChg>
        <pc:spChg chg="mod">
          <ac:chgData name="Bryan Sun" userId="851caa7714272873" providerId="LiveId" clId="{1DF0C224-3A3E-55A6-A8D1-F8F2208D385B}" dt="2026-08-01T12:20:54.559" v="811" actId="404"/>
          <ac:spMkLst>
            <pc:docMk/>
            <pc:sldMk cId="3843429035" sldId="334"/>
            <ac:spMk id="50" creationId="{5AD61A89-BF12-84BF-150D-92FF1C853794}"/>
          </ac:spMkLst>
        </pc:spChg>
        <pc:spChg chg="mod">
          <ac:chgData name="Bryan Sun" userId="851caa7714272873" providerId="LiveId" clId="{1DF0C224-3A3E-55A6-A8D1-F8F2208D385B}" dt="2026-08-01T12:20:32.856" v="809" actId="14100"/>
          <ac:spMkLst>
            <pc:docMk/>
            <pc:sldMk cId="3843429035" sldId="334"/>
            <ac:spMk id="54" creationId="{09DC2490-551D-4EDE-1345-257A57029719}"/>
          </ac:spMkLst>
        </pc:spChg>
        <pc:spChg chg="mod">
          <ac:chgData name="Bryan Sun" userId="851caa7714272873" providerId="LiveId" clId="{1DF0C224-3A3E-55A6-A8D1-F8F2208D385B}" dt="2026-08-01T12:18:12.916" v="783" actId="2711"/>
          <ac:spMkLst>
            <pc:docMk/>
            <pc:sldMk cId="3843429035" sldId="334"/>
            <ac:spMk id="58" creationId="{56CB5616-5058-0FC6-78EA-5499EF1E412B}"/>
          </ac:spMkLst>
        </pc:spChg>
        <pc:spChg chg="mod">
          <ac:chgData name="Bryan Sun" userId="851caa7714272873" providerId="LiveId" clId="{1DF0C224-3A3E-55A6-A8D1-F8F2208D385B}" dt="2026-08-01T12:20:54.559" v="811" actId="404"/>
          <ac:spMkLst>
            <pc:docMk/>
            <pc:sldMk cId="3843429035" sldId="334"/>
            <ac:spMk id="62" creationId="{85BEE3AC-F539-3571-3F5F-AFCFAB719AC2}"/>
          </ac:spMkLst>
        </pc:spChg>
      </pc:sldChg>
      <pc:sldChg chg="modSp mod">
        <pc:chgData name="Bryan Sun" userId="851caa7714272873" providerId="LiveId" clId="{1DF0C224-3A3E-55A6-A8D1-F8F2208D385B}" dt="2026-08-01T12:17:25.946" v="780" actId="20577"/>
        <pc:sldMkLst>
          <pc:docMk/>
          <pc:sldMk cId="3026409582" sldId="346"/>
        </pc:sldMkLst>
        <pc:spChg chg="mod">
          <ac:chgData name="Bryan Sun" userId="851caa7714272873" providerId="LiveId" clId="{1DF0C224-3A3E-55A6-A8D1-F8F2208D385B}" dt="2026-07-29T13:24:51.062" v="632" actId="20577"/>
          <ac:spMkLst>
            <pc:docMk/>
            <pc:sldMk cId="3026409582" sldId="346"/>
            <ac:spMk id="3" creationId="{6F50868A-4E36-4BDE-947E-0C5F310E48C3}"/>
          </ac:spMkLst>
        </pc:spChg>
        <pc:spChg chg="mod">
          <ac:chgData name="Bryan Sun" userId="851caa7714272873" providerId="LiveId" clId="{1DF0C224-3A3E-55A6-A8D1-F8F2208D385B}" dt="2026-08-01T12:17:25.946" v="780" actId="20577"/>
          <ac:spMkLst>
            <pc:docMk/>
            <pc:sldMk cId="3026409582" sldId="346"/>
            <ac:spMk id="5" creationId="{3561248C-4066-40A7-980B-CE7271CC60D4}"/>
          </ac:spMkLst>
        </pc:spChg>
        <pc:spChg chg="mod">
          <ac:chgData name="Bryan Sun" userId="851caa7714272873" providerId="LiveId" clId="{1DF0C224-3A3E-55A6-A8D1-F8F2208D385B}" dt="2026-07-29T13:21:15.066" v="565" actId="14100"/>
          <ac:spMkLst>
            <pc:docMk/>
            <pc:sldMk cId="3026409582" sldId="346"/>
            <ac:spMk id="8" creationId="{526A6EA2-EF6B-439D-8697-339E3CC4C4FF}"/>
          </ac:spMkLst>
        </pc:spChg>
        <pc:spChg chg="mod">
          <ac:chgData name="Bryan Sun" userId="851caa7714272873" providerId="LiveId" clId="{1DF0C224-3A3E-55A6-A8D1-F8F2208D385B}" dt="2026-07-29T13:21:21.306" v="566" actId="1076"/>
          <ac:spMkLst>
            <pc:docMk/>
            <pc:sldMk cId="3026409582" sldId="346"/>
            <ac:spMk id="12" creationId="{75FA11AB-18F6-6EF1-65FA-A0DB2CE54DA4}"/>
          </ac:spMkLst>
        </pc:spChg>
        <pc:spChg chg="mod">
          <ac:chgData name="Bryan Sun" userId="851caa7714272873" providerId="LiveId" clId="{1DF0C224-3A3E-55A6-A8D1-F8F2208D385B}" dt="2026-07-29T13:21:11.335" v="564" actId="14100"/>
          <ac:spMkLst>
            <pc:docMk/>
            <pc:sldMk cId="3026409582" sldId="346"/>
            <ac:spMk id="16" creationId="{8BF8EFA0-2995-528E-19C8-E91600595148}"/>
          </ac:spMkLst>
        </pc:spChg>
        <pc:spChg chg="mod">
          <ac:chgData name="Bryan Sun" userId="851caa7714272873" providerId="LiveId" clId="{1DF0C224-3A3E-55A6-A8D1-F8F2208D385B}" dt="2026-07-29T13:18:38.547" v="518" actId="2711"/>
          <ac:spMkLst>
            <pc:docMk/>
            <pc:sldMk cId="3026409582" sldId="346"/>
            <ac:spMk id="20" creationId="{B1DCE3FA-0100-D315-B17D-4F65057DA81C}"/>
          </ac:spMkLst>
        </pc:spChg>
        <pc:spChg chg="mod">
          <ac:chgData name="Bryan Sun" userId="851caa7714272873" providerId="LiveId" clId="{1DF0C224-3A3E-55A6-A8D1-F8F2208D385B}" dt="2026-07-29T13:23:57.342" v="612" actId="20577"/>
          <ac:spMkLst>
            <pc:docMk/>
            <pc:sldMk cId="3026409582" sldId="346"/>
            <ac:spMk id="24" creationId="{4FC5CE2D-CB3A-3165-2A41-CC552147D5EA}"/>
          </ac:spMkLst>
        </pc:spChg>
        <pc:spChg chg="mod">
          <ac:chgData name="Bryan Sun" userId="851caa7714272873" providerId="LiveId" clId="{1DF0C224-3A3E-55A6-A8D1-F8F2208D385B}" dt="2026-07-29T13:21:07.175" v="563" actId="14100"/>
          <ac:spMkLst>
            <pc:docMk/>
            <pc:sldMk cId="3026409582" sldId="346"/>
            <ac:spMk id="28" creationId="{BD1ED4C6-950F-7DC3-59A4-153E5CA7BCC6}"/>
          </ac:spMkLst>
        </pc:spChg>
        <pc:spChg chg="mod">
          <ac:chgData name="Bryan Sun" userId="851caa7714272873" providerId="LiveId" clId="{1DF0C224-3A3E-55A6-A8D1-F8F2208D385B}" dt="2026-07-29T13:18:38.547" v="518" actId="2711"/>
          <ac:spMkLst>
            <pc:docMk/>
            <pc:sldMk cId="3026409582" sldId="346"/>
            <ac:spMk id="32" creationId="{5B119930-3E55-E29A-DB84-A94D1B40D309}"/>
          </ac:spMkLst>
        </pc:spChg>
        <pc:spChg chg="mod">
          <ac:chgData name="Bryan Sun" userId="851caa7714272873" providerId="LiveId" clId="{1DF0C224-3A3E-55A6-A8D1-F8F2208D385B}" dt="2026-07-29T13:21:04.295" v="562" actId="14100"/>
          <ac:spMkLst>
            <pc:docMk/>
            <pc:sldMk cId="3026409582" sldId="346"/>
            <ac:spMk id="36" creationId="{112DA5BD-4BE4-47D1-7CA0-9903738E0C64}"/>
          </ac:spMkLst>
        </pc:spChg>
        <pc:spChg chg="mod">
          <ac:chgData name="Bryan Sun" userId="851caa7714272873" providerId="LiveId" clId="{1DF0C224-3A3E-55A6-A8D1-F8F2208D385B}" dt="2026-07-29T13:18:38.547" v="518" actId="2711"/>
          <ac:spMkLst>
            <pc:docMk/>
            <pc:sldMk cId="3026409582" sldId="346"/>
            <ac:spMk id="37" creationId="{2C395887-4643-9151-3E08-DCA3C0A82E10}"/>
          </ac:spMkLst>
        </pc:spChg>
        <pc:spChg chg="mod">
          <ac:chgData name="Bryan Sun" userId="851caa7714272873" providerId="LiveId" clId="{1DF0C224-3A3E-55A6-A8D1-F8F2208D385B}" dt="2026-07-29T13:23:08.968" v="598" actId="14100"/>
          <ac:spMkLst>
            <pc:docMk/>
            <pc:sldMk cId="3026409582" sldId="346"/>
            <ac:spMk id="41" creationId="{0F426999-186C-8395-370E-96298EFF44AE}"/>
          </ac:spMkLst>
        </pc:spChg>
        <pc:graphicFrameChg chg="modGraphic">
          <ac:chgData name="Bryan Sun" userId="851caa7714272873" providerId="LiveId" clId="{1DF0C224-3A3E-55A6-A8D1-F8F2208D385B}" dt="2026-07-29T13:19:39.947" v="536" actId="14734"/>
          <ac:graphicFrameMkLst>
            <pc:docMk/>
            <pc:sldMk cId="3026409582" sldId="346"/>
            <ac:graphicFrameMk id="6" creationId="{00000000-0000-0000-0000-000000000000}"/>
          </ac:graphicFrameMkLst>
        </pc:graphicFrameChg>
      </pc:sldChg>
      <pc:sldChg chg="delSp modSp mod">
        <pc:chgData name="Bryan Sun" userId="851caa7714272873" providerId="LiveId" clId="{1DF0C224-3A3E-55A6-A8D1-F8F2208D385B}" dt="2026-08-01T12:14:34.450" v="701" actId="14100"/>
        <pc:sldMkLst>
          <pc:docMk/>
          <pc:sldMk cId="1638794888" sldId="347"/>
        </pc:sldMkLst>
        <pc:spChg chg="mod">
          <ac:chgData name="Bryan Sun" userId="851caa7714272873" providerId="LiveId" clId="{1DF0C224-3A3E-55A6-A8D1-F8F2208D385B}" dt="2026-08-01T12:14:29.909" v="699" actId="14100"/>
          <ac:spMkLst>
            <pc:docMk/>
            <pc:sldMk cId="1638794888" sldId="347"/>
            <ac:spMk id="3" creationId="{CC6FC2C3-FD56-4E9F-8FB2-8B2487421771}"/>
          </ac:spMkLst>
        </pc:spChg>
        <pc:spChg chg="mod">
          <ac:chgData name="Bryan Sun" userId="851caa7714272873" providerId="LiveId" clId="{1DF0C224-3A3E-55A6-A8D1-F8F2208D385B}" dt="2026-08-01T12:13:41.365" v="692" actId="2711"/>
          <ac:spMkLst>
            <pc:docMk/>
            <pc:sldMk cId="1638794888" sldId="347"/>
            <ac:spMk id="5" creationId="{3561248C-4066-40A7-980B-CE7271CC60D4}"/>
          </ac:spMkLst>
        </pc:spChg>
        <pc:spChg chg="mod">
          <ac:chgData name="Bryan Sun" userId="851caa7714272873" providerId="LiveId" clId="{1DF0C224-3A3E-55A6-A8D1-F8F2208D385B}" dt="2026-08-01T12:14:34.450" v="701" actId="14100"/>
          <ac:spMkLst>
            <pc:docMk/>
            <pc:sldMk cId="1638794888" sldId="347"/>
            <ac:spMk id="6" creationId="{1D6F9556-B9F9-412A-9DC1-07529C6B3CF9}"/>
          </ac:spMkLst>
        </pc:spChg>
        <pc:spChg chg="mod">
          <ac:chgData name="Bryan Sun" userId="851caa7714272873" providerId="LiveId" clId="{1DF0C224-3A3E-55A6-A8D1-F8F2208D385B}" dt="2026-08-01T12:14:07.163" v="695" actId="1076"/>
          <ac:spMkLst>
            <pc:docMk/>
            <pc:sldMk cId="1638794888" sldId="347"/>
            <ac:spMk id="7" creationId="{F1AF0413-3E30-49ED-80AC-DAA9A78686ED}"/>
          </ac:spMkLst>
        </pc:spChg>
        <pc:spChg chg="mod">
          <ac:chgData name="Bryan Sun" userId="851caa7714272873" providerId="LiveId" clId="{1DF0C224-3A3E-55A6-A8D1-F8F2208D385B}" dt="2026-08-01T12:14:32.434" v="700" actId="14100"/>
          <ac:spMkLst>
            <pc:docMk/>
            <pc:sldMk cId="1638794888" sldId="347"/>
            <ac:spMk id="8" creationId="{F1AF0413-3E30-49ED-80AC-DAA9A78686ED}"/>
          </ac:spMkLst>
        </pc:spChg>
        <pc:spChg chg="mod">
          <ac:chgData name="Bryan Sun" userId="851caa7714272873" providerId="LiveId" clId="{1DF0C224-3A3E-55A6-A8D1-F8F2208D385B}" dt="2026-08-01T12:14:01.482" v="694" actId="403"/>
          <ac:spMkLst>
            <pc:docMk/>
            <pc:sldMk cId="1638794888" sldId="347"/>
            <ac:spMk id="10" creationId="{5B3DB1AE-BEC5-4C3F-8A6A-52EE12361618}"/>
          </ac:spMkLst>
        </pc:spChg>
      </pc:sldChg>
      <pc:sldChg chg="delSp modSp mod">
        <pc:chgData name="Bryan Sun" userId="851caa7714272873" providerId="LiveId" clId="{1DF0C224-3A3E-55A6-A8D1-F8F2208D385B}" dt="2026-08-01T12:28:07.679" v="862" actId="403"/>
        <pc:sldMkLst>
          <pc:docMk/>
          <pc:sldMk cId="1624967040" sldId="348"/>
        </pc:sldMkLst>
        <pc:spChg chg="mod">
          <ac:chgData name="Bryan Sun" userId="851caa7714272873" providerId="LiveId" clId="{1DF0C224-3A3E-55A6-A8D1-F8F2208D385B}" dt="2026-08-01T12:27:42.135" v="858" actId="2711"/>
          <ac:spMkLst>
            <pc:docMk/>
            <pc:sldMk cId="1624967040" sldId="348"/>
            <ac:spMk id="7" creationId="{FA5DC3C6-0D0E-4E95-BFC4-A449C56B535B}"/>
          </ac:spMkLst>
        </pc:spChg>
        <pc:spChg chg="mod">
          <ac:chgData name="Bryan Sun" userId="851caa7714272873" providerId="LiveId" clId="{1DF0C224-3A3E-55A6-A8D1-F8F2208D385B}" dt="2026-08-01T12:28:07.679" v="862" actId="403"/>
          <ac:spMkLst>
            <pc:docMk/>
            <pc:sldMk cId="1624967040" sldId="348"/>
            <ac:spMk id="8" creationId="{BFC3F282-737E-4B66-A706-1C7BF9E74D13}"/>
          </ac:spMkLst>
        </pc:spChg>
        <pc:graphicFrameChg chg="modGraphic">
          <ac:chgData name="Bryan Sun" userId="851caa7714272873" providerId="LiveId" clId="{1DF0C224-3A3E-55A6-A8D1-F8F2208D385B}" dt="2026-08-01T12:27:21.067" v="857" actId="14734"/>
          <ac:graphicFrameMkLst>
            <pc:docMk/>
            <pc:sldMk cId="1624967040" sldId="348"/>
            <ac:graphicFrameMk id="13" creationId="{535C6E67-20FE-44B0-AC92-B902C145B7C9}"/>
          </ac:graphicFrameMkLst>
        </pc:graphicFrameChg>
        <pc:picChg chg="del">
          <ac:chgData name="Bryan Sun" userId="851caa7714272873" providerId="LiveId" clId="{1DF0C224-3A3E-55A6-A8D1-F8F2208D385B}" dt="2026-08-01T12:28:00.795" v="859" actId="478"/>
          <ac:picMkLst>
            <pc:docMk/>
            <pc:sldMk cId="1624967040" sldId="348"/>
            <ac:picMk id="12" creationId="{B00E2977-A088-48F1-8DA0-034660AB820C}"/>
          </ac:picMkLst>
        </pc:picChg>
      </pc:sldChg>
      <pc:sldChg chg="modSp mod">
        <pc:chgData name="Bryan Sun" userId="851caa7714272873" providerId="LiveId" clId="{1DF0C224-3A3E-55A6-A8D1-F8F2208D385B}" dt="2026-07-29T13:03:50.226" v="67"/>
        <pc:sldMkLst>
          <pc:docMk/>
          <pc:sldMk cId="1997448790" sldId="349"/>
        </pc:sldMkLst>
        <pc:spChg chg="mod">
          <ac:chgData name="Bryan Sun" userId="851caa7714272873" providerId="LiveId" clId="{1DF0C224-3A3E-55A6-A8D1-F8F2208D385B}" dt="2026-07-29T13:02:38.135" v="13" actId="2711"/>
          <ac:spMkLst>
            <pc:docMk/>
            <pc:sldMk cId="1997448790" sldId="349"/>
            <ac:spMk id="4" creationId="{3561248C-4066-40A7-980B-CE7271CC60D4}"/>
          </ac:spMkLst>
        </pc:spChg>
        <pc:spChg chg="mod">
          <ac:chgData name="Bryan Sun" userId="851caa7714272873" providerId="LiveId" clId="{1DF0C224-3A3E-55A6-A8D1-F8F2208D385B}" dt="2026-07-29T13:02:38.135" v="13" actId="2711"/>
          <ac:spMkLst>
            <pc:docMk/>
            <pc:sldMk cId="1997448790" sldId="349"/>
            <ac:spMk id="5" creationId="{C782CB96-6147-4FAC-BBF7-1946FD4BCEE9}"/>
          </ac:spMkLst>
        </pc:spChg>
        <pc:spChg chg="mod">
          <ac:chgData name="Bryan Sun" userId="851caa7714272873" providerId="LiveId" clId="{1DF0C224-3A3E-55A6-A8D1-F8F2208D385B}" dt="2026-07-29T13:03:50.226" v="67"/>
          <ac:spMkLst>
            <pc:docMk/>
            <pc:sldMk cId="1997448790" sldId="349"/>
            <ac:spMk id="6" creationId="{7B3D9D11-1613-4434-8479-18C41058FF67}"/>
          </ac:spMkLst>
        </pc:spChg>
        <pc:spChg chg="mod">
          <ac:chgData name="Bryan Sun" userId="851caa7714272873" providerId="LiveId" clId="{1DF0C224-3A3E-55A6-A8D1-F8F2208D385B}" dt="2026-07-29T13:02:38.135" v="13" actId="2711"/>
          <ac:spMkLst>
            <pc:docMk/>
            <pc:sldMk cId="1997448790" sldId="349"/>
            <ac:spMk id="8" creationId="{B58422BC-2C00-45D6-B559-400C72883B1B}"/>
          </ac:spMkLst>
        </pc:spChg>
        <pc:picChg chg="mod">
          <ac:chgData name="Bryan Sun" userId="851caa7714272873" providerId="LiveId" clId="{1DF0C224-3A3E-55A6-A8D1-F8F2208D385B}" dt="2026-07-29T13:02:38.135" v="13" actId="2711"/>
          <ac:picMkLst>
            <pc:docMk/>
            <pc:sldMk cId="1997448790" sldId="349"/>
            <ac:picMk id="7" creationId="{51250B67-14B4-4CFA-9F46-2A2046321111}"/>
          </ac:picMkLst>
        </pc:picChg>
      </pc:sldChg>
      <pc:sldChg chg="delSp modSp mod delAnim modAnim">
        <pc:chgData name="Bryan Sun" userId="851caa7714272873" providerId="LiveId" clId="{1DF0C224-3A3E-55A6-A8D1-F8F2208D385B}" dt="2026-08-01T12:13:05.210" v="691" actId="1076"/>
        <pc:sldMkLst>
          <pc:docMk/>
          <pc:sldMk cId="1830831139" sldId="350"/>
        </pc:sldMkLst>
        <pc:spChg chg="mod">
          <ac:chgData name="Bryan Sun" userId="851caa7714272873" providerId="LiveId" clId="{1DF0C224-3A3E-55A6-A8D1-F8F2208D385B}" dt="2026-07-29T13:04:34.311" v="68" actId="2711"/>
          <ac:spMkLst>
            <pc:docMk/>
            <pc:sldMk cId="1830831139" sldId="350"/>
            <ac:spMk id="2" creationId="{2B9E0AA4-2F96-4FF5-94ED-637BF1D02D7F}"/>
          </ac:spMkLst>
        </pc:spChg>
        <pc:spChg chg="mod">
          <ac:chgData name="Bryan Sun" userId="851caa7714272873" providerId="LiveId" clId="{1DF0C224-3A3E-55A6-A8D1-F8F2208D385B}" dt="2026-08-01T12:12:35.610" v="685" actId="14100"/>
          <ac:spMkLst>
            <pc:docMk/>
            <pc:sldMk cId="1830831139" sldId="350"/>
            <ac:spMk id="3" creationId="{F1AF0413-3E30-49ED-80AC-DAA9A78686ED}"/>
          </ac:spMkLst>
        </pc:spChg>
        <pc:spChg chg="mod">
          <ac:chgData name="Bryan Sun" userId="851caa7714272873" providerId="LiveId" clId="{1DF0C224-3A3E-55A6-A8D1-F8F2208D385B}" dt="2026-08-01T12:12:37.706" v="686" actId="14100"/>
          <ac:spMkLst>
            <pc:docMk/>
            <pc:sldMk cId="1830831139" sldId="350"/>
            <ac:spMk id="4" creationId="{03D8D48B-8EF8-4447-8130-4F52BE09BD52}"/>
          </ac:spMkLst>
        </pc:spChg>
        <pc:spChg chg="mod">
          <ac:chgData name="Bryan Sun" userId="851caa7714272873" providerId="LiveId" clId="{1DF0C224-3A3E-55A6-A8D1-F8F2208D385B}" dt="2026-08-01T12:09:54.180" v="664" actId="948"/>
          <ac:spMkLst>
            <pc:docMk/>
            <pc:sldMk cId="1830831139" sldId="350"/>
            <ac:spMk id="5" creationId="{B909A4D3-C0C3-44F5-A454-332AB9F0385C}"/>
          </ac:spMkLst>
        </pc:spChg>
        <pc:spChg chg="mod">
          <ac:chgData name="Bryan Sun" userId="851caa7714272873" providerId="LiveId" clId="{1DF0C224-3A3E-55A6-A8D1-F8F2208D385B}" dt="2026-08-01T12:12:42.425" v="687" actId="14100"/>
          <ac:spMkLst>
            <pc:docMk/>
            <pc:sldMk cId="1830831139" sldId="350"/>
            <ac:spMk id="6" creationId="{3D5C1833-FA3A-4934-BF4E-69008FB00D99}"/>
          </ac:spMkLst>
        </pc:spChg>
        <pc:spChg chg="mod">
          <ac:chgData name="Bryan Sun" userId="851caa7714272873" providerId="LiveId" clId="{1DF0C224-3A3E-55A6-A8D1-F8F2208D385B}" dt="2026-08-01T12:13:02.361" v="690" actId="1076"/>
          <ac:spMkLst>
            <pc:docMk/>
            <pc:sldMk cId="1830831139" sldId="350"/>
            <ac:spMk id="7" creationId="{89ACB134-E3E4-4B54-AC02-748CCC6C8ACB}"/>
          </ac:spMkLst>
        </pc:spChg>
        <pc:spChg chg="mod">
          <ac:chgData name="Bryan Sun" userId="851caa7714272873" providerId="LiveId" clId="{1DF0C224-3A3E-55A6-A8D1-F8F2208D385B}" dt="2026-08-01T12:12:32.175" v="684" actId="14100"/>
          <ac:spMkLst>
            <pc:docMk/>
            <pc:sldMk cId="1830831139" sldId="350"/>
            <ac:spMk id="8" creationId="{3D5C1833-FA3A-4934-BF4E-69008FB00D99}"/>
          </ac:spMkLst>
        </pc:spChg>
        <pc:spChg chg="del mod">
          <ac:chgData name="Bryan Sun" userId="851caa7714272873" providerId="LiveId" clId="{1DF0C224-3A3E-55A6-A8D1-F8F2208D385B}" dt="2026-08-01T12:11:58.760" v="678" actId="478"/>
          <ac:spMkLst>
            <pc:docMk/>
            <pc:sldMk cId="1830831139" sldId="350"/>
            <ac:spMk id="10" creationId="{84F75D62-4479-4747-9B4E-DB2F9A2DB0A3}"/>
          </ac:spMkLst>
        </pc:spChg>
        <pc:spChg chg="del mod">
          <ac:chgData name="Bryan Sun" userId="851caa7714272873" providerId="LiveId" clId="{1DF0C224-3A3E-55A6-A8D1-F8F2208D385B}" dt="2026-08-01T12:12:00.568" v="679" actId="478"/>
          <ac:spMkLst>
            <pc:docMk/>
            <pc:sldMk cId="1830831139" sldId="350"/>
            <ac:spMk id="11" creationId="{84F75D62-4479-4747-9B4E-DB2F9A2DB0A3}"/>
          </ac:spMkLst>
        </pc:spChg>
        <pc:spChg chg="del mod">
          <ac:chgData name="Bryan Sun" userId="851caa7714272873" providerId="LiveId" clId="{1DF0C224-3A3E-55A6-A8D1-F8F2208D385B}" dt="2026-08-01T12:12:02.280" v="680" actId="478"/>
          <ac:spMkLst>
            <pc:docMk/>
            <pc:sldMk cId="1830831139" sldId="350"/>
            <ac:spMk id="12" creationId="{84F75D62-4479-4747-9B4E-DB2F9A2DB0A3}"/>
          </ac:spMkLst>
        </pc:spChg>
        <pc:spChg chg="mod">
          <ac:chgData name="Bryan Sun" userId="851caa7714272873" providerId="LiveId" clId="{1DF0C224-3A3E-55A6-A8D1-F8F2208D385B}" dt="2026-08-01T12:09:17.456" v="660" actId="14100"/>
          <ac:spMkLst>
            <pc:docMk/>
            <pc:sldMk cId="1830831139" sldId="350"/>
            <ac:spMk id="17" creationId="{756124F2-F17B-4A96-9BAA-426876F1D5F8}"/>
          </ac:spMkLst>
        </pc:spChg>
        <pc:spChg chg="mod">
          <ac:chgData name="Bryan Sun" userId="851caa7714272873" providerId="LiveId" clId="{1DF0C224-3A3E-55A6-A8D1-F8F2208D385B}" dt="2026-08-01T12:10:02.484" v="665" actId="948"/>
          <ac:spMkLst>
            <pc:docMk/>
            <pc:sldMk cId="1830831139" sldId="350"/>
            <ac:spMk id="19" creationId="{B909A4D3-C0C3-44F5-A454-332AB9F0385C}"/>
          </ac:spMkLst>
        </pc:spChg>
        <pc:picChg chg="mod">
          <ac:chgData name="Bryan Sun" userId="851caa7714272873" providerId="LiveId" clId="{1DF0C224-3A3E-55A6-A8D1-F8F2208D385B}" dt="2026-08-01T12:12:10.724" v="681" actId="1076"/>
          <ac:picMkLst>
            <pc:docMk/>
            <pc:sldMk cId="1830831139" sldId="350"/>
            <ac:picMk id="18" creationId="{46B2E0B3-6EC0-453E-BF8C-FC2075C07F87}"/>
          </ac:picMkLst>
        </pc:picChg>
        <pc:picChg chg="mod">
          <ac:chgData name="Bryan Sun" userId="851caa7714272873" providerId="LiveId" clId="{1DF0C224-3A3E-55A6-A8D1-F8F2208D385B}" dt="2026-08-01T12:12:19.593" v="682" actId="1076"/>
          <ac:picMkLst>
            <pc:docMk/>
            <pc:sldMk cId="1830831139" sldId="350"/>
            <ac:picMk id="21" creationId="{C50CC2F5-5EEF-425B-A64A-22B3BDD58C96}"/>
          </ac:picMkLst>
        </pc:picChg>
        <pc:picChg chg="mod">
          <ac:chgData name="Bryan Sun" userId="851caa7714272873" providerId="LiveId" clId="{1DF0C224-3A3E-55A6-A8D1-F8F2208D385B}" dt="2026-08-01T12:13:05.210" v="691" actId="1076"/>
          <ac:picMkLst>
            <pc:docMk/>
            <pc:sldMk cId="1830831139" sldId="350"/>
            <ac:picMk id="23" creationId="{872BB94C-B89A-458A-823A-E720725479C3}"/>
          </ac:picMkLst>
        </pc:picChg>
      </pc:sldChg>
      <pc:sldChg chg="modSp">
        <pc:chgData name="Bryan Sun" userId="851caa7714272873" providerId="LiveId" clId="{1DF0C224-3A3E-55A6-A8D1-F8F2208D385B}" dt="2026-08-01T12:25:58.253" v="847" actId="6549"/>
        <pc:sldMkLst>
          <pc:docMk/>
          <pc:sldMk cId="4117915282" sldId="355"/>
        </pc:sldMkLst>
        <pc:spChg chg="mod">
          <ac:chgData name="Bryan Sun" userId="851caa7714272873" providerId="LiveId" clId="{1DF0C224-3A3E-55A6-A8D1-F8F2208D385B}" dt="2026-08-01T12:24:40.065" v="818" actId="6549"/>
          <ac:spMkLst>
            <pc:docMk/>
            <pc:sldMk cId="4117915282" sldId="355"/>
            <ac:spMk id="10" creationId="{BC3C81B5-ECCE-5120-25E3-00DA62A32933}"/>
          </ac:spMkLst>
        </pc:spChg>
        <pc:spChg chg="mod">
          <ac:chgData name="Bryan Sun" userId="851caa7714272873" providerId="LiveId" clId="{1DF0C224-3A3E-55A6-A8D1-F8F2208D385B}" dt="2026-08-01T12:24:31.322" v="817" actId="404"/>
          <ac:spMkLst>
            <pc:docMk/>
            <pc:sldMk cId="4117915282" sldId="355"/>
            <ac:spMk id="16" creationId="{CA3C8F92-9C37-7B4A-4516-94F00F3921D0}"/>
          </ac:spMkLst>
        </pc:spChg>
        <pc:spChg chg="mod">
          <ac:chgData name="Bryan Sun" userId="851caa7714272873" providerId="LiveId" clId="{1DF0C224-3A3E-55A6-A8D1-F8F2208D385B}" dt="2026-08-01T12:24:52.206" v="823" actId="6549"/>
          <ac:spMkLst>
            <pc:docMk/>
            <pc:sldMk cId="4117915282" sldId="355"/>
            <ac:spMk id="20" creationId="{631642D4-8899-DD45-46CF-E91D42A365FA}"/>
          </ac:spMkLst>
        </pc:spChg>
        <pc:spChg chg="mod">
          <ac:chgData name="Bryan Sun" userId="851caa7714272873" providerId="LiveId" clId="{1DF0C224-3A3E-55A6-A8D1-F8F2208D385B}" dt="2026-08-01T12:24:31.322" v="817" actId="404"/>
          <ac:spMkLst>
            <pc:docMk/>
            <pc:sldMk cId="4117915282" sldId="355"/>
            <ac:spMk id="28" creationId="{39C85EC4-E0CF-5712-6E68-F9A564A974C1}"/>
          </ac:spMkLst>
        </pc:spChg>
        <pc:spChg chg="mod">
          <ac:chgData name="Bryan Sun" userId="851caa7714272873" providerId="LiveId" clId="{1DF0C224-3A3E-55A6-A8D1-F8F2208D385B}" dt="2026-08-01T12:25:18.552" v="829" actId="6549"/>
          <ac:spMkLst>
            <pc:docMk/>
            <pc:sldMk cId="4117915282" sldId="355"/>
            <ac:spMk id="29" creationId="{8F8A0A73-94B2-F862-9094-CEDC142C56C3}"/>
          </ac:spMkLst>
        </pc:spChg>
        <pc:spChg chg="mod">
          <ac:chgData name="Bryan Sun" userId="851caa7714272873" providerId="LiveId" clId="{1DF0C224-3A3E-55A6-A8D1-F8F2208D385B}" dt="2026-08-01T12:24:31.322" v="817" actId="404"/>
          <ac:spMkLst>
            <pc:docMk/>
            <pc:sldMk cId="4117915282" sldId="355"/>
            <ac:spMk id="34" creationId="{23A141D7-C880-186A-F8F4-8F80BDA84D94}"/>
          </ac:spMkLst>
        </pc:spChg>
        <pc:spChg chg="mod">
          <ac:chgData name="Bryan Sun" userId="851caa7714272873" providerId="LiveId" clId="{1DF0C224-3A3E-55A6-A8D1-F8F2208D385B}" dt="2026-08-01T12:25:25.887" v="832" actId="6549"/>
          <ac:spMkLst>
            <pc:docMk/>
            <pc:sldMk cId="4117915282" sldId="355"/>
            <ac:spMk id="38" creationId="{1D7161A3-45BB-1BBA-BC64-E4DCEE9511AE}"/>
          </ac:spMkLst>
        </pc:spChg>
        <pc:spChg chg="mod">
          <ac:chgData name="Bryan Sun" userId="851caa7714272873" providerId="LiveId" clId="{1DF0C224-3A3E-55A6-A8D1-F8F2208D385B}" dt="2026-08-01T12:24:31.322" v="817" actId="404"/>
          <ac:spMkLst>
            <pc:docMk/>
            <pc:sldMk cId="4117915282" sldId="355"/>
            <ac:spMk id="46" creationId="{628A36CC-5EB1-F184-DA73-74C989F9527F}"/>
          </ac:spMkLst>
        </pc:spChg>
        <pc:spChg chg="mod">
          <ac:chgData name="Bryan Sun" userId="851caa7714272873" providerId="LiveId" clId="{1DF0C224-3A3E-55A6-A8D1-F8F2208D385B}" dt="2026-08-01T12:25:43.511" v="838" actId="20577"/>
          <ac:spMkLst>
            <pc:docMk/>
            <pc:sldMk cId="4117915282" sldId="355"/>
            <ac:spMk id="50" creationId="{4D75B683-2856-6AB0-8173-C817554A90B9}"/>
          </ac:spMkLst>
        </pc:spChg>
        <pc:spChg chg="mod">
          <ac:chgData name="Bryan Sun" userId="851caa7714272873" providerId="LiveId" clId="{1DF0C224-3A3E-55A6-A8D1-F8F2208D385B}" dt="2026-08-01T12:25:49.034" v="842" actId="6549"/>
          <ac:spMkLst>
            <pc:docMk/>
            <pc:sldMk cId="4117915282" sldId="355"/>
            <ac:spMk id="57" creationId="{0731769F-A4A2-261F-1425-0C868309EFC2}"/>
          </ac:spMkLst>
        </pc:spChg>
        <pc:spChg chg="mod">
          <ac:chgData name="Bryan Sun" userId="851caa7714272873" providerId="LiveId" clId="{1DF0C224-3A3E-55A6-A8D1-F8F2208D385B}" dt="2026-08-01T12:25:58.253" v="847" actId="6549"/>
          <ac:spMkLst>
            <pc:docMk/>
            <pc:sldMk cId="4117915282" sldId="355"/>
            <ac:spMk id="61" creationId="{9CDE325E-2D0F-A5E8-7F65-BFEA9BFC36F7}"/>
          </ac:spMkLst>
        </pc:spChg>
        <pc:spChg chg="mod">
          <ac:chgData name="Bryan Sun" userId="851caa7714272873" providerId="LiveId" clId="{1DF0C224-3A3E-55A6-A8D1-F8F2208D385B}" dt="2026-08-01T12:24:31.322" v="817" actId="404"/>
          <ac:spMkLst>
            <pc:docMk/>
            <pc:sldMk cId="4117915282" sldId="355"/>
            <ac:spMk id="65" creationId="{A34A1238-937E-138F-9CB5-CCB929DB5B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Language Basics (2)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en-US" dirty="0"/>
              <a:t>Know the variables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</a:t>
            </a:r>
            <a:r>
              <a:rPr lang="en-US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alues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82CB96-6147-4FAC-BBF7-1946FD4BCEE9}"/>
              </a:ext>
            </a:extLst>
          </p:cNvPr>
          <p:cNvSpPr txBox="1"/>
          <p:nvPr/>
        </p:nvSpPr>
        <p:spPr>
          <a:xfrm>
            <a:off x="6096001" y="1228202"/>
            <a:ext cx="5103446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A variable is equivalent to a room where data is placed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Put one data in one room</a:t>
            </a:r>
            <a:endParaRPr lang="en-US" altLang="zh-CN" sz="1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It must be defined before it can be used (unregistered rooms cannot be checked in)</a:t>
            </a:r>
            <a:endParaRPr lang="en-US" altLang="zh-CN" sz="1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 variable can be assigned multiple times (the room is always there, but the data contained in it can change)</a:t>
            </a:r>
            <a:endParaRPr lang="en-US" altLang="zh-CN" sz="1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When new data is put in, the original data is replaced and lost (loving the new and hating the old)</a:t>
            </a:r>
            <a:endParaRPr lang="en-US" altLang="zh-CN" sz="1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After a variable is defined, if it is not assigned a value, its value is unpredictable and must be initialized before use.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The data type must be specified when defining a variable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You need to specify the room type, which determines how much data can be placed in the room.</a:t>
            </a:r>
            <a:endParaRPr lang="en-US" altLang="zh-CN" sz="1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can be defined at one time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, separated by commas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assignment statement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left side of the equal sign is the variable name, and the right side is the expression.</a:t>
            </a:r>
            <a:endParaRPr lang="en-US" altLang="zh-CN" sz="1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First evaluate the expression on the right, resulting in a number, and then place the number into the room represented by the variable on the left</a:t>
            </a:r>
            <a:endParaRPr lang="en-US" altLang="zh-CN" sz="1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Can be assigned continuously</a:t>
            </a:r>
            <a:endParaRPr lang="en-US" altLang="zh-CN" sz="1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accessing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variable name in the expression represents the value of the variable</a:t>
            </a:r>
            <a:endParaRPr lang="en-US" altLang="zh-CN" sz="1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Expression with variable name: Read the current value of the variable and perform calculations</a:t>
            </a:r>
            <a:endParaRPr lang="en-US" altLang="zh-CN" sz="1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B3D9D11-1613-4434-8479-18C41058FF67}"/>
              </a:ext>
            </a:extLst>
          </p:cNvPr>
          <p:cNvSpPr txBox="1">
            <a:spLocks/>
          </p:cNvSpPr>
          <p:nvPr/>
        </p:nvSpPr>
        <p:spPr>
          <a:xfrm>
            <a:off x="622570" y="1228202"/>
            <a:ext cx="3761227" cy="5407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" altLang="zh-CN" sz="16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6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 </a:t>
            </a:r>
            <a:r>
              <a:rPr lang="en" altLang="zh-CN" sz="16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en-US" sz="16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variables without initialisation</a:t>
            </a:r>
            <a:endParaRPr lang="en-US" altLang="zh-CN" sz="16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#include &lt;bits/stdc++.h&gt;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int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a,b,c,d,e,f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f: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250B67-14B4-4CFA-9F46-2A204632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996" y="2190875"/>
            <a:ext cx="752475" cy="18478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58422BC-2C00-45D6-B559-400C72883B1B}"/>
              </a:ext>
            </a:extLst>
          </p:cNvPr>
          <p:cNvSpPr/>
          <p:nvPr/>
        </p:nvSpPr>
        <p:spPr>
          <a:xfrm>
            <a:off x="4383797" y="1768772"/>
            <a:ext cx="2121221" cy="42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9744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E0AA4-2F96-4FF5-94ED-637BF1D02D7F}"/>
              </a:ext>
            </a:extLst>
          </p:cNvPr>
          <p:cNvSpPr txBox="1">
            <a:spLocks/>
          </p:cNvSpPr>
          <p:nvPr/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6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altLang="en-US" sz="4000" dirty="0">
                <a:latin typeface="Aptos Display" panose="020B0004020202020204" pitchFamily="34" charset="0"/>
                <a:ea typeface="微软雅黑" panose="020B0503020204020204" pitchFamily="34" charset="-122"/>
              </a:rPr>
              <a:t>Example </a:t>
            </a:r>
            <a:r>
              <a:rPr lang="en" altLang="zh-CN" sz="4000" dirty="0">
                <a:latin typeface="Aptos Display" panose="020B0004020202020204" pitchFamily="34" charset="0"/>
                <a:ea typeface="微软雅黑" panose="020B0503020204020204" pitchFamily="34" charset="-122"/>
              </a:rPr>
              <a:t>- </a:t>
            </a:r>
            <a:r>
              <a:rPr lang="en" altLang="en-US" sz="4000" dirty="0">
                <a:latin typeface="Aptos Display" panose="020B0004020202020204" pitchFamily="34" charset="0"/>
                <a:ea typeface="微软雅黑" panose="020B0503020204020204" pitchFamily="34" charset="-122"/>
              </a:rPr>
              <a:t>Swapping the values of two variables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AF0413-3E30-49ED-80AC-DAA9A78686ED}"/>
              </a:ext>
            </a:extLst>
          </p:cNvPr>
          <p:cNvSpPr txBox="1"/>
          <p:nvPr/>
        </p:nvSpPr>
        <p:spPr>
          <a:xfrm>
            <a:off x="212163" y="1374566"/>
            <a:ext cx="2995353" cy="155003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16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 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D8D48B-8EF8-4447-8130-4F52BE09BD52}"/>
              </a:ext>
            </a:extLst>
          </p:cNvPr>
          <p:cNvSpPr txBox="1"/>
          <p:nvPr/>
        </p:nvSpPr>
        <p:spPr>
          <a:xfrm>
            <a:off x="3383198" y="1200409"/>
            <a:ext cx="2776425" cy="179625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-US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M</a:t>
            </a:r>
            <a:r>
              <a:rPr lang="en" altLang="en-US" sz="1600" kern="1200" dirty="0" err="1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ethod</a:t>
            </a:r>
            <a:r>
              <a:rPr lang="en" altLang="en-US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 1</a:t>
            </a:r>
            <a:endParaRPr lang="en-US" altLang="zh-CN" sz="16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09A4D3-C0C3-44F5-A454-332AB9F0385C}"/>
              </a:ext>
            </a:extLst>
          </p:cNvPr>
          <p:cNvSpPr txBox="1"/>
          <p:nvPr/>
        </p:nvSpPr>
        <p:spPr>
          <a:xfrm>
            <a:off x="6335303" y="1200409"/>
            <a:ext cx="2638414" cy="179625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Method 2</a:t>
            </a:r>
            <a:endParaRPr lang="en-US" altLang="zh-CN" sz="16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 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5C1833-FA3A-4934-BF4E-69008FB00D99}"/>
              </a:ext>
            </a:extLst>
          </p:cNvPr>
          <p:cNvSpPr txBox="1"/>
          <p:nvPr/>
        </p:nvSpPr>
        <p:spPr>
          <a:xfrm>
            <a:off x="3383195" y="3432423"/>
            <a:ext cx="2712806" cy="35198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Observe </a:t>
            </a:r>
            <a:r>
              <a:rPr lang="en" altLang="en-US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using </a:t>
            </a:r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cout</a:t>
            </a:r>
            <a:endParaRPr lang="en-US" altLang="zh-CN" sz="16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b=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t=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6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b=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t=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6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ACB134-E3E4-4B54-AC02-748CCC6C8ACB}"/>
              </a:ext>
            </a:extLst>
          </p:cNvPr>
          <p:cNvSpPr txBox="1"/>
          <p:nvPr/>
        </p:nvSpPr>
        <p:spPr>
          <a:xfrm>
            <a:off x="7279121" y="3481242"/>
            <a:ext cx="3489320" cy="278113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Observe </a:t>
            </a:r>
            <a:r>
              <a:rPr lang="en" altLang="en-US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using </a:t>
            </a:r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cout </a:t>
            </a:r>
            <a:r>
              <a:rPr lang="en" altLang="en-US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method</a:t>
            </a:r>
            <a:endParaRPr lang="en-US" altLang="zh-CN" sz="16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b=</a:t>
            </a:r>
            <a:r>
              <a:rPr lang="en-US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b=</a:t>
            </a:r>
            <a:r>
              <a:rPr lang="en-US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3D5C1833-FA3A-4934-BF4E-69008FB00D99}"/>
              </a:ext>
            </a:extLst>
          </p:cNvPr>
          <p:cNvSpPr txBox="1"/>
          <p:nvPr/>
        </p:nvSpPr>
        <p:spPr>
          <a:xfrm>
            <a:off x="214507" y="3481242"/>
            <a:ext cx="2995352" cy="228869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Observe </a:t>
            </a:r>
            <a:r>
              <a:rPr lang="en" altLang="en-US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using </a:t>
            </a:r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cout</a:t>
            </a:r>
            <a:endParaRPr lang="en-US" altLang="zh-CN" sz="16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b=</a:t>
            </a: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6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9" name="文本框 4">
            <a:extLst>
              <a:ext uri="{FF2B5EF4-FFF2-40B4-BE49-F238E27FC236}">
                <a16:creationId xmlns:a16="http://schemas.microsoft.com/office/drawing/2014/main" id="{B909A4D3-C0C3-44F5-A454-332AB9F0385C}"/>
              </a:ext>
            </a:extLst>
          </p:cNvPr>
          <p:cNvSpPr txBox="1"/>
          <p:nvPr/>
        </p:nvSpPr>
        <p:spPr>
          <a:xfrm>
            <a:off x="8973718" y="1199867"/>
            <a:ext cx="2787192" cy="1303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6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Method 3</a:t>
            </a:r>
            <a:endParaRPr lang="en-US" altLang="zh-CN" sz="16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swap(a,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</a:t>
            </a:r>
            <a:r>
              <a:rPr lang="en" altLang="zh-CN" sz="16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b;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6124F2-F17B-4A96-9BAA-426876F1D5F8}"/>
              </a:ext>
            </a:extLst>
          </p:cNvPr>
          <p:cNvSpPr txBox="1"/>
          <p:nvPr/>
        </p:nvSpPr>
        <p:spPr>
          <a:xfrm>
            <a:off x="212165" y="1255835"/>
            <a:ext cx="3171031" cy="318924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" altLang="zh-CN" sz="1600" kern="12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600" kern="1200" dirty="0">
                <a:solidFill>
                  <a:srgbClr val="008200"/>
                </a:solidFill>
                <a:latin typeface="Consolas" panose="020B0609020204030204" pitchFamily="49" charset="0"/>
              </a:rPr>
              <a:t>Wrong approach</a:t>
            </a:r>
            <a:endParaRPr lang="zh-CN" altLang="en-US" sz="16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6B2E0B3-6EC0-453E-BF8C-FC2075C0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164" y="3632949"/>
            <a:ext cx="940837" cy="79609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50CC2F5-5EEF-425B-A64A-22B3BDD58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191" y="3432423"/>
            <a:ext cx="1336977" cy="95884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72BB94C-B89A-458A-823A-E72072547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314" y="3347848"/>
            <a:ext cx="900159" cy="100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3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9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Data types and precision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F1AF0413-3E30-49ED-80AC-DAA9A78686ED}"/>
              </a:ext>
            </a:extLst>
          </p:cNvPr>
          <p:cNvSpPr txBox="1"/>
          <p:nvPr/>
        </p:nvSpPr>
        <p:spPr>
          <a:xfrm>
            <a:off x="316002" y="1500467"/>
            <a:ext cx="5591184" cy="199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integer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bytes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about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-2.1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billion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 2.1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billion, about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-2×10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~2×10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followed by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zeros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F1AF0413-3E30-49ED-80AC-DAA9A78686ED}"/>
              </a:ext>
            </a:extLst>
          </p:cNvPr>
          <p:cNvSpPr txBox="1"/>
          <p:nvPr/>
        </p:nvSpPr>
        <p:spPr>
          <a:xfrm>
            <a:off x="5907186" y="3218127"/>
            <a:ext cx="5003620" cy="1626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float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Single precision floating point (real number)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bytes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7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significant figures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6FC2C3-FD56-4E9F-8FB2-8B2487421771}"/>
              </a:ext>
            </a:extLst>
          </p:cNvPr>
          <p:cNvSpPr/>
          <p:nvPr/>
        </p:nvSpPr>
        <p:spPr>
          <a:xfrm>
            <a:off x="5907185" y="1500467"/>
            <a:ext cx="5003621" cy="184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long </a:t>
            </a:r>
            <a:r>
              <a:rPr lang="en" altLang="zh-CN" sz="2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long</a:t>
            </a:r>
            <a:endParaRPr lang="en-US" altLang="zh-CN" sz="2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integer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8 bytes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63 </a:t>
            </a:r>
            <a:r>
              <a:rPr lang="zh-CN" altLang="en-US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63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about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-9×10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18 </a:t>
            </a:r>
            <a:r>
              <a:rPr lang="zh-CN" altLang="en-US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9×10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18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followed by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18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zeros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6F9556-B9F9-412A-9DC1-07529C6B3CF9}"/>
              </a:ext>
            </a:extLst>
          </p:cNvPr>
          <p:cNvSpPr/>
          <p:nvPr/>
        </p:nvSpPr>
        <p:spPr>
          <a:xfrm>
            <a:off x="5907186" y="4892188"/>
            <a:ext cx="5003620" cy="1472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Double precision floating point (real number)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8 bytes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alue range: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15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significant figures</a:t>
            </a:r>
            <a:endParaRPr lang="zh-CN" altLang="en-US" sz="2400" dirty="0">
              <a:latin typeface="Aptos Display" panose="020B00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3DB1AE-BEC5-4C3F-8A6A-52EE12361618}"/>
              </a:ext>
            </a:extLst>
          </p:cNvPr>
          <p:cNvSpPr/>
          <p:nvPr/>
        </p:nvSpPr>
        <p:spPr>
          <a:xfrm>
            <a:off x="316002" y="3589589"/>
            <a:ext cx="5591184" cy="2580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Character type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byte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-128~127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character enclosed in single quotes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 character in the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 table is represented by a number, which is the ASCII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code (internal code)</a:t>
            </a:r>
            <a:endParaRPr lang="zh-CN" altLang="en-US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79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  <p:bldP spid="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50868A-4E36-4BDE-947E-0C5F310E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7345" y="1341543"/>
            <a:ext cx="5312781" cy="5328940"/>
          </a:xfrm>
          <a:solidFill>
            <a:schemeClr val="tx1">
              <a:alpha val="9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" altLang="en-US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How expressions are evaluated:</a:t>
            </a:r>
            <a:endParaRPr lang="en-US" altLang="zh-CN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From left to right, first multiply and divide, remainder, then add and subtract. Evaluate the ones in the parentheses if any.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After evaluating an intermediate result, do the next evaluation, and </a:t>
            </a:r>
            <a:r>
              <a:rPr lang="en-AU" altLang="en-US" sz="16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so on.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data of different types will be converted to the same type before evaluating.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Done automatically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Data types with low precision are converted to thse with higher precision.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Intermediate results are of the higher precision type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Temporary conversion only occurs during the evaluation, the values of the variables are not affected.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Data type precision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Data types that can express larger evaluate ranges are more precise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Real numbers are more precise than integers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 </a:t>
            </a:r>
            <a:r>
              <a:rPr lang="zh-C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short </a:t>
            </a:r>
            <a:r>
              <a:rPr lang="zh-C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 </a:t>
            </a:r>
            <a:r>
              <a:rPr lang="zh-C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  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long long </a:t>
            </a:r>
            <a:r>
              <a:rPr lang="zh-C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  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float </a:t>
            </a:r>
            <a:r>
              <a:rPr lang="zh-C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  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461CB64-699C-43A5-B0DB-725F450426E5}"/>
              </a:ext>
            </a:extLst>
          </p:cNvPr>
          <p:cNvSpPr/>
          <p:nvPr/>
        </p:nvSpPr>
        <p:spPr>
          <a:xfrm>
            <a:off x="7383623" y="6314149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F677AC88-DBD5-4296-BAE4-245E347EE69B}"/>
              </a:ext>
            </a:extLst>
          </p:cNvPr>
          <p:cNvSpPr/>
          <p:nvPr/>
        </p:nvSpPr>
        <p:spPr>
          <a:xfrm>
            <a:off x="7831919" y="6314149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4D26B2C-2714-4C4B-9AFF-3E107AEF563B}"/>
              </a:ext>
            </a:extLst>
          </p:cNvPr>
          <p:cNvSpPr/>
          <p:nvPr/>
        </p:nvSpPr>
        <p:spPr>
          <a:xfrm>
            <a:off x="8172443" y="6329628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B97C898-EE3A-455C-A08E-7AA552631FC0}"/>
              </a:ext>
            </a:extLst>
          </p:cNvPr>
          <p:cNvSpPr/>
          <p:nvPr/>
        </p:nvSpPr>
        <p:spPr>
          <a:xfrm>
            <a:off x="8909504" y="6314149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82E5D10-1DC8-4D31-9465-89959E3726F3}"/>
              </a:ext>
            </a:extLst>
          </p:cNvPr>
          <p:cNvSpPr/>
          <p:nvPr/>
        </p:nvSpPr>
        <p:spPr>
          <a:xfrm>
            <a:off x="9385293" y="6314149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0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1083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Automatic type conversion: evaluating expressions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853042"/>
              </p:ext>
            </p:extLst>
          </p:nvPr>
        </p:nvGraphicFramePr>
        <p:xfrm>
          <a:off x="268842" y="1902668"/>
          <a:ext cx="6268504" cy="4334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267">
                <a:tc>
                  <a:txBody>
                    <a:bodyPr/>
                    <a:lstStyle/>
                    <a:p>
                      <a:r>
                        <a:rPr lang="en-AU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P</a:t>
                      </a:r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59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59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417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2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E3F5429-7D89-5F74-4963-99E490B6B7CB}"/>
              </a:ext>
            </a:extLst>
          </p:cNvPr>
          <p:cNvSpPr txBox="1"/>
          <p:nvPr/>
        </p:nvSpPr>
        <p:spPr>
          <a:xfrm>
            <a:off x="341874" y="2300406"/>
            <a:ext cx="1733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5/3;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5E598A-99EA-E0DB-B989-6C4A7C8D11C4}"/>
              </a:ext>
            </a:extLst>
          </p:cNvPr>
          <p:cNvSpPr txBox="1"/>
          <p:nvPr/>
        </p:nvSpPr>
        <p:spPr>
          <a:xfrm>
            <a:off x="341874" y="2903331"/>
            <a:ext cx="1733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5/3.0;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53BFC2-F9F0-9DDB-CDAC-FE18B17545FF}"/>
              </a:ext>
            </a:extLst>
          </p:cNvPr>
          <p:cNvSpPr txBox="1"/>
          <p:nvPr/>
        </p:nvSpPr>
        <p:spPr>
          <a:xfrm>
            <a:off x="333786" y="3365076"/>
            <a:ext cx="1723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5/3*2.0;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3AD07FB-AB3D-FFD9-92AF-A8EEAC26C3E7}"/>
              </a:ext>
            </a:extLst>
          </p:cNvPr>
          <p:cNvSpPr txBox="1"/>
          <p:nvPr/>
        </p:nvSpPr>
        <p:spPr>
          <a:xfrm>
            <a:off x="333786" y="4806904"/>
            <a:ext cx="1814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out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&lt;&lt;5/3.0*2.0;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49686FB-F320-029B-6C1E-D4625AC14934}"/>
              </a:ext>
            </a:extLst>
          </p:cNvPr>
          <p:cNvSpPr txBox="1"/>
          <p:nvPr/>
        </p:nvSpPr>
        <p:spPr>
          <a:xfrm>
            <a:off x="2148120" y="2327802"/>
            <a:ext cx="869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6365DB-0E20-066C-3C0D-B9F6AA0431D7}"/>
              </a:ext>
            </a:extLst>
          </p:cNvPr>
          <p:cNvSpPr txBox="1"/>
          <p:nvPr/>
        </p:nvSpPr>
        <p:spPr>
          <a:xfrm>
            <a:off x="2148120" y="2883699"/>
            <a:ext cx="914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1.66667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E04A80-0834-8843-7542-9CE6F962AAA2}"/>
              </a:ext>
            </a:extLst>
          </p:cNvPr>
          <p:cNvSpPr txBox="1"/>
          <p:nvPr/>
        </p:nvSpPr>
        <p:spPr>
          <a:xfrm>
            <a:off x="2109890" y="3359848"/>
            <a:ext cx="889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F6C6630-70C0-7C9D-4D3E-31D36FB4338A}"/>
              </a:ext>
            </a:extLst>
          </p:cNvPr>
          <p:cNvSpPr txBox="1"/>
          <p:nvPr/>
        </p:nvSpPr>
        <p:spPr>
          <a:xfrm>
            <a:off x="2075632" y="4806903"/>
            <a:ext cx="8774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3.33333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2E6306-04F7-34AB-AFA3-E11CE2797AE6}"/>
              </a:ext>
            </a:extLst>
          </p:cNvPr>
          <p:cNvSpPr txBox="1"/>
          <p:nvPr/>
        </p:nvSpPr>
        <p:spPr>
          <a:xfrm>
            <a:off x="3064803" y="2322574"/>
            <a:ext cx="3382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Integer division without decimals</a:t>
            </a:r>
            <a:endParaRPr lang="zh-CN" altLang="en-US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F00D01A-4DB3-2274-456D-6A9CF37764B1}"/>
              </a:ext>
            </a:extLst>
          </p:cNvPr>
          <p:cNvSpPr txBox="1"/>
          <p:nvPr/>
        </p:nvSpPr>
        <p:spPr>
          <a:xfrm>
            <a:off x="3062960" y="2841129"/>
            <a:ext cx="3382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5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Automatic type conversion to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float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before calculation</a:t>
            </a:r>
            <a:endParaRPr lang="zh-CN" altLang="en-US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2C73205-6241-C176-DD9C-C0BCDB159B63}"/>
              </a:ext>
            </a:extLst>
          </p:cNvPr>
          <p:cNvSpPr txBox="1"/>
          <p:nvPr/>
        </p:nvSpPr>
        <p:spPr>
          <a:xfrm>
            <a:off x="3062960" y="3361830"/>
            <a:ext cx="33133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5/3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first , and divide integers without decimals to get the intermediate result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; then calculate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1*2.0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, and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is automatically type-converted to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float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before calculation.</a:t>
            </a:r>
            <a:endParaRPr lang="zh-CN" altLang="en-US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CB17C8E-1338-CCF7-59C3-00ED9C0D9CAA}"/>
              </a:ext>
            </a:extLst>
          </p:cNvPr>
          <p:cNvSpPr txBox="1"/>
          <p:nvPr/>
        </p:nvSpPr>
        <p:spPr>
          <a:xfrm>
            <a:off x="3045013" y="4768680"/>
            <a:ext cx="33133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Calculate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5/3.0 first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, and then automatically convert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5 to float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and then calculate the intermediate result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1.66667 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; then calculate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1.66667*2.0</a:t>
            </a:r>
            <a:endParaRPr lang="zh-CN" altLang="en-US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88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  <p:bldP spid="25" grpId="0"/>
      <p:bldP spid="29" grpId="0"/>
      <p:bldP spid="33" grpId="0"/>
      <p:bldP spid="37" grpId="0"/>
      <p:bldP spid="41" grpId="0"/>
      <p:bldP spid="45" grpId="0"/>
      <p:bldP spid="49" grpId="0"/>
      <p:bldP spid="53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50868A-4E36-4BDE-947E-0C5F310E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294" y="1486111"/>
            <a:ext cx="4371768" cy="5104470"/>
          </a:xfrm>
        </p:spPr>
        <p:txBody>
          <a:bodyPr/>
          <a:lstStyle/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</a:rPr>
              <a:t>When </a:t>
            </a:r>
            <a:r>
              <a:rPr lang="en-US" altLang="zh-CN" sz="1600" dirty="0">
                <a:latin typeface="Aptos Display" panose="020B0004020202020204" pitchFamily="34" charset="0"/>
                <a:ea typeface="微软雅黑" pitchFamily="34" charset="-122"/>
              </a:rPr>
              <a:t>performing</a:t>
            </a:r>
            <a:r>
              <a:rPr lang="zh-CN" altLang="en-US" sz="1600" dirty="0">
                <a:latin typeface="Aptos Display" panose="020B0004020202020204" pitchFamily="34" charset="0"/>
                <a:ea typeface="微软雅黑" pitchFamily="34" charset="-122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</a:rPr>
              <a:t>assign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itchFamily="34" charset="-122"/>
              </a:rPr>
              <a:t>ments</a:t>
            </a:r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</a:rPr>
              <a:t>, first evaluate the expression on the right side of the equal sign, and then assign the result to the variable on the left side.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</a:endParaRPr>
          </a:p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</a:rPr>
              <a:t>If the types on two sides of the equal sign are different, type on the right side will be automatically converted to the one on the left side.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</a:endParaRPr>
          </a:p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</a:rPr>
              <a:t>If a high-precision value is assigned to a variable of a lower-precision type, part of the precision will be lost.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When assigning a real number type value to an integer type variable, the decimal part will be lost (simple loss, not rounding)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0" indent="0">
              <a:buNone/>
            </a:pPr>
            <a:endParaRPr lang="zh-CN" altLang="en-US" dirty="0">
              <a:latin typeface="Aptos Display" panose="020B0004020202020204" pitchFamily="34" charset="0"/>
              <a:ea typeface="微软雅黑" pitchFamily="34" charset="-122"/>
            </a:endParaRPr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Automatic type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conversion: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assignments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313098"/>
              </p:ext>
            </p:extLst>
          </p:nvPr>
        </p:nvGraphicFramePr>
        <p:xfrm>
          <a:off x="341874" y="1911858"/>
          <a:ext cx="6105225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5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微软雅黑" pitchFamily="34" charset="-122"/>
                          <a:ea typeface="微软雅黑" pitchFamily="34" charset="-122"/>
                        </a:rPr>
                        <a:t>code</a:t>
                      </a:r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600" dirty="0">
                          <a:latin typeface="微软雅黑" pitchFamily="34" charset="-122"/>
                          <a:ea typeface="微软雅黑" pitchFamily="34" charset="-122"/>
                        </a:rPr>
                        <a:t>snippets</a:t>
                      </a:r>
                      <a:endParaRPr lang="en" altLang="en-US" sz="16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26A6EA2-EF6B-439D-8697-339E3CC4C4FF}"/>
              </a:ext>
            </a:extLst>
          </p:cNvPr>
          <p:cNvSpPr txBox="1"/>
          <p:nvPr/>
        </p:nvSpPr>
        <p:spPr>
          <a:xfrm>
            <a:off x="374248" y="2309105"/>
            <a:ext cx="29911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a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5/3;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a;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FA11AB-18F6-6EF1-65FA-A0DB2CE54DA4}"/>
              </a:ext>
            </a:extLst>
          </p:cNvPr>
          <p:cNvSpPr txBox="1"/>
          <p:nvPr/>
        </p:nvSpPr>
        <p:spPr>
          <a:xfrm>
            <a:off x="3625878" y="2404442"/>
            <a:ext cx="601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F8EFA0-2995-528E-19C8-E91600595148}"/>
              </a:ext>
            </a:extLst>
          </p:cNvPr>
          <p:cNvSpPr txBox="1"/>
          <p:nvPr/>
        </p:nvSpPr>
        <p:spPr>
          <a:xfrm>
            <a:off x="340928" y="2821382"/>
            <a:ext cx="30244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b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5,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b/c;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fixed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&lt;&lt; </a:t>
            </a:r>
            <a:r>
              <a:rPr kumimoji="0" lang="en" altLang="zh-CN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setprecision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(2)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&lt;&lt;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DCE3FA-0100-D315-B17D-4F65057DA81C}"/>
              </a:ext>
            </a:extLst>
          </p:cNvPr>
          <p:cNvSpPr txBox="1"/>
          <p:nvPr/>
        </p:nvSpPr>
        <p:spPr>
          <a:xfrm>
            <a:off x="3668820" y="3098283"/>
            <a:ext cx="633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1.00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FC5CE2D-CB3A-3165-2A41-CC552147D5EA}"/>
              </a:ext>
            </a:extLst>
          </p:cNvPr>
          <p:cNvSpPr txBox="1"/>
          <p:nvPr/>
        </p:nvSpPr>
        <p:spPr>
          <a:xfrm>
            <a:off x="4412608" y="2509728"/>
            <a:ext cx="20344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E</a:t>
            </a:r>
            <a:r>
              <a:rPr kumimoji="0" lang="en" altLang="en-US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xpression</a:t>
            </a:r>
            <a:r>
              <a:rPr kumimoji="0" lang="en-US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s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 on the right side of the equal sign is division b</a:t>
            </a:r>
            <a:r>
              <a:rPr kumimoji="0" lang="en-US" altLang="zh-CN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etween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 integers without decimals.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1ED4C6-950F-7DC3-59A4-153E5CA7BCC6}"/>
              </a:ext>
            </a:extLst>
          </p:cNvPr>
          <p:cNvSpPr txBox="1"/>
          <p:nvPr/>
        </p:nvSpPr>
        <p:spPr>
          <a:xfrm>
            <a:off x="372725" y="3868871"/>
            <a:ext cx="2992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e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2.1;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e;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B119930-3E55-E29A-DB84-A94D1B40D309}"/>
              </a:ext>
            </a:extLst>
          </p:cNvPr>
          <p:cNvSpPr txBox="1"/>
          <p:nvPr/>
        </p:nvSpPr>
        <p:spPr>
          <a:xfrm>
            <a:off x="3712300" y="3976593"/>
            <a:ext cx="601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12DA5BD-4BE4-47D1-7CA0-9903738E0C64}"/>
              </a:ext>
            </a:extLst>
          </p:cNvPr>
          <p:cNvSpPr txBox="1"/>
          <p:nvPr/>
        </p:nvSpPr>
        <p:spPr>
          <a:xfrm>
            <a:off x="372726" y="4585955"/>
            <a:ext cx="2992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f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2.9;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f;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C395887-4643-9151-3E08-DCA3C0A82E10}"/>
              </a:ext>
            </a:extLst>
          </p:cNvPr>
          <p:cNvSpPr txBox="1"/>
          <p:nvPr/>
        </p:nvSpPr>
        <p:spPr>
          <a:xfrm>
            <a:off x="3695356" y="4644352"/>
            <a:ext cx="601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F426999-186C-8395-370E-96298EFF44AE}"/>
              </a:ext>
            </a:extLst>
          </p:cNvPr>
          <p:cNvSpPr txBox="1"/>
          <p:nvPr/>
        </p:nvSpPr>
        <p:spPr>
          <a:xfrm>
            <a:off x="4406770" y="3904575"/>
            <a:ext cx="20344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Real numbers are assigned to integer types, decimal part</a:t>
            </a:r>
            <a:r>
              <a:rPr kumimoji="0" lang="en-US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s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0" lang="en-US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are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0" lang="en-US" altLang="zh-CN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lost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 (no</a:t>
            </a:r>
            <a:r>
              <a:rPr lang="zh-CN" altLang="en-US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r</a:t>
            </a:r>
            <a:r>
              <a:rPr kumimoji="0" lang="en" altLang="en-US" sz="14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ounding</a:t>
            </a:r>
            <a:r>
              <a:rPr kumimoji="0" lang="en" alt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640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28" grpId="0"/>
      <p:bldP spid="32" grpId="0"/>
      <p:bldP spid="36" grpId="0"/>
      <p:bldP spid="37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BD88DE-6361-4171-9990-2DB5286642E7}"/>
              </a:ext>
            </a:extLst>
          </p:cNvPr>
          <p:cNvSpPr txBox="1">
            <a:spLocks/>
          </p:cNvSpPr>
          <p:nvPr/>
        </p:nvSpPr>
        <p:spPr>
          <a:xfrm>
            <a:off x="6551270" y="1261641"/>
            <a:ext cx="4545516" cy="532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When automatic data type conversion fails to achieve its purpose, type casting can be used to tell the computer to perform conversion.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Syntax for type casting: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</a:rPr>
              <a:t>For variables: </a:t>
            </a:r>
            <a:r>
              <a:rPr lang="en" altLang="zh-CN" sz="1200" dirty="0">
                <a:latin typeface="Aptos Display" panose="020B0004020202020204" pitchFamily="34" charset="0"/>
                <a:ea typeface="微软雅黑" pitchFamily="34" charset="-122"/>
              </a:rPr>
              <a:t>(</a:t>
            </a:r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</a:rPr>
              <a:t>type name</a:t>
            </a:r>
            <a:r>
              <a:rPr lang="en" altLang="zh-CN" sz="1200" dirty="0">
                <a:latin typeface="Aptos Display" panose="020B0004020202020204" pitchFamily="34" charset="0"/>
                <a:ea typeface="微软雅黑" pitchFamily="34" charset="-122"/>
              </a:rPr>
              <a:t>) </a:t>
            </a:r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</a:rPr>
              <a:t>variable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</a:rPr>
              <a:t>For expression: </a:t>
            </a:r>
            <a:r>
              <a:rPr lang="en" altLang="zh-CN" sz="1200" dirty="0">
                <a:latin typeface="Aptos Display" panose="020B0004020202020204" pitchFamily="34" charset="0"/>
                <a:ea typeface="微软雅黑" pitchFamily="34" charset="-122"/>
              </a:rPr>
              <a:t>(</a:t>
            </a:r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</a:rPr>
              <a:t>type name</a:t>
            </a:r>
            <a:r>
              <a:rPr lang="en" altLang="zh-CN" sz="1200" dirty="0">
                <a:latin typeface="Aptos Display" panose="020B0004020202020204" pitchFamily="34" charset="0"/>
                <a:ea typeface="微软雅黑" pitchFamily="34" charset="-122"/>
              </a:rPr>
              <a:t>) ( </a:t>
            </a:r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</a:rPr>
              <a:t>expression </a:t>
            </a:r>
            <a:r>
              <a:rPr lang="en" altLang="zh-CN" sz="1200" dirty="0">
                <a:latin typeface="Aptos Display" panose="020B0004020202020204" pitchFamily="34" charset="0"/>
                <a:ea typeface="微软雅黑" pitchFamily="34" charset="-122"/>
              </a:rPr>
              <a:t>)</a:t>
            </a: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</a:rPr>
              <a:t>Type casting is an operation with a higher precedence than addition, subtraction, multiplication, division, and remainder. Therefore, if you want to perform casting on an expression, you need to add parentheses outside the expression.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</a:endParaRPr>
          </a:p>
          <a:p>
            <a:r>
              <a:rPr lang="en" altLang="en-US" sz="16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Values of different data types will be converted to the same data type before evaluating.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The conversion only produces a temporary result, the variable itself does not change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When the converted temporary result is evaluated with other variables or numbers, automatic type conversion will be triggered. The rules are the same as automatic type conversion.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The intermediate results are of the higher precision type</a:t>
            </a:r>
            <a:endParaRPr lang="en-US" altLang="zh-CN" sz="12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</p:txBody>
      </p:sp>
      <p:sp>
        <p:nvSpPr>
          <p:cNvPr id="8" name="文本框 3">
            <a:extLst>
              <a:ext uri="{FF2B5EF4-FFF2-40B4-BE49-F238E27FC236}">
                <a16:creationId xmlns:a16="http://schemas.microsoft.com/office/drawing/2014/main" id="{B3CD85D7-6B51-4988-9F06-93CDAF3FF50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ype casting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A568A6B-AA6D-4D66-9A6F-3E5DC10C2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223755"/>
              </p:ext>
            </p:extLst>
          </p:nvPr>
        </p:nvGraphicFramePr>
        <p:xfrm>
          <a:off x="341874" y="1935720"/>
          <a:ext cx="6105225" cy="4782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2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5119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6BCB1F6-ABD4-41D3-9D8B-5B77E022C6AF}"/>
              </a:ext>
            </a:extLst>
          </p:cNvPr>
          <p:cNvSpPr txBox="1"/>
          <p:nvPr/>
        </p:nvSpPr>
        <p:spPr>
          <a:xfrm>
            <a:off x="353563" y="1239617"/>
            <a:ext cx="6059995" cy="616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First, define three variables: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sz="1200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a=5,b=3,c=2;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9E24A1-4C0B-C36F-D60E-D7B32E148757}"/>
              </a:ext>
            </a:extLst>
          </p:cNvPr>
          <p:cNvSpPr txBox="1"/>
          <p:nvPr/>
        </p:nvSpPr>
        <p:spPr>
          <a:xfrm>
            <a:off x="353564" y="2347393"/>
            <a:ext cx="1934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a/b;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9C61BE-7AE0-37FC-1B3A-93A36103899A}"/>
              </a:ext>
            </a:extLst>
          </p:cNvPr>
          <p:cNvSpPr txBox="1"/>
          <p:nvPr/>
        </p:nvSpPr>
        <p:spPr>
          <a:xfrm>
            <a:off x="2288127" y="2347392"/>
            <a:ext cx="9058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993327-E775-D2E9-DBA7-5E29E02D6D28}"/>
              </a:ext>
            </a:extLst>
          </p:cNvPr>
          <p:cNvSpPr txBox="1"/>
          <p:nvPr/>
        </p:nvSpPr>
        <p:spPr>
          <a:xfrm>
            <a:off x="2321666" y="3435531"/>
            <a:ext cx="913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E8C797-1F00-4B51-8297-F02303E1B27C}"/>
              </a:ext>
            </a:extLst>
          </p:cNvPr>
          <p:cNvSpPr txBox="1"/>
          <p:nvPr/>
        </p:nvSpPr>
        <p:spPr>
          <a:xfrm>
            <a:off x="3235488" y="2359817"/>
            <a:ext cx="31780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Integer division without decimals</a:t>
            </a:r>
            <a:endParaRPr lang="zh-CN" altLang="en-US" sz="2400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FC1FC3-829C-A58C-409D-1ED63B693164}"/>
              </a:ext>
            </a:extLst>
          </p:cNvPr>
          <p:cNvSpPr txBox="1"/>
          <p:nvPr/>
        </p:nvSpPr>
        <p:spPr>
          <a:xfrm>
            <a:off x="350391" y="2782528"/>
            <a:ext cx="1934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(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)a/b;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4961451-043E-754D-95E8-78EA06A6D8D0}"/>
              </a:ext>
            </a:extLst>
          </p:cNvPr>
          <p:cNvSpPr txBox="1"/>
          <p:nvPr/>
        </p:nvSpPr>
        <p:spPr>
          <a:xfrm>
            <a:off x="2284954" y="2787832"/>
            <a:ext cx="950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1.66667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29EDAD5-E1C1-B523-60B7-5E563F9AA2EA}"/>
              </a:ext>
            </a:extLst>
          </p:cNvPr>
          <p:cNvSpPr txBox="1"/>
          <p:nvPr/>
        </p:nvSpPr>
        <p:spPr>
          <a:xfrm>
            <a:off x="3235488" y="2656660"/>
            <a:ext cx="317807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a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is cast to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double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b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is automatically converted to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double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before </a:t>
            </a:r>
            <a:r>
              <a:rPr lang="en-US" altLang="zh-CN" sz="1100" dirty="0">
                <a:solidFill>
                  <a:prstClr val="black"/>
                </a:solidFill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evaluating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F5B1346-777C-B974-6D63-8B147343FC11}"/>
              </a:ext>
            </a:extLst>
          </p:cNvPr>
          <p:cNvSpPr txBox="1"/>
          <p:nvPr/>
        </p:nvSpPr>
        <p:spPr>
          <a:xfrm>
            <a:off x="383931" y="3440515"/>
            <a:ext cx="21422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(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)(a/b);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B40FC3B-C1A3-5B99-1A6C-4B086C232480}"/>
              </a:ext>
            </a:extLst>
          </p:cNvPr>
          <p:cNvSpPr txBox="1"/>
          <p:nvPr/>
        </p:nvSpPr>
        <p:spPr>
          <a:xfrm>
            <a:off x="3269028" y="3218225"/>
            <a:ext cx="32041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evaluate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a/b first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: there is no decimal in integer division, and the intermediate result is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 is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then cast to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double</a:t>
            </a:r>
            <a:endParaRPr kumimoji="0" lang="zh-CN" altLang="en-US" sz="11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7EE0611-EC48-F30E-104C-880A7CED9DB5}"/>
              </a:ext>
            </a:extLst>
          </p:cNvPr>
          <p:cNvSpPr txBox="1"/>
          <p:nvPr/>
        </p:nvSpPr>
        <p:spPr>
          <a:xfrm>
            <a:off x="389797" y="4543330"/>
            <a:ext cx="21364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a/(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)b*c;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CF44BAF-3363-6F13-E3EE-E7A010663542}"/>
              </a:ext>
            </a:extLst>
          </p:cNvPr>
          <p:cNvSpPr txBox="1"/>
          <p:nvPr/>
        </p:nvSpPr>
        <p:spPr>
          <a:xfrm>
            <a:off x="2314231" y="4538346"/>
            <a:ext cx="913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3.33333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AD61A89-BF12-84BF-150D-92FF1C853794}"/>
              </a:ext>
            </a:extLst>
          </p:cNvPr>
          <p:cNvSpPr txBox="1"/>
          <p:nvPr/>
        </p:nvSpPr>
        <p:spPr>
          <a:xfrm>
            <a:off x="3289762" y="3994032"/>
            <a:ext cx="31780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First evaluate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a/(double)b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:</a:t>
            </a:r>
            <a:endParaRPr kumimoji="0" lang="en-US" altLang="zh-CN" sz="11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微软雅黑" pitchFamily="34" charset="-122"/>
              <a:cs typeface="Consolas" panose="020B0609020204030204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b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is cast to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double</a:t>
            </a: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a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is automatically type converted to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double</a:t>
            </a: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Then </a:t>
            </a:r>
            <a:r>
              <a:rPr lang="en" altLang="en-US" sz="1100" dirty="0">
                <a:solidFill>
                  <a:prstClr val="black"/>
                </a:solidFill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evaluate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 the intermediate result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1.66667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Then </a:t>
            </a:r>
            <a:r>
              <a:rPr lang="en" altLang="en-US" sz="1100" dirty="0">
                <a:solidFill>
                  <a:prstClr val="black"/>
                </a:solidFill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evaluate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1.66667*c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: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c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is automatically converted to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double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and then </a:t>
            </a:r>
            <a:r>
              <a:rPr lang="en" altLang="en-US" sz="1100" dirty="0">
                <a:solidFill>
                  <a:prstClr val="black"/>
                </a:solidFill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evaluated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9DC2490-551D-4EDE-1345-257A57029719}"/>
              </a:ext>
            </a:extLst>
          </p:cNvPr>
          <p:cNvSpPr txBox="1"/>
          <p:nvPr/>
        </p:nvSpPr>
        <p:spPr>
          <a:xfrm>
            <a:off x="341874" y="5853328"/>
            <a:ext cx="21364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cout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&lt;&lt;</a:t>
            </a: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a/b*(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)c;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6CB5616-5058-0FC6-78EA-5499EF1E412B}"/>
              </a:ext>
            </a:extLst>
          </p:cNvPr>
          <p:cNvSpPr txBox="1"/>
          <p:nvPr/>
        </p:nvSpPr>
        <p:spPr>
          <a:xfrm>
            <a:off x="2314232" y="5853327"/>
            <a:ext cx="913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5BEE3AC-F539-3571-3F5F-AFCFAB719AC2}"/>
              </a:ext>
            </a:extLst>
          </p:cNvPr>
          <p:cNvSpPr txBox="1"/>
          <p:nvPr/>
        </p:nvSpPr>
        <p:spPr>
          <a:xfrm>
            <a:off x="3269028" y="5608343"/>
            <a:ext cx="313022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Evaluate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a/b first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: there is no decimal in integer division, and the intermediate result is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Then evaluate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1*(double)c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:</a:t>
            </a:r>
            <a:endParaRPr kumimoji="0" lang="en-US" altLang="zh-CN" sz="11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微软雅黑" pitchFamily="34" charset="-122"/>
              <a:cs typeface="Consolas" panose="020B0609020204030204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c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is cast to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double</a:t>
            </a: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1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is automatically converted to </a:t>
            </a:r>
            <a:r>
              <a:rPr kumimoji="0" lang="en" altLang="zh-CN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double </a:t>
            </a:r>
            <a:r>
              <a:rPr kumimoji="0" lang="en" altLang="en-US" sz="1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anose="020B0609020204030204" pitchFamily="49" charset="0"/>
              </a:rPr>
              <a:t>before evaluating.</a:t>
            </a:r>
            <a:endParaRPr lang="zh-CN" altLang="en-US" sz="2400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42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8" grpId="0"/>
      <p:bldP spid="22" grpId="0"/>
      <p:bldP spid="26" grpId="0"/>
      <p:bldP spid="30" grpId="0"/>
      <p:bldP spid="34" grpId="0"/>
      <p:bldP spid="38" grpId="0"/>
      <p:bldP spid="42" grpId="0"/>
      <p:bldP spid="46" grpId="0"/>
      <p:bldP spid="50" grpId="0"/>
      <p:bldP spid="54" grpId="0"/>
      <p:bldP spid="58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3">
            <a:extLst>
              <a:ext uri="{FF2B5EF4-FFF2-40B4-BE49-F238E27FC236}">
                <a16:creationId xmlns:a16="http://schemas.microsoft.com/office/drawing/2014/main" id="{B3CD85D7-6B51-4988-9F06-93CDAF3FF50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Type casting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A568A6B-AA6D-4D66-9A6F-3E5DC10C2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521781"/>
              </p:ext>
            </p:extLst>
          </p:nvPr>
        </p:nvGraphicFramePr>
        <p:xfrm>
          <a:off x="362065" y="2085554"/>
          <a:ext cx="10273117" cy="4644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5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7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51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746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31891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6BCB1F6-ABD4-41D3-9D8B-5B77E022C6AF}"/>
              </a:ext>
            </a:extLst>
          </p:cNvPr>
          <p:cNvSpPr txBox="1"/>
          <p:nvPr/>
        </p:nvSpPr>
        <p:spPr>
          <a:xfrm>
            <a:off x="353564" y="1191911"/>
            <a:ext cx="10273117" cy="893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Want to evaluate the sum of three large integers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First, define 3 variables: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a=1100000000,b=1200000000,c=1300000000;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3C81B5-ECCE-5120-25E3-00DA62A32933}"/>
              </a:ext>
            </a:extLst>
          </p:cNvPr>
          <p:cNvSpPr txBox="1"/>
          <p:nvPr/>
        </p:nvSpPr>
        <p:spPr>
          <a:xfrm>
            <a:off x="353564" y="2509008"/>
            <a:ext cx="2432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&lt;&lt; 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a+b+c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55BA46-F595-60A3-262E-5944EA9AADEF}"/>
              </a:ext>
            </a:extLst>
          </p:cNvPr>
          <p:cNvSpPr txBox="1"/>
          <p:nvPr/>
        </p:nvSpPr>
        <p:spPr>
          <a:xfrm>
            <a:off x="3137535" y="2509008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3C8F92-9C37-7B4A-4516-94F00F3921D0}"/>
              </a:ext>
            </a:extLst>
          </p:cNvPr>
          <p:cNvSpPr txBox="1"/>
          <p:nvPr/>
        </p:nvSpPr>
        <p:spPr>
          <a:xfrm>
            <a:off x="4435031" y="2539787"/>
            <a:ext cx="60967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overflow</a:t>
            </a:r>
            <a:endParaRPr lang="zh-CN" altLang="en-US" sz="2800" dirty="0">
              <a:latin typeface="Aptos Display" panose="020B00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31642D4-8899-DD45-46CF-E91D42A365FA}"/>
              </a:ext>
            </a:extLst>
          </p:cNvPr>
          <p:cNvSpPr txBox="1"/>
          <p:nvPr/>
        </p:nvSpPr>
        <p:spPr>
          <a:xfrm>
            <a:off x="353563" y="3290500"/>
            <a:ext cx="2689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&lt;&lt;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(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a+b+c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2A5A992-EC25-E244-14EA-DE26E17D6F6A}"/>
              </a:ext>
            </a:extLst>
          </p:cNvPr>
          <p:cNvSpPr txBox="1"/>
          <p:nvPr/>
        </p:nvSpPr>
        <p:spPr>
          <a:xfrm>
            <a:off x="3137535" y="3289160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3600000000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9C85EC4-E0CF-5712-6E68-F9A564A974C1}"/>
              </a:ext>
            </a:extLst>
          </p:cNvPr>
          <p:cNvSpPr txBox="1"/>
          <p:nvPr/>
        </p:nvSpPr>
        <p:spPr>
          <a:xfrm>
            <a:off x="4435031" y="2822169"/>
            <a:ext cx="60967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(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) a+b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first:</a:t>
            </a:r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a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is cast to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" altLang="zh-CN" sz="120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b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is automatically type converted to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" altLang="zh-CN" sz="120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ptos Display" panose="020B0004020202020204" pitchFamily="34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Then the intermediate result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2300000000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Then evaluate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2300000000+c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is automatically converted to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and then evaluated</a:t>
            </a:r>
            <a:endParaRPr lang="zh-CN" altLang="en-US" sz="2800" dirty="0">
              <a:latin typeface="Aptos Display" panose="020B00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F8A0A73-94B2-F862-9094-CEDC142C56C3}"/>
              </a:ext>
            </a:extLst>
          </p:cNvPr>
          <p:cNvSpPr txBox="1"/>
          <p:nvPr/>
        </p:nvSpPr>
        <p:spPr>
          <a:xfrm>
            <a:off x="353564" y="4511711"/>
            <a:ext cx="2689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&lt;&lt;a+(</a:t>
            </a:r>
            <a:r>
              <a:rPr lang="en" altLang="zh-CN" sz="1200" b="1" kern="1200" noProof="0" dirty="0">
                <a:solidFill>
                  <a:srgbClr val="80808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long long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b+c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89AB1C-5669-E9F3-BD77-9C1AC3D5F47C}"/>
              </a:ext>
            </a:extLst>
          </p:cNvPr>
          <p:cNvSpPr txBox="1"/>
          <p:nvPr/>
        </p:nvSpPr>
        <p:spPr>
          <a:xfrm>
            <a:off x="3137534" y="4511711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3600000000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3A141D7-C880-186A-F8F4-8F80BDA84D94}"/>
              </a:ext>
            </a:extLst>
          </p:cNvPr>
          <p:cNvSpPr txBox="1"/>
          <p:nvPr/>
        </p:nvSpPr>
        <p:spPr>
          <a:xfrm>
            <a:off x="4435030" y="4054774"/>
            <a:ext cx="60967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a+(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)b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first:</a:t>
            </a:r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b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is cast to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" altLang="zh-CN" sz="120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a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is automatically converted to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ptos Display" panose="020B0004020202020204" pitchFamily="34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Then the intermediate result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2300000000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Then evaluate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2300000000+c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is automatically converted to </a:t>
            </a:r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 Display" panose="020B0004020202020204" pitchFamily="34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and then </a:t>
            </a: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evalua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ted</a:t>
            </a:r>
            <a:endParaRPr lang="zh-CN" altLang="en-US" sz="2800" dirty="0">
              <a:latin typeface="Aptos Display" panose="020B00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D7161A3-45BB-1BBA-BC64-E4DCEE9511AE}"/>
              </a:ext>
            </a:extLst>
          </p:cNvPr>
          <p:cNvSpPr txBox="1"/>
          <p:nvPr/>
        </p:nvSpPr>
        <p:spPr>
          <a:xfrm>
            <a:off x="353564" y="5333762"/>
            <a:ext cx="2689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&lt;&lt; 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+(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)c;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6EBAE0D-3C2A-95C8-95FD-DF176277E04F}"/>
              </a:ext>
            </a:extLst>
          </p:cNvPr>
          <p:cNvSpPr txBox="1"/>
          <p:nvPr/>
        </p:nvSpPr>
        <p:spPr>
          <a:xfrm>
            <a:off x="3137534" y="5333760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28A36CC-5EB1-F184-DA73-74C989F9527F}"/>
              </a:ext>
            </a:extLst>
          </p:cNvPr>
          <p:cNvSpPr txBox="1"/>
          <p:nvPr/>
        </p:nvSpPr>
        <p:spPr>
          <a:xfrm>
            <a:off x="4443532" y="5333760"/>
            <a:ext cx="6096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a+b </a:t>
            </a:r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first, the intermediate result overflows</a:t>
            </a:r>
            <a:endParaRPr lang="zh-CN" altLang="en-US" sz="2800" dirty="0">
              <a:latin typeface="Aptos Display" panose="020B00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D75B683-2856-6AB0-8173-C817554A90B9}"/>
              </a:ext>
            </a:extLst>
          </p:cNvPr>
          <p:cNvSpPr txBox="1"/>
          <p:nvPr/>
        </p:nvSpPr>
        <p:spPr>
          <a:xfrm>
            <a:off x="353564" y="5666089"/>
            <a:ext cx="27882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&lt;&lt;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(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a+b+c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);</a:t>
            </a:r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6D04547-A7A6-CAA2-6894-F7AD1A8D6CA9}"/>
              </a:ext>
            </a:extLst>
          </p:cNvPr>
          <p:cNvSpPr txBox="1"/>
          <p:nvPr/>
        </p:nvSpPr>
        <p:spPr>
          <a:xfrm>
            <a:off x="3137532" y="5708308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2399AC-39AD-BC79-6250-E597C718E856}"/>
              </a:ext>
            </a:extLst>
          </p:cNvPr>
          <p:cNvSpPr txBox="1"/>
          <p:nvPr/>
        </p:nvSpPr>
        <p:spPr>
          <a:xfrm>
            <a:off x="3141784" y="6040391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9CAA751-CE36-7993-B082-151667E5EABE}"/>
              </a:ext>
            </a:extLst>
          </p:cNvPr>
          <p:cNvSpPr txBox="1"/>
          <p:nvPr/>
        </p:nvSpPr>
        <p:spPr>
          <a:xfrm>
            <a:off x="3137533" y="6421414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731769F-A4A2-261F-1425-0C868309EFC2}"/>
              </a:ext>
            </a:extLst>
          </p:cNvPr>
          <p:cNvSpPr txBox="1"/>
          <p:nvPr/>
        </p:nvSpPr>
        <p:spPr>
          <a:xfrm>
            <a:off x="353564" y="6032246"/>
            <a:ext cx="26847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&lt;&lt;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(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)+c;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CDE325E-2D0F-A5E8-7F65-BFEA9BFC36F7}"/>
              </a:ext>
            </a:extLst>
          </p:cNvPr>
          <p:cNvSpPr txBox="1"/>
          <p:nvPr/>
        </p:nvSpPr>
        <p:spPr>
          <a:xfrm>
            <a:off x="353564" y="6413269"/>
            <a:ext cx="2783968" cy="28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&lt;&lt;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a+(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b+c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);</a:t>
            </a:r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34A1238-937E-138F-9CB5-CCB929DB5BE7}"/>
              </a:ext>
            </a:extLst>
          </p:cNvPr>
          <p:cNvSpPr txBox="1"/>
          <p:nvPr/>
        </p:nvSpPr>
        <p:spPr>
          <a:xfrm>
            <a:off x="4443532" y="5804588"/>
            <a:ext cx="6088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微软雅黑" pitchFamily="34" charset="-122"/>
                <a:cs typeface="Consolas" pitchFamily="49" charset="0"/>
              </a:rPr>
              <a:t>The expression in the brackets is evaluated first, and then the intermediate result is cast. However, the evaluated result of the expression in the brackets has overflowed.</a:t>
            </a:r>
            <a:endParaRPr lang="zh-CN" altLang="en-US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91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20" grpId="0"/>
      <p:bldP spid="24" grpId="0"/>
      <p:bldP spid="28" grpId="0"/>
      <p:bldP spid="29" grpId="0"/>
      <p:bldP spid="30" grpId="0"/>
      <p:bldP spid="34" grpId="0"/>
      <p:bldP spid="38" grpId="0"/>
      <p:bldP spid="42" grpId="0"/>
      <p:bldP spid="46" grpId="0"/>
      <p:bldP spid="50" grpId="0"/>
      <p:bldP spid="51" grpId="0"/>
      <p:bldP spid="52" grpId="0"/>
      <p:bldP spid="53" grpId="0"/>
      <p:bldP spid="57" grpId="0"/>
      <p:bldP spid="61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">
            <a:extLst>
              <a:ext uri="{FF2B5EF4-FFF2-40B4-BE49-F238E27FC236}">
                <a16:creationId xmlns:a16="http://schemas.microsoft.com/office/drawing/2014/main" id="{FA5DC3C6-0D0E-4E95-BFC4-A449C56B535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Commonly used functions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FC3F282-737E-4B66-A706-1C7BF9E74D13}"/>
              </a:ext>
            </a:extLst>
          </p:cNvPr>
          <p:cNvSpPr txBox="1">
            <a:spLocks/>
          </p:cNvSpPr>
          <p:nvPr/>
        </p:nvSpPr>
        <p:spPr>
          <a:xfrm>
            <a:off x="6551269" y="1261641"/>
            <a:ext cx="4476239" cy="532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en-US" sz="18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Format description</a:t>
            </a:r>
            <a:endParaRPr lang="en-US" altLang="zh-CN" sz="18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400" dirty="0">
                <a:latin typeface="Aptos Display" panose="020B0004020202020204" pitchFamily="34" charset="0"/>
                <a:ea typeface="微软雅黑" pitchFamily="34" charset="-122"/>
              </a:rPr>
              <a:t>Function name: let the function run through this name</a:t>
            </a:r>
            <a:endParaRPr lang="en-US" altLang="zh-CN" sz="1400" dirty="0">
              <a:latin typeface="Aptos Display" panose="020B0004020202020204" pitchFamily="34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400" dirty="0">
                <a:latin typeface="Aptos Display" panose="020B0004020202020204" pitchFamily="34" charset="0"/>
                <a:ea typeface="微软雅黑" pitchFamily="34" charset="-122"/>
              </a:rPr>
              <a:t>Parameter type: This type of data needs to be passed to the function to run normally</a:t>
            </a:r>
            <a:endParaRPr lang="en-US" altLang="zh-CN" sz="1400" dirty="0">
              <a:latin typeface="Aptos Display" panose="020B0004020202020204" pitchFamily="34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400" dirty="0">
                <a:latin typeface="Aptos Display" panose="020B0004020202020204" pitchFamily="34" charset="0"/>
                <a:ea typeface="微软雅黑" pitchFamily="34" charset="-122"/>
              </a:rPr>
              <a:t>Return type: After the function is run, evaluation result will be obtained. The return type refers to the data type of the result.</a:t>
            </a:r>
            <a:endParaRPr lang="en-US" altLang="zh-CN" sz="1400" dirty="0">
              <a:latin typeface="Aptos Display" panose="020B0004020202020204" pitchFamily="34" charset="0"/>
              <a:ea typeface="微软雅黑" pitchFamily="34" charset="-122"/>
            </a:endParaRPr>
          </a:p>
          <a:p>
            <a:r>
              <a:rPr lang="en" altLang="en-US" sz="1800" dirty="0">
                <a:latin typeface="Aptos Display" panose="020B0004020202020204" pitchFamily="34" charset="0"/>
                <a:ea typeface="微软雅黑" pitchFamily="34" charset="-122"/>
                <a:cs typeface="Complex" pitchFamily="2" charset="0"/>
              </a:rPr>
              <a:t>"Let the function run", the professional expression is "function call"</a:t>
            </a:r>
            <a:endParaRPr lang="en-US" altLang="zh-CN" sz="1800" dirty="0">
              <a:latin typeface="Aptos Display" panose="020B0004020202020204" pitchFamily="34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400" dirty="0">
                <a:latin typeface="Aptos Display" panose="020B0004020202020204" pitchFamily="34" charset="0"/>
                <a:ea typeface="微软雅黑" pitchFamily="34" charset="-122"/>
              </a:rPr>
              <a:t>Function call form: function name</a:t>
            </a:r>
            <a:r>
              <a:rPr lang="en" altLang="zh-CN" sz="1400" dirty="0">
                <a:latin typeface="Aptos Display" panose="020B0004020202020204" pitchFamily="34" charset="0"/>
                <a:ea typeface="微软雅黑" pitchFamily="34" charset="-122"/>
              </a:rPr>
              <a:t>( </a:t>
            </a:r>
            <a:r>
              <a:rPr lang="en" altLang="en-US" sz="1400" dirty="0">
                <a:latin typeface="Aptos Display" panose="020B0004020202020204" pitchFamily="34" charset="0"/>
                <a:ea typeface="微软雅黑" pitchFamily="34" charset="-122"/>
              </a:rPr>
              <a:t>parameter </a:t>
            </a:r>
            <a:r>
              <a:rPr lang="en" altLang="zh-CN" sz="1400" dirty="0">
                <a:latin typeface="Aptos Display" panose="020B0004020202020204" pitchFamily="34" charset="0"/>
                <a:ea typeface="微软雅黑" pitchFamily="34" charset="-122"/>
              </a:rPr>
              <a:t>)</a:t>
            </a:r>
          </a:p>
          <a:p>
            <a:pPr marL="450850" lvl="1" indent="-184150"/>
            <a:r>
              <a:rPr lang="en" altLang="en-US" sz="1400" dirty="0">
                <a:latin typeface="Aptos Display" panose="020B0004020202020204" pitchFamily="34" charset="0"/>
                <a:ea typeface="微软雅黑" pitchFamily="34" charset="-122"/>
              </a:rPr>
              <a:t>You can treat a function call as a variable</a:t>
            </a:r>
            <a:endParaRPr lang="en-US" altLang="zh-CN" sz="1400" dirty="0">
              <a:latin typeface="Aptos Display" panose="020B0004020202020204" pitchFamily="34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400" dirty="0">
                <a:latin typeface="Aptos Display" panose="020B0004020202020204" pitchFamily="34" charset="0"/>
                <a:ea typeface="微软雅黑" pitchFamily="34" charset="-122"/>
              </a:rPr>
              <a:t>Function calls can be written in expressions. Pay attention to automatic type conversion when evaluating expressions.</a:t>
            </a:r>
            <a:endParaRPr lang="en-US" altLang="zh-CN" sz="1400" dirty="0">
              <a:latin typeface="Aptos Display" panose="020B0004020202020204" pitchFamily="34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400" dirty="0">
                <a:latin typeface="Aptos Display" panose="020B0004020202020204" pitchFamily="34" charset="0"/>
                <a:ea typeface="微软雅黑" pitchFamily="34" charset="-122"/>
              </a:rPr>
              <a:t>You can also perform casting on function calls</a:t>
            </a:r>
            <a:endParaRPr lang="en-US" altLang="zh-CN" sz="1600" dirty="0">
              <a:latin typeface="Aptos Display" panose="020B0004020202020204" pitchFamily="34" charset="0"/>
              <a:ea typeface="微软雅黑" pitchFamily="34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35C6E67-20FE-44B0-AC92-B902C145B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194625"/>
              </p:ext>
            </p:extLst>
          </p:nvPr>
        </p:nvGraphicFramePr>
        <p:xfrm>
          <a:off x="341874" y="1935720"/>
          <a:ext cx="6105225" cy="2830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3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2000" dirty="0">
                          <a:latin typeface="微软雅黑" pitchFamily="34" charset="-122"/>
                          <a:ea typeface="微软雅黑" pitchFamily="34" charset="-122"/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2000" b="0" i="0" dirty="0">
                          <a:latin typeface="Aptos Display" panose="020B0004020202020204" pitchFamily="34" charset="0"/>
                          <a:ea typeface="微软雅黑" pitchFamily="34" charset="-122"/>
                        </a:rPr>
                        <a:t>illustrate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2000" dirty="0">
                          <a:latin typeface="微软雅黑" pitchFamily="34" charset="-122"/>
                          <a:ea typeface="微软雅黑" pitchFamily="34" charset="-122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ceil(double)</a:t>
                      </a:r>
                      <a:endParaRPr lang="zh-CN" altLang="en-US" sz="11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en-US" sz="11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itchFamily="34" charset="-122"/>
                          <a:cs typeface="Consolas" pitchFamily="49" charset="0"/>
                        </a:rPr>
                        <a:t>Round up (the smallest integer greater than or equal to the given number)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cout&lt;&lt;ceil(5.0/3); // </a:t>
                      </a:r>
                      <a:r>
                        <a:rPr lang="en" altLang="en-US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2 </a:t>
                      </a:r>
                      <a:br>
                        <a:rPr lang="en-US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</a:b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cout&lt;&lt;ceil(5); // </a:t>
                      </a:r>
                      <a:r>
                        <a:rPr lang="en" altLang="en-US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5</a:t>
                      </a:r>
                      <a:endParaRPr lang="zh-CN" altLang="en-US" sz="11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floor(double)</a:t>
                      </a:r>
                      <a:endParaRPr lang="zh-CN" altLang="en-US" sz="11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en-US" sz="11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itchFamily="34" charset="-122"/>
                          <a:cs typeface="Consolas" pitchFamily="49" charset="0"/>
                        </a:rPr>
                        <a:t>Round down (the largest integer less than or equal to the given number)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cout&lt;&lt;floor(5.0/3); // </a:t>
                      </a:r>
                      <a:r>
                        <a:rPr lang="en" altLang="en-US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1 </a:t>
                      </a:r>
                      <a:br>
                        <a:rPr lang="en-US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</a:b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cout&lt;&lt;floor(5); // </a:t>
                      </a:r>
                      <a:r>
                        <a:rPr lang="en" altLang="en-US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sqrt(double x)</a:t>
                      </a:r>
                      <a:endParaRPr lang="zh-CN" altLang="en-US" sz="11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itchFamily="34" charset="-122"/>
                          <a:cs typeface="Consolas" pitchFamily="49" charset="0"/>
                        </a:rPr>
                        <a:t>Find the square root of </a:t>
                      </a:r>
                      <a:r>
                        <a:rPr lang="en" altLang="zh-CN" sz="11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itchFamily="34" charset="-122"/>
                          <a:cs typeface="Consolas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" altLang="zh-CN" sz="11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// </a:t>
                      </a:r>
                      <a:r>
                        <a:rPr lang="en" altLang="en-US" sz="11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1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2.236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" altLang="zh-CN" sz="11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cout&lt;&lt;fixed&lt;&lt; </a:t>
                      </a:r>
                      <a:r>
                        <a:rPr lang="en" altLang="zh-CN" sz="1100" kern="12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setprecision </a:t>
                      </a:r>
                      <a:r>
                        <a:rPr lang="en" altLang="zh-CN" sz="11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(3)&lt;&lt;sqrt(5);</a:t>
                      </a:r>
                      <a:endParaRPr lang="zh-CN" altLang="en-US" sz="11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1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pow(double x, double y)</a:t>
                      </a:r>
                      <a:endParaRPr lang="zh-CN" altLang="en-US" sz="11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itchFamily="34" charset="-122"/>
                          <a:cs typeface="Consolas" pitchFamily="49" charset="0"/>
                        </a:rPr>
                        <a:t>Find </a:t>
                      </a:r>
                      <a:r>
                        <a:rPr lang="en" altLang="zh-CN" sz="11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itchFamily="34" charset="-122"/>
                          <a:cs typeface="Consolas" pitchFamily="49" charset="0"/>
                        </a:rPr>
                        <a:t>x </a:t>
                      </a:r>
                      <a:r>
                        <a:rPr lang="en" altLang="en-US" sz="11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itchFamily="34" charset="-122"/>
                          <a:cs typeface="Consolas" pitchFamily="49" charset="0"/>
                        </a:rPr>
                        <a:t>raised to the power of </a:t>
                      </a:r>
                      <a:r>
                        <a:rPr lang="en" altLang="zh-CN" sz="11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itchFamily="34" charset="-122"/>
                          <a:cs typeface="Consolas" pitchFamily="49" charset="0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" altLang="zh-CN" sz="11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cout&lt;&lt;pow(2,3); // </a:t>
                      </a:r>
                      <a:r>
                        <a:rPr lang="en" altLang="en-US" sz="11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1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51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96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all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43117</TotalTime>
  <Words>2208</Words>
  <Application>Microsoft Macintosh PowerPoint</Application>
  <PresentationFormat>Widescreen</PresentationFormat>
  <Paragraphs>285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微软雅黑</vt:lpstr>
      <vt:lpstr>华文楷体</vt:lpstr>
      <vt:lpstr>Aptos Display</vt:lpstr>
      <vt:lpstr>Arial</vt:lpstr>
      <vt:lpstr>Consolas</vt:lpstr>
      <vt:lpstr>Tw Cen MT</vt:lpstr>
      <vt:lpstr>电路</vt:lpstr>
      <vt:lpstr>Language Basics (2)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272</cp:revision>
  <dcterms:created xsi:type="dcterms:W3CDTF">2018-08-09T00:16:20Z</dcterms:created>
  <dcterms:modified xsi:type="dcterms:W3CDTF">2026-08-01T12:28:12Z</dcterms:modified>
</cp:coreProperties>
</file>