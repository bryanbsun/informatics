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8" r:id="rId3"/>
    <p:sldId id="357" r:id="rId4"/>
    <p:sldId id="356" r:id="rId5"/>
    <p:sldId id="347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8" r:id="rId14"/>
    <p:sldId id="332" r:id="rId15"/>
    <p:sldId id="261" r:id="rId16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337776-3D61-4B2D-B137-2EC58977D93D}" v="882" dt="2023-09-18T06:29:33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01" autoAdjust="0"/>
    <p:restoredTop sz="94660"/>
  </p:normalViewPr>
  <p:slideViewPr>
    <p:cSldViewPr snapToGrid="0">
      <p:cViewPr varScale="1">
        <p:scale>
          <a:sx n="59" d="100"/>
          <a:sy n="59" d="100"/>
        </p:scale>
        <p:origin x="21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F5337776-3D61-4B2D-B137-2EC58977D93D}"/>
    <pc:docChg chg="undo custSel modSld">
      <pc:chgData name="Bryan Sun" userId="851caa7714272873" providerId="LiveId" clId="{F5337776-3D61-4B2D-B137-2EC58977D93D}" dt="2023-09-18T06:29:33.901" v="1476" actId="20577"/>
      <pc:docMkLst>
        <pc:docMk/>
      </pc:docMkLst>
      <pc:sldChg chg="modSp mod">
        <pc:chgData name="Bryan Sun" userId="851caa7714272873" providerId="LiveId" clId="{F5337776-3D61-4B2D-B137-2EC58977D93D}" dt="2023-09-18T05:50:57.260" v="6" actId="108"/>
        <pc:sldMkLst>
          <pc:docMk/>
          <pc:sldMk cId="806275777" sldId="256"/>
        </pc:sldMkLst>
        <pc:spChg chg="mod">
          <ac:chgData name="Bryan Sun" userId="851caa7714272873" providerId="LiveId" clId="{F5337776-3D61-4B2D-B137-2EC58977D93D}" dt="2023-09-18T05:50:57.260" v="6" actId="108"/>
          <ac:spMkLst>
            <pc:docMk/>
            <pc:sldMk cId="806275777" sldId="256"/>
            <ac:spMk id="2" creationId="{00000000-0000-0000-0000-000000000000}"/>
          </ac:spMkLst>
        </pc:spChg>
      </pc:sldChg>
      <pc:sldChg chg="modSp">
        <pc:chgData name="Bryan Sun" userId="851caa7714272873" providerId="LiveId" clId="{F5337776-3D61-4B2D-B137-2EC58977D93D}" dt="2023-09-18T06:29:33.901" v="1476" actId="20577"/>
        <pc:sldMkLst>
          <pc:docMk/>
          <pc:sldMk cId="2925882288" sldId="332"/>
        </pc:sldMkLst>
        <pc:spChg chg="mod">
          <ac:chgData name="Bryan Sun" userId="851caa7714272873" providerId="LiveId" clId="{F5337776-3D61-4B2D-B137-2EC58977D93D}" dt="2023-09-18T06:29:33.901" v="1476" actId="20577"/>
          <ac:spMkLst>
            <pc:docMk/>
            <pc:sldMk cId="2925882288" sldId="332"/>
            <ac:spMk id="14" creationId="{3D736C39-A3AF-41E5-ADA7-E2E238CC430A}"/>
          </ac:spMkLst>
        </pc:spChg>
      </pc:sldChg>
      <pc:sldChg chg="modSp mod">
        <pc:chgData name="Bryan Sun" userId="851caa7714272873" providerId="LiveId" clId="{F5337776-3D61-4B2D-B137-2EC58977D93D}" dt="2023-09-18T05:59:47.807" v="253" actId="20577"/>
        <pc:sldMkLst>
          <pc:docMk/>
          <pc:sldMk cId="1638794888" sldId="347"/>
        </pc:sldMkLst>
        <pc:spChg chg="mod">
          <ac:chgData name="Bryan Sun" userId="851caa7714272873" providerId="LiveId" clId="{F5337776-3D61-4B2D-B137-2EC58977D93D}" dt="2023-09-18T05:59:47.807" v="253" actId="20577"/>
          <ac:spMkLst>
            <pc:docMk/>
            <pc:sldMk cId="1638794888" sldId="347"/>
            <ac:spMk id="7" creationId="{335E75EB-5EFD-4019-99E1-301B16240FF7}"/>
          </ac:spMkLst>
        </pc:spChg>
        <pc:spChg chg="mod">
          <ac:chgData name="Bryan Sun" userId="851caa7714272873" providerId="LiveId" clId="{F5337776-3D61-4B2D-B137-2EC58977D93D}" dt="2023-09-18T05:55:14.806" v="50" actId="1076"/>
          <ac:spMkLst>
            <pc:docMk/>
            <pc:sldMk cId="1638794888" sldId="347"/>
            <ac:spMk id="8" creationId="{6C3BA869-D015-42B2-9825-661D1347762F}"/>
          </ac:spMkLst>
        </pc:spChg>
        <pc:spChg chg="mod">
          <ac:chgData name="Bryan Sun" userId="851caa7714272873" providerId="LiveId" clId="{F5337776-3D61-4B2D-B137-2EC58977D93D}" dt="2023-09-18T05:55:19.727" v="53" actId="6549"/>
          <ac:spMkLst>
            <pc:docMk/>
            <pc:sldMk cId="1638794888" sldId="347"/>
            <ac:spMk id="9" creationId="{2EAC2677-94D5-4E16-B18E-013534F0E14E}"/>
          </ac:spMkLst>
        </pc:spChg>
        <pc:spChg chg="mod">
          <ac:chgData name="Bryan Sun" userId="851caa7714272873" providerId="LiveId" clId="{F5337776-3D61-4B2D-B137-2EC58977D93D}" dt="2023-09-18T05:56:40.766" v="75" actId="14100"/>
          <ac:spMkLst>
            <pc:docMk/>
            <pc:sldMk cId="1638794888" sldId="347"/>
            <ac:spMk id="11" creationId="{895057EE-DBCA-4631-993C-B96C69CD4017}"/>
          </ac:spMkLst>
        </pc:spChg>
      </pc:sldChg>
      <pc:sldChg chg="modSp">
        <pc:chgData name="Bryan Sun" userId="851caa7714272873" providerId="LiveId" clId="{F5337776-3D61-4B2D-B137-2EC58977D93D}" dt="2023-09-18T05:51:44.920" v="13" actId="20577"/>
        <pc:sldMkLst>
          <pc:docMk/>
          <pc:sldMk cId="276292361" sldId="348"/>
        </pc:sldMkLst>
        <pc:spChg chg="mod">
          <ac:chgData name="Bryan Sun" userId="851caa7714272873" providerId="LiveId" clId="{F5337776-3D61-4B2D-B137-2EC58977D93D}" dt="2023-09-18T05:51:39.812" v="11" actId="20577"/>
          <ac:spMkLst>
            <pc:docMk/>
            <pc:sldMk cId="276292361" sldId="348"/>
            <ac:spMk id="14" creationId="{3D736C39-A3AF-41E5-ADA7-E2E238CC430A}"/>
          </ac:spMkLst>
        </pc:spChg>
        <pc:spChg chg="mod">
          <ac:chgData name="Bryan Sun" userId="851caa7714272873" providerId="LiveId" clId="{F5337776-3D61-4B2D-B137-2EC58977D93D}" dt="2023-09-18T05:51:44.920" v="13" actId="20577"/>
          <ac:spMkLst>
            <pc:docMk/>
            <pc:sldMk cId="276292361" sldId="348"/>
            <ac:spMk id="50" creationId="{C9B607C4-4116-46D7-9176-62E25939B049}"/>
          </ac:spMkLst>
        </pc:spChg>
      </pc:sldChg>
      <pc:sldChg chg="addSp delSp modSp mod delAnim modAnim">
        <pc:chgData name="Bryan Sun" userId="851caa7714272873" providerId="LiveId" clId="{F5337776-3D61-4B2D-B137-2EC58977D93D}" dt="2023-09-18T06:00:35.331" v="255"/>
        <pc:sldMkLst>
          <pc:docMk/>
          <pc:sldMk cId="2540545285" sldId="349"/>
        </pc:sldMkLst>
        <pc:spChg chg="add mod">
          <ac:chgData name="Bryan Sun" userId="851caa7714272873" providerId="LiveId" clId="{F5337776-3D61-4B2D-B137-2EC58977D93D}" dt="2023-09-18T06:00:35.331" v="255"/>
          <ac:spMkLst>
            <pc:docMk/>
            <pc:sldMk cId="2540545285" sldId="349"/>
            <ac:spMk id="2" creationId="{6B461BEA-1310-97E5-4437-EB34D5BA233E}"/>
          </ac:spMkLst>
        </pc:spChg>
        <pc:spChg chg="del">
          <ac:chgData name="Bryan Sun" userId="851caa7714272873" providerId="LiveId" clId="{F5337776-3D61-4B2D-B137-2EC58977D93D}" dt="2023-09-18T06:00:35.068" v="254" actId="478"/>
          <ac:spMkLst>
            <pc:docMk/>
            <pc:sldMk cId="2540545285" sldId="349"/>
            <ac:spMk id="5" creationId="{0E762FCF-F59C-4AB0-9879-D1231D07CDE5}"/>
          </ac:spMkLst>
        </pc:spChg>
      </pc:sldChg>
      <pc:sldChg chg="modSp mod">
        <pc:chgData name="Bryan Sun" userId="851caa7714272873" providerId="LiveId" clId="{F5337776-3D61-4B2D-B137-2EC58977D93D}" dt="2023-09-18T06:10:44.569" v="422" actId="6549"/>
        <pc:sldMkLst>
          <pc:docMk/>
          <pc:sldMk cId="70652995" sldId="350"/>
        </pc:sldMkLst>
        <pc:spChg chg="mod">
          <ac:chgData name="Bryan Sun" userId="851caa7714272873" providerId="LiveId" clId="{F5337776-3D61-4B2D-B137-2EC58977D93D}" dt="2023-09-18T06:06:09.147" v="320" actId="404"/>
          <ac:spMkLst>
            <pc:docMk/>
            <pc:sldMk cId="70652995" sldId="350"/>
            <ac:spMk id="4" creationId="{71DDCD9B-6717-4189-9FDE-594D47BEA958}"/>
          </ac:spMkLst>
        </pc:spChg>
        <pc:spChg chg="mod">
          <ac:chgData name="Bryan Sun" userId="851caa7714272873" providerId="LiveId" clId="{F5337776-3D61-4B2D-B137-2EC58977D93D}" dt="2023-09-18T06:01:56.431" v="262" actId="14100"/>
          <ac:spMkLst>
            <pc:docMk/>
            <pc:sldMk cId="70652995" sldId="350"/>
            <ac:spMk id="5" creationId="{0E762FCF-F59C-4AB0-9879-D1231D07CDE5}"/>
          </ac:spMkLst>
        </pc:spChg>
        <pc:spChg chg="mod">
          <ac:chgData name="Bryan Sun" userId="851caa7714272873" providerId="LiveId" clId="{F5337776-3D61-4B2D-B137-2EC58977D93D}" dt="2023-09-18T06:06:56.204" v="364" actId="20577"/>
          <ac:spMkLst>
            <pc:docMk/>
            <pc:sldMk cId="70652995" sldId="350"/>
            <ac:spMk id="6" creationId="{84DEEA64-85F0-475B-AF82-77BDEEA42804}"/>
          </ac:spMkLst>
        </pc:spChg>
        <pc:spChg chg="mod">
          <ac:chgData name="Bryan Sun" userId="851caa7714272873" providerId="LiveId" clId="{F5337776-3D61-4B2D-B137-2EC58977D93D}" dt="2023-09-18T06:06:09.147" v="320" actId="404"/>
          <ac:spMkLst>
            <pc:docMk/>
            <pc:sldMk cId="70652995" sldId="350"/>
            <ac:spMk id="7" creationId="{8AF009F5-DDDF-4F3E-9C3D-19B0839BB766}"/>
          </ac:spMkLst>
        </pc:spChg>
        <pc:spChg chg="mod">
          <ac:chgData name="Bryan Sun" userId="851caa7714272873" providerId="LiveId" clId="{F5337776-3D61-4B2D-B137-2EC58977D93D}" dt="2023-09-18T06:01:01.557" v="257" actId="404"/>
          <ac:spMkLst>
            <pc:docMk/>
            <pc:sldMk cId="70652995" sldId="350"/>
            <ac:spMk id="10" creationId="{B170A928-30E2-472E-8D40-11005315FF69}"/>
          </ac:spMkLst>
        </pc:spChg>
        <pc:spChg chg="mod">
          <ac:chgData name="Bryan Sun" userId="851caa7714272873" providerId="LiveId" clId="{F5337776-3D61-4B2D-B137-2EC58977D93D}" dt="2023-09-18T06:07:09.037" v="366" actId="14100"/>
          <ac:spMkLst>
            <pc:docMk/>
            <pc:sldMk cId="70652995" sldId="350"/>
            <ac:spMk id="12" creationId="{748C088F-D247-4961-B039-7EEB00CE0FB2}"/>
          </ac:spMkLst>
        </pc:spChg>
        <pc:spChg chg="mod">
          <ac:chgData name="Bryan Sun" userId="851caa7714272873" providerId="LiveId" clId="{F5337776-3D61-4B2D-B137-2EC58977D93D}" dt="2023-09-18T06:02:24.998" v="285" actId="6549"/>
          <ac:spMkLst>
            <pc:docMk/>
            <pc:sldMk cId="70652995" sldId="350"/>
            <ac:spMk id="13" creationId="{C68AB53D-9661-4594-8F1D-BAD39821A3BB}"/>
          </ac:spMkLst>
        </pc:spChg>
        <pc:spChg chg="mod">
          <ac:chgData name="Bryan Sun" userId="851caa7714272873" providerId="LiveId" clId="{F5337776-3D61-4B2D-B137-2EC58977D93D}" dt="2023-09-18T06:06:09.147" v="320" actId="404"/>
          <ac:spMkLst>
            <pc:docMk/>
            <pc:sldMk cId="70652995" sldId="350"/>
            <ac:spMk id="14" creationId="{3D736C39-A3AF-41E5-ADA7-E2E238CC430A}"/>
          </ac:spMkLst>
        </pc:spChg>
        <pc:spChg chg="mod">
          <ac:chgData name="Bryan Sun" userId="851caa7714272873" providerId="LiveId" clId="{F5337776-3D61-4B2D-B137-2EC58977D93D}" dt="2023-09-18T06:01:32.373" v="261" actId="20577"/>
          <ac:spMkLst>
            <pc:docMk/>
            <pc:sldMk cId="70652995" sldId="350"/>
            <ac:spMk id="15" creationId="{11FCE9B9-13F1-42E2-9E72-958170BDB44C}"/>
          </ac:spMkLst>
        </pc:spChg>
        <pc:spChg chg="mod">
          <ac:chgData name="Bryan Sun" userId="851caa7714272873" providerId="LiveId" clId="{F5337776-3D61-4B2D-B137-2EC58977D93D}" dt="2023-09-18T06:06:34.694" v="339" actId="404"/>
          <ac:spMkLst>
            <pc:docMk/>
            <pc:sldMk cId="70652995" sldId="350"/>
            <ac:spMk id="16" creationId="{E456BB75-3A2C-47B2-BE7D-83E98A79D323}"/>
          </ac:spMkLst>
        </pc:spChg>
        <pc:spChg chg="mod">
          <ac:chgData name="Bryan Sun" userId="851caa7714272873" providerId="LiveId" clId="{F5337776-3D61-4B2D-B137-2EC58977D93D}" dt="2023-09-18T06:06:45.773" v="340" actId="1076"/>
          <ac:spMkLst>
            <pc:docMk/>
            <pc:sldMk cId="70652995" sldId="350"/>
            <ac:spMk id="18" creationId="{D21C3C4D-CCF1-4517-8012-B7E5CCFEB566}"/>
          </ac:spMkLst>
        </pc:spChg>
        <pc:spChg chg="mod">
          <ac:chgData name="Bryan Sun" userId="851caa7714272873" providerId="LiveId" clId="{F5337776-3D61-4B2D-B137-2EC58977D93D}" dt="2023-09-18T06:06:28.753" v="338" actId="1037"/>
          <ac:spMkLst>
            <pc:docMk/>
            <pc:sldMk cId="70652995" sldId="350"/>
            <ac:spMk id="19" creationId="{97F0D443-9DDD-4354-9C92-49DB9D45013F}"/>
          </ac:spMkLst>
        </pc:spChg>
        <pc:spChg chg="mod">
          <ac:chgData name="Bryan Sun" userId="851caa7714272873" providerId="LiveId" clId="{F5337776-3D61-4B2D-B137-2EC58977D93D}" dt="2023-09-18T06:06:09.147" v="320" actId="404"/>
          <ac:spMkLst>
            <pc:docMk/>
            <pc:sldMk cId="70652995" sldId="350"/>
            <ac:spMk id="20" creationId="{8E593448-E436-42DF-8AEE-B77BD78661D2}"/>
          </ac:spMkLst>
        </pc:spChg>
        <pc:spChg chg="mod">
          <ac:chgData name="Bryan Sun" userId="851caa7714272873" providerId="LiveId" clId="{F5337776-3D61-4B2D-B137-2EC58977D93D}" dt="2023-09-18T06:10:44.569" v="422" actId="6549"/>
          <ac:spMkLst>
            <pc:docMk/>
            <pc:sldMk cId="70652995" sldId="350"/>
            <ac:spMk id="23" creationId="{41496203-5057-4652-8D82-F92EB5797D81}"/>
          </ac:spMkLst>
        </pc:spChg>
        <pc:spChg chg="mod">
          <ac:chgData name="Bryan Sun" userId="851caa7714272873" providerId="LiveId" clId="{F5337776-3D61-4B2D-B137-2EC58977D93D}" dt="2023-09-18T06:07:19.044" v="368" actId="1076"/>
          <ac:spMkLst>
            <pc:docMk/>
            <pc:sldMk cId="70652995" sldId="350"/>
            <ac:spMk id="24" creationId="{49069B6C-DD45-481B-9BBA-E041AAAC0699}"/>
          </ac:spMkLst>
        </pc:spChg>
        <pc:graphicFrameChg chg="modGraphic">
          <ac:chgData name="Bryan Sun" userId="851caa7714272873" providerId="LiveId" clId="{F5337776-3D61-4B2D-B137-2EC58977D93D}" dt="2023-09-18T06:07:24.989" v="369" actId="404"/>
          <ac:graphicFrameMkLst>
            <pc:docMk/>
            <pc:sldMk cId="70652995" sldId="350"/>
            <ac:graphicFrameMk id="29" creationId="{A95AA777-D4C6-437C-BBA7-BA4DC2CF3DDD}"/>
          </ac:graphicFrameMkLst>
        </pc:graphicFrameChg>
      </pc:sldChg>
      <pc:sldChg chg="delSp modSp mod delAnim">
        <pc:chgData name="Bryan Sun" userId="851caa7714272873" providerId="LiveId" clId="{F5337776-3D61-4B2D-B137-2EC58977D93D}" dt="2023-09-18T06:10:33.649" v="414" actId="6549"/>
        <pc:sldMkLst>
          <pc:docMk/>
          <pc:sldMk cId="3027757828" sldId="351"/>
        </pc:sldMkLst>
        <pc:spChg chg="mod">
          <ac:chgData name="Bryan Sun" userId="851caa7714272873" providerId="LiveId" clId="{F5337776-3D61-4B2D-B137-2EC58977D93D}" dt="2023-09-18T06:08:10.485" v="371" actId="404"/>
          <ac:spMkLst>
            <pc:docMk/>
            <pc:sldMk cId="3027757828" sldId="351"/>
            <ac:spMk id="7" creationId="{158413A5-F60C-4FEC-9A6B-1402A06E450E}"/>
          </ac:spMkLst>
        </pc:spChg>
        <pc:spChg chg="mod">
          <ac:chgData name="Bryan Sun" userId="851caa7714272873" providerId="LiveId" clId="{F5337776-3D61-4B2D-B137-2EC58977D93D}" dt="2023-09-18T06:09:28.081" v="394" actId="6549"/>
          <ac:spMkLst>
            <pc:docMk/>
            <pc:sldMk cId="3027757828" sldId="351"/>
            <ac:spMk id="8" creationId="{753F1AC2-A06B-47C1-B683-3B3DA3BF2FA9}"/>
          </ac:spMkLst>
        </pc:spChg>
        <pc:spChg chg="mod">
          <ac:chgData name="Bryan Sun" userId="851caa7714272873" providerId="LiveId" clId="{F5337776-3D61-4B2D-B137-2EC58977D93D}" dt="2023-09-18T06:08:26.733" v="377" actId="14100"/>
          <ac:spMkLst>
            <pc:docMk/>
            <pc:sldMk cId="3027757828" sldId="351"/>
            <ac:spMk id="9" creationId="{82338D40-F832-4471-A1A1-0F359FB6F50C}"/>
          </ac:spMkLst>
        </pc:spChg>
        <pc:spChg chg="mod">
          <ac:chgData name="Bryan Sun" userId="851caa7714272873" providerId="LiveId" clId="{F5337776-3D61-4B2D-B137-2EC58977D93D}" dt="2023-09-18T06:10:24.272" v="405" actId="14100"/>
          <ac:spMkLst>
            <pc:docMk/>
            <pc:sldMk cId="3027757828" sldId="351"/>
            <ac:spMk id="10" creationId="{58B894EC-1823-4CF3-8DEA-FEA464447023}"/>
          </ac:spMkLst>
        </pc:spChg>
        <pc:spChg chg="mod">
          <ac:chgData name="Bryan Sun" userId="851caa7714272873" providerId="LiveId" clId="{F5337776-3D61-4B2D-B137-2EC58977D93D}" dt="2023-09-18T06:10:27.443" v="406" actId="1076"/>
          <ac:spMkLst>
            <pc:docMk/>
            <pc:sldMk cId="3027757828" sldId="351"/>
            <ac:spMk id="11" creationId="{8FD77C2A-788A-4436-B2B4-F98C2C1B3DB4}"/>
          </ac:spMkLst>
        </pc:spChg>
        <pc:spChg chg="mod">
          <ac:chgData name="Bryan Sun" userId="851caa7714272873" providerId="LiveId" clId="{F5337776-3D61-4B2D-B137-2EC58977D93D}" dt="2023-09-18T06:10:33.649" v="414" actId="6549"/>
          <ac:spMkLst>
            <pc:docMk/>
            <pc:sldMk cId="3027757828" sldId="351"/>
            <ac:spMk id="13" creationId="{50B40165-3ED8-46A4-B419-A37780BAC9D5}"/>
          </ac:spMkLst>
        </pc:spChg>
        <pc:spChg chg="mod">
          <ac:chgData name="Bryan Sun" userId="851caa7714272873" providerId="LiveId" clId="{F5337776-3D61-4B2D-B137-2EC58977D93D}" dt="2023-09-18T06:09:24.765" v="393" actId="6549"/>
          <ac:spMkLst>
            <pc:docMk/>
            <pc:sldMk cId="3027757828" sldId="351"/>
            <ac:spMk id="14" creationId="{3D736C39-A3AF-41E5-ADA7-E2E238CC430A}"/>
          </ac:spMkLst>
        </pc:spChg>
        <pc:spChg chg="mod">
          <ac:chgData name="Bryan Sun" userId="851caa7714272873" providerId="LiveId" clId="{F5337776-3D61-4B2D-B137-2EC58977D93D}" dt="2023-09-18T06:09:58" v="400" actId="1076"/>
          <ac:spMkLst>
            <pc:docMk/>
            <pc:sldMk cId="3027757828" sldId="351"/>
            <ac:spMk id="15" creationId="{9C57B736-0408-4EA1-87E3-8201179FCF05}"/>
          </ac:spMkLst>
        </pc:spChg>
        <pc:spChg chg="mod">
          <ac:chgData name="Bryan Sun" userId="851caa7714272873" providerId="LiveId" clId="{F5337776-3D61-4B2D-B137-2EC58977D93D}" dt="2023-09-18T06:08:51.288" v="385" actId="1076"/>
          <ac:spMkLst>
            <pc:docMk/>
            <pc:sldMk cId="3027757828" sldId="351"/>
            <ac:spMk id="18" creationId="{3EA71A14-633A-4D93-9054-FD976C1583F5}"/>
          </ac:spMkLst>
        </pc:spChg>
        <pc:graphicFrameChg chg="del">
          <ac:chgData name="Bryan Sun" userId="851caa7714272873" providerId="LiveId" clId="{F5337776-3D61-4B2D-B137-2EC58977D93D}" dt="2023-09-18T06:10:12.343" v="404" actId="478"/>
          <ac:graphicFrameMkLst>
            <pc:docMk/>
            <pc:sldMk cId="3027757828" sldId="351"/>
            <ac:graphicFrameMk id="16" creationId="{646E5EDC-6DF7-4B26-8EE7-6FA656096933}"/>
          </ac:graphicFrameMkLst>
        </pc:graphicFrameChg>
        <pc:graphicFrameChg chg="modGraphic">
          <ac:chgData name="Bryan Sun" userId="851caa7714272873" providerId="LiveId" clId="{F5337776-3D61-4B2D-B137-2EC58977D93D}" dt="2023-09-18T06:10:08.992" v="403" actId="14100"/>
          <ac:graphicFrameMkLst>
            <pc:docMk/>
            <pc:sldMk cId="3027757828" sldId="351"/>
            <ac:graphicFrameMk id="17" creationId="{BB5AF028-C5E5-4D10-A4C2-18007EA173D1}"/>
          </ac:graphicFrameMkLst>
        </pc:graphicFrameChg>
      </pc:sldChg>
      <pc:sldChg chg="modSp mod">
        <pc:chgData name="Bryan Sun" userId="851caa7714272873" providerId="LiveId" clId="{F5337776-3D61-4B2D-B137-2EC58977D93D}" dt="2023-09-18T06:15:49.608" v="573" actId="6549"/>
        <pc:sldMkLst>
          <pc:docMk/>
          <pc:sldMk cId="3052931176" sldId="352"/>
        </pc:sldMkLst>
        <pc:spChg chg="mod">
          <ac:chgData name="Bryan Sun" userId="851caa7714272873" providerId="LiveId" clId="{F5337776-3D61-4B2D-B137-2EC58977D93D}" dt="2023-09-18T06:15:49.608" v="573" actId="6549"/>
          <ac:spMkLst>
            <pc:docMk/>
            <pc:sldMk cId="3052931176" sldId="352"/>
            <ac:spMk id="6" creationId="{8B83F9DB-42A3-46ED-A4A8-B6DA41976A4C}"/>
          </ac:spMkLst>
        </pc:spChg>
        <pc:spChg chg="mod">
          <ac:chgData name="Bryan Sun" userId="851caa7714272873" providerId="LiveId" clId="{F5337776-3D61-4B2D-B137-2EC58977D93D}" dt="2023-09-18T06:11:08.589" v="426" actId="1076"/>
          <ac:spMkLst>
            <pc:docMk/>
            <pc:sldMk cId="3052931176" sldId="352"/>
            <ac:spMk id="7" creationId="{D34C3890-FBC9-4DC7-9887-F3F9BAD30EDE}"/>
          </ac:spMkLst>
        </pc:spChg>
        <pc:spChg chg="mod">
          <ac:chgData name="Bryan Sun" userId="851caa7714272873" providerId="LiveId" clId="{F5337776-3D61-4B2D-B137-2EC58977D93D}" dt="2023-09-18T06:15:42.276" v="565" actId="20577"/>
          <ac:spMkLst>
            <pc:docMk/>
            <pc:sldMk cId="3052931176" sldId="352"/>
            <ac:spMk id="10" creationId="{EE27C311-56E2-4FFD-93B2-25B965D618F3}"/>
          </ac:spMkLst>
        </pc:spChg>
        <pc:spChg chg="mod">
          <ac:chgData name="Bryan Sun" userId="851caa7714272873" providerId="LiveId" clId="{F5337776-3D61-4B2D-B137-2EC58977D93D}" dt="2023-09-18T06:11:55.431" v="442" actId="14100"/>
          <ac:spMkLst>
            <pc:docMk/>
            <pc:sldMk cId="3052931176" sldId="352"/>
            <ac:spMk id="14" creationId="{3D736C39-A3AF-41E5-ADA7-E2E238CC430A}"/>
          </ac:spMkLst>
        </pc:spChg>
        <pc:spChg chg="mod">
          <ac:chgData name="Bryan Sun" userId="851caa7714272873" providerId="LiveId" clId="{F5337776-3D61-4B2D-B137-2EC58977D93D}" dt="2023-09-18T06:12:32.479" v="483" actId="20577"/>
          <ac:spMkLst>
            <pc:docMk/>
            <pc:sldMk cId="3052931176" sldId="352"/>
            <ac:spMk id="65" creationId="{EAEBD838-4BEE-4DB9-AD80-97C80FAD6C14}"/>
          </ac:spMkLst>
        </pc:spChg>
        <pc:picChg chg="mod">
          <ac:chgData name="Bryan Sun" userId="851caa7714272873" providerId="LiveId" clId="{F5337776-3D61-4B2D-B137-2EC58977D93D}" dt="2023-09-18T06:11:13.702" v="427" actId="1076"/>
          <ac:picMkLst>
            <pc:docMk/>
            <pc:sldMk cId="3052931176" sldId="352"/>
            <ac:picMk id="3" creationId="{67D69A63-152F-4019-8DB6-3E2A8523150E}"/>
          </ac:picMkLst>
        </pc:picChg>
      </pc:sldChg>
      <pc:sldChg chg="modSp mod">
        <pc:chgData name="Bryan Sun" userId="851caa7714272873" providerId="LiveId" clId="{F5337776-3D61-4B2D-B137-2EC58977D93D}" dt="2023-09-18T06:16:42.059" v="619" actId="6549"/>
        <pc:sldMkLst>
          <pc:docMk/>
          <pc:sldMk cId="1500359789" sldId="353"/>
        </pc:sldMkLst>
        <pc:spChg chg="mod">
          <ac:chgData name="Bryan Sun" userId="851caa7714272873" providerId="LiveId" clId="{F5337776-3D61-4B2D-B137-2EC58977D93D}" dt="2023-09-18T06:14:25.271" v="544" actId="14100"/>
          <ac:spMkLst>
            <pc:docMk/>
            <pc:sldMk cId="1500359789" sldId="353"/>
            <ac:spMk id="6" creationId="{63577FD6-BC9E-4D01-8F9A-A65A15262712}"/>
          </ac:spMkLst>
        </pc:spChg>
        <pc:spChg chg="mod">
          <ac:chgData name="Bryan Sun" userId="851caa7714272873" providerId="LiveId" clId="{F5337776-3D61-4B2D-B137-2EC58977D93D}" dt="2023-09-18T06:12:24.040" v="464" actId="20577"/>
          <ac:spMkLst>
            <pc:docMk/>
            <pc:sldMk cId="1500359789" sldId="353"/>
            <ac:spMk id="8" creationId="{48102DA5-8D97-40E3-9E1C-F49BABC8FF0B}"/>
          </ac:spMkLst>
        </pc:spChg>
        <pc:spChg chg="mod">
          <ac:chgData name="Bryan Sun" userId="851caa7714272873" providerId="LiveId" clId="{F5337776-3D61-4B2D-B137-2EC58977D93D}" dt="2023-09-18T06:12:47.524" v="484" actId="404"/>
          <ac:spMkLst>
            <pc:docMk/>
            <pc:sldMk cId="1500359789" sldId="353"/>
            <ac:spMk id="9" creationId="{FB111927-CC87-40B7-AD2C-3E7B22D5EB47}"/>
          </ac:spMkLst>
        </pc:spChg>
        <pc:spChg chg="mod">
          <ac:chgData name="Bryan Sun" userId="851caa7714272873" providerId="LiveId" clId="{F5337776-3D61-4B2D-B137-2EC58977D93D}" dt="2023-09-18T06:14:34.862" v="546" actId="14100"/>
          <ac:spMkLst>
            <pc:docMk/>
            <pc:sldMk cId="1500359789" sldId="353"/>
            <ac:spMk id="10" creationId="{29C3F236-DCF8-4A6A-8997-9F8002CA4EDC}"/>
          </ac:spMkLst>
        </pc:spChg>
        <pc:spChg chg="mod">
          <ac:chgData name="Bryan Sun" userId="851caa7714272873" providerId="LiveId" clId="{F5337776-3D61-4B2D-B137-2EC58977D93D}" dt="2023-09-18T06:16:42.059" v="619" actId="6549"/>
          <ac:spMkLst>
            <pc:docMk/>
            <pc:sldMk cId="1500359789" sldId="353"/>
            <ac:spMk id="11" creationId="{43F6D115-E7D3-4797-A3D8-E324BCD39EC3}"/>
          </ac:spMkLst>
        </pc:spChg>
        <pc:spChg chg="mod">
          <ac:chgData name="Bryan Sun" userId="851caa7714272873" providerId="LiveId" clId="{F5337776-3D61-4B2D-B137-2EC58977D93D}" dt="2023-09-18T06:14:55.352" v="549" actId="1076"/>
          <ac:spMkLst>
            <pc:docMk/>
            <pc:sldMk cId="1500359789" sldId="353"/>
            <ac:spMk id="12" creationId="{915F193F-F727-4686-AC5B-64D055579D9A}"/>
          </ac:spMkLst>
        </pc:spChg>
        <pc:spChg chg="mod">
          <ac:chgData name="Bryan Sun" userId="851caa7714272873" providerId="LiveId" clId="{F5337776-3D61-4B2D-B137-2EC58977D93D}" dt="2023-09-18T06:15:18.168" v="564" actId="20577"/>
          <ac:spMkLst>
            <pc:docMk/>
            <pc:sldMk cId="1500359789" sldId="353"/>
            <ac:spMk id="13" creationId="{D9D58A82-CD15-4E46-A82D-D8955A9ED390}"/>
          </ac:spMkLst>
        </pc:spChg>
        <pc:spChg chg="mod">
          <ac:chgData name="Bryan Sun" userId="851caa7714272873" providerId="LiveId" clId="{F5337776-3D61-4B2D-B137-2EC58977D93D}" dt="2023-09-18T06:13:56.559" v="525" actId="6549"/>
          <ac:spMkLst>
            <pc:docMk/>
            <pc:sldMk cId="1500359789" sldId="353"/>
            <ac:spMk id="14" creationId="{3D736C39-A3AF-41E5-ADA7-E2E238CC430A}"/>
          </ac:spMkLst>
        </pc:spChg>
        <pc:spChg chg="mod">
          <ac:chgData name="Bryan Sun" userId="851caa7714272873" providerId="LiveId" clId="{F5337776-3D61-4B2D-B137-2EC58977D93D}" dt="2023-09-18T06:15:13.801" v="560" actId="6549"/>
          <ac:spMkLst>
            <pc:docMk/>
            <pc:sldMk cId="1500359789" sldId="353"/>
            <ac:spMk id="15" creationId="{FB5ED684-1E22-4B02-BBDB-BDC405B5509F}"/>
          </ac:spMkLst>
        </pc:spChg>
      </pc:sldChg>
      <pc:sldChg chg="modSp mod">
        <pc:chgData name="Bryan Sun" userId="851caa7714272873" providerId="LiveId" clId="{F5337776-3D61-4B2D-B137-2EC58977D93D}" dt="2023-09-18T06:18:49.602" v="734" actId="20577"/>
        <pc:sldMkLst>
          <pc:docMk/>
          <pc:sldMk cId="3051625851" sldId="354"/>
        </pc:sldMkLst>
        <pc:spChg chg="mod">
          <ac:chgData name="Bryan Sun" userId="851caa7714272873" providerId="LiveId" clId="{F5337776-3D61-4B2D-B137-2EC58977D93D}" dt="2023-09-18T06:17:26.800" v="663" actId="404"/>
          <ac:spMkLst>
            <pc:docMk/>
            <pc:sldMk cId="3051625851" sldId="354"/>
            <ac:spMk id="9" creationId="{5FDDAFC8-0CAA-452E-A2F2-19BB8BC3142F}"/>
          </ac:spMkLst>
        </pc:spChg>
        <pc:spChg chg="mod">
          <ac:chgData name="Bryan Sun" userId="851caa7714272873" providerId="LiveId" clId="{F5337776-3D61-4B2D-B137-2EC58977D93D}" dt="2023-09-18T06:18:37.332" v="720" actId="14100"/>
          <ac:spMkLst>
            <pc:docMk/>
            <pc:sldMk cId="3051625851" sldId="354"/>
            <ac:spMk id="10" creationId="{F2412CC9-1235-477A-B7A8-539082DC456A}"/>
          </ac:spMkLst>
        </pc:spChg>
        <pc:spChg chg="mod">
          <ac:chgData name="Bryan Sun" userId="851caa7714272873" providerId="LiveId" clId="{F5337776-3D61-4B2D-B137-2EC58977D93D}" dt="2023-09-18T06:18:49.602" v="734" actId="20577"/>
          <ac:spMkLst>
            <pc:docMk/>
            <pc:sldMk cId="3051625851" sldId="354"/>
            <ac:spMk id="12" creationId="{108E6170-B73C-4058-AD1D-04A12A9F3292}"/>
          </ac:spMkLst>
        </pc:spChg>
      </pc:sldChg>
      <pc:sldChg chg="modSp mod">
        <pc:chgData name="Bryan Sun" userId="851caa7714272873" providerId="LiveId" clId="{F5337776-3D61-4B2D-B137-2EC58977D93D}" dt="2023-09-18T06:25:01.109" v="1297" actId="20577"/>
        <pc:sldMkLst>
          <pc:docMk/>
          <pc:sldMk cId="3142380912" sldId="355"/>
        </pc:sldMkLst>
        <pc:spChg chg="mod">
          <ac:chgData name="Bryan Sun" userId="851caa7714272873" providerId="LiveId" clId="{F5337776-3D61-4B2D-B137-2EC58977D93D}" dt="2023-09-18T06:24:41.398" v="1245" actId="6549"/>
          <ac:spMkLst>
            <pc:docMk/>
            <pc:sldMk cId="3142380912" sldId="355"/>
            <ac:spMk id="2" creationId="{3F1D5103-D675-45F4-BBD9-D7FB55BCCA61}"/>
          </ac:spMkLst>
        </pc:spChg>
        <pc:spChg chg="mod">
          <ac:chgData name="Bryan Sun" userId="851caa7714272873" providerId="LiveId" clId="{F5337776-3D61-4B2D-B137-2EC58977D93D}" dt="2023-09-18T06:25:01.109" v="1297" actId="20577"/>
          <ac:spMkLst>
            <pc:docMk/>
            <pc:sldMk cId="3142380912" sldId="355"/>
            <ac:spMk id="10" creationId="{0D968ECC-5985-44C2-B349-38A324CE82D2}"/>
          </ac:spMkLst>
        </pc:spChg>
        <pc:spChg chg="mod">
          <ac:chgData name="Bryan Sun" userId="851caa7714272873" providerId="LiveId" clId="{F5337776-3D61-4B2D-B137-2EC58977D93D}" dt="2023-09-18T06:24:09.185" v="1183" actId="20577"/>
          <ac:spMkLst>
            <pc:docMk/>
            <pc:sldMk cId="3142380912" sldId="355"/>
            <ac:spMk id="14" creationId="{8B567AC1-0B2C-451E-90C5-D2A4C3CE8193}"/>
          </ac:spMkLst>
        </pc:spChg>
        <pc:spChg chg="mod">
          <ac:chgData name="Bryan Sun" userId="851caa7714272873" providerId="LiveId" clId="{F5337776-3D61-4B2D-B137-2EC58977D93D}" dt="2023-09-18T06:22:19.748" v="1050" actId="6549"/>
          <ac:spMkLst>
            <pc:docMk/>
            <pc:sldMk cId="3142380912" sldId="355"/>
            <ac:spMk id="15" creationId="{251BB390-677A-4E17-A572-CF9C11838757}"/>
          </ac:spMkLst>
        </pc:spChg>
      </pc:sldChg>
      <pc:sldChg chg="modSp mod">
        <pc:chgData name="Bryan Sun" userId="851caa7714272873" providerId="LiveId" clId="{F5337776-3D61-4B2D-B137-2EC58977D93D}" dt="2023-09-18T05:54:18.519" v="41" actId="14100"/>
        <pc:sldMkLst>
          <pc:docMk/>
          <pc:sldMk cId="3857623602" sldId="356"/>
        </pc:sldMkLst>
        <pc:spChg chg="mod">
          <ac:chgData name="Bryan Sun" userId="851caa7714272873" providerId="LiveId" clId="{F5337776-3D61-4B2D-B137-2EC58977D93D}" dt="2023-09-18T05:53:37.934" v="23" actId="1076"/>
          <ac:spMkLst>
            <pc:docMk/>
            <pc:sldMk cId="3857623602" sldId="356"/>
            <ac:spMk id="2" creationId="{DE50E608-762A-4FED-8017-F6B67B1E9242}"/>
          </ac:spMkLst>
        </pc:spChg>
        <pc:spChg chg="mod">
          <ac:chgData name="Bryan Sun" userId="851caa7714272873" providerId="LiveId" clId="{F5337776-3D61-4B2D-B137-2EC58977D93D}" dt="2023-09-18T05:54:11.941" v="40" actId="948"/>
          <ac:spMkLst>
            <pc:docMk/>
            <pc:sldMk cId="3857623602" sldId="356"/>
            <ac:spMk id="14" creationId="{3D736C39-A3AF-41E5-ADA7-E2E238CC430A}"/>
          </ac:spMkLst>
        </pc:spChg>
        <pc:spChg chg="mod">
          <ac:chgData name="Bryan Sun" userId="851caa7714272873" providerId="LiveId" clId="{F5337776-3D61-4B2D-B137-2EC58977D93D}" dt="2023-09-18T05:54:11.941" v="40" actId="948"/>
          <ac:spMkLst>
            <pc:docMk/>
            <pc:sldMk cId="3857623602" sldId="356"/>
            <ac:spMk id="20" creationId="{1A6C02E7-0526-4CD9-8F18-19FF4C575BB8}"/>
          </ac:spMkLst>
        </pc:spChg>
        <pc:spChg chg="mod">
          <ac:chgData name="Bryan Sun" userId="851caa7714272873" providerId="LiveId" clId="{F5337776-3D61-4B2D-B137-2EC58977D93D}" dt="2023-09-18T05:53:57.976" v="39" actId="20577"/>
          <ac:spMkLst>
            <pc:docMk/>
            <pc:sldMk cId="3857623602" sldId="356"/>
            <ac:spMk id="21" creationId="{9F6812A5-0886-4007-B93C-739BE4361036}"/>
          </ac:spMkLst>
        </pc:spChg>
        <pc:graphicFrameChg chg="modGraphic">
          <ac:chgData name="Bryan Sun" userId="851caa7714272873" providerId="LiveId" clId="{F5337776-3D61-4B2D-B137-2EC58977D93D}" dt="2023-09-18T05:54:18.519" v="41" actId="14100"/>
          <ac:graphicFrameMkLst>
            <pc:docMk/>
            <pc:sldMk cId="3857623602" sldId="356"/>
            <ac:graphicFrameMk id="3" creationId="{4B538860-7FBA-4FD7-A6A4-38E5322AFCE4}"/>
          </ac:graphicFrameMkLst>
        </pc:graphicFrameChg>
      </pc:sldChg>
      <pc:sldChg chg="modSp">
        <pc:chgData name="Bryan Sun" userId="851caa7714272873" providerId="LiveId" clId="{F5337776-3D61-4B2D-B137-2EC58977D93D}" dt="2023-09-18T05:52:09.996" v="14" actId="20577"/>
        <pc:sldMkLst>
          <pc:docMk/>
          <pc:sldMk cId="2506425575" sldId="357"/>
        </pc:sldMkLst>
        <pc:spChg chg="mod">
          <ac:chgData name="Bryan Sun" userId="851caa7714272873" providerId="LiveId" clId="{F5337776-3D61-4B2D-B137-2EC58977D93D}" dt="2023-09-18T05:52:09.996" v="14" actId="20577"/>
          <ac:spMkLst>
            <pc:docMk/>
            <pc:sldMk cId="2506425575" sldId="357"/>
            <ac:spMk id="20" creationId="{1A6C02E7-0526-4CD9-8F18-19FF4C575BB8}"/>
          </ac:spMkLst>
        </pc:spChg>
      </pc:sldChg>
      <pc:sldChg chg="modSp mod">
        <pc:chgData name="Bryan Sun" userId="851caa7714272873" providerId="LiveId" clId="{F5337776-3D61-4B2D-B137-2EC58977D93D}" dt="2023-09-18T06:27:09.519" v="1421" actId="20577"/>
        <pc:sldMkLst>
          <pc:docMk/>
          <pc:sldMk cId="3428829249" sldId="358"/>
        </pc:sldMkLst>
        <pc:spChg chg="mod">
          <ac:chgData name="Bryan Sun" userId="851caa7714272873" providerId="LiveId" clId="{F5337776-3D61-4B2D-B137-2EC58977D93D}" dt="2023-09-18T06:27:09.519" v="1421" actId="20577"/>
          <ac:spMkLst>
            <pc:docMk/>
            <pc:sldMk cId="3428829249" sldId="358"/>
            <ac:spMk id="2" creationId="{D3101E58-8183-474F-B2D0-6BD59E0BEF16}"/>
          </ac:spMkLst>
        </pc:spChg>
        <pc:spChg chg="mod">
          <ac:chgData name="Bryan Sun" userId="851caa7714272873" providerId="LiveId" clId="{F5337776-3D61-4B2D-B137-2EC58977D93D}" dt="2023-09-18T06:26:05.478" v="1337" actId="6549"/>
          <ac:spMkLst>
            <pc:docMk/>
            <pc:sldMk cId="3428829249" sldId="358"/>
            <ac:spMk id="5" creationId="{4F318801-2199-49BA-BCB7-D2EEE3DCFE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10057394" y="6282804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387929" y="5731394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cap="none" dirty="0">
                <a:latin typeface="+mj-ea"/>
              </a:rPr>
              <a:t>Conditional Branch</a:t>
            </a:r>
            <a:r>
              <a:rPr lang="en-US" altLang="zh-CN" cap="none" dirty="0" err="1">
                <a:latin typeface="+mj-ea"/>
              </a:rPr>
              <a:t>ing</a:t>
            </a:r>
            <a:r>
              <a:rPr lang="en" altLang="en-US" cap="none" dirty="0">
                <a:latin typeface="+mj-ea"/>
              </a:rPr>
              <a:t> (2)</a:t>
            </a:r>
            <a:endParaRPr lang="zh-CN" altLang="en-US" cap="none" dirty="0">
              <a:latin typeface="+mj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5986558" y="4074547"/>
            <a:ext cx="4360464" cy="204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&gt;&gt; year;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(year%400==0||year%4==0&amp;&amp;year%100!=0)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C469962-3CB4-4743-BA06-3519AB9B248D}"/>
              </a:ext>
            </a:extLst>
          </p:cNvPr>
          <p:cNvSpPr txBox="1"/>
          <p:nvPr/>
        </p:nvSpPr>
        <p:spPr>
          <a:xfrm>
            <a:off x="874551" y="1460212"/>
            <a:ext cx="3468849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Enter an integer to represent the year and determine whether it is a leap year.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If it is a leap year, output </a:t>
            </a:r>
            <a:r>
              <a:rPr lang="en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yes </a:t>
            </a:r>
            <a:r>
              <a:rPr lang="e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otherwise output </a:t>
            </a:r>
            <a:r>
              <a:rPr lang="en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no </a:t>
            </a:r>
            <a:r>
              <a:rPr lang="e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Determining leap years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9B607C4-4116-46D7-9176-62E25939B049}"/>
              </a:ext>
            </a:extLst>
          </p:cNvPr>
          <p:cNvSpPr txBox="1"/>
          <p:nvPr/>
        </p:nvSpPr>
        <p:spPr>
          <a:xfrm>
            <a:off x="5995938" y="1168915"/>
            <a:ext cx="5085378" cy="2319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&gt;&gt; year;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 </a:t>
            </a:r>
            <a:r>
              <a:rPr lang="e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divisible by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400 </a:t>
            </a:r>
            <a:r>
              <a:rPr lang="e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 </a:t>
            </a:r>
            <a:r>
              <a:rPr lang="e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divisible by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</a:t>
            </a:r>
            <a:r>
              <a:rPr lang="e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 not divisible by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100 )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 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7EA2588-4C09-4B05-AF07-B91B514DDC3A}"/>
              </a:ext>
            </a:extLst>
          </p:cNvPr>
          <p:cNvSpPr/>
          <p:nvPr/>
        </p:nvSpPr>
        <p:spPr>
          <a:xfrm>
            <a:off x="874551" y="3692387"/>
            <a:ext cx="3468849" cy="1293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Analysis: If it is divisible by </a:t>
            </a:r>
            <a:r>
              <a:rPr lang="en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400 </a:t>
            </a:r>
            <a:r>
              <a:rPr lang="e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or divisible by </a:t>
            </a:r>
            <a:r>
              <a:rPr lang="en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4 </a:t>
            </a:r>
            <a:r>
              <a:rPr lang="e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but not by </a:t>
            </a:r>
            <a:r>
              <a:rPr lang="en" altLang="zh-CN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100 </a:t>
            </a:r>
            <a:r>
              <a:rPr lang="en" altLang="en-US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it is a leap year; in other cases, it is not a leap year.</a:t>
            </a: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2413A88F-535E-438F-9D90-285D84B7BC69}"/>
              </a:ext>
            </a:extLst>
          </p:cNvPr>
          <p:cNvSpPr/>
          <p:nvPr/>
        </p:nvSpPr>
        <p:spPr>
          <a:xfrm rot="5400000">
            <a:off x="6651171" y="3266138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0" grpId="0"/>
      <p:bldP spid="47" grpId="0"/>
      <p:bldP spid="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1A6C02E7-0526-4CD9-8F18-19FF4C575BB8}"/>
              </a:ext>
            </a:extLst>
          </p:cNvPr>
          <p:cNvSpPr txBox="1"/>
          <p:nvPr/>
        </p:nvSpPr>
        <p:spPr>
          <a:xfrm>
            <a:off x="5208817" y="1693554"/>
            <a:ext cx="275428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&gt;&gt; year;</a:t>
            </a:r>
          </a:p>
          <a:p>
            <a:pPr algn="just"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 </a:t>
            </a:r>
            <a:r>
              <a:rPr lang="e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divisible by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400 )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 </a:t>
            </a:r>
            <a:r>
              <a:rPr lang="e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divisible by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 </a:t>
            </a:r>
            <a:r>
              <a:rPr lang="en" altLang="en-US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divisible by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100 )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Determining leap years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0BC248-EB23-4576-8CDF-1B9B3ABD7210}"/>
              </a:ext>
            </a:extLst>
          </p:cNvPr>
          <p:cNvSpPr txBox="1"/>
          <p:nvPr/>
        </p:nvSpPr>
        <p:spPr>
          <a:xfrm>
            <a:off x="8659202" y="1693554"/>
            <a:ext cx="27542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year;</a:t>
            </a:r>
          </a:p>
          <a:p>
            <a:pPr algn="just" defTabSz="914400"/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(year%400==0)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(year%4==0)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(year%100==0)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773FB677-692E-4AE3-A90D-CD7327D57CDB}"/>
              </a:ext>
            </a:extLst>
          </p:cNvPr>
          <p:cNvSpPr/>
          <p:nvPr/>
        </p:nvSpPr>
        <p:spPr>
          <a:xfrm>
            <a:off x="4630806" y="3307457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CBF7FDE9-798C-4526-9D6A-8A416F4942F5}"/>
              </a:ext>
            </a:extLst>
          </p:cNvPr>
          <p:cNvSpPr/>
          <p:nvPr/>
        </p:nvSpPr>
        <p:spPr>
          <a:xfrm>
            <a:off x="8081191" y="3307457"/>
            <a:ext cx="459921" cy="707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C474C50-6243-44B7-87C3-47C2B234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66" y="1570662"/>
            <a:ext cx="42862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2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4842232" y="1416995"/>
            <a:ext cx="40595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year;</a:t>
            </a:r>
          </a:p>
          <a:p>
            <a:pPr algn="just" defTabSz="914400"/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(year%400==0||year%4==0&amp;&amp;year%100!=0)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6C02E7-0526-4CD9-8F18-19FF4C575BB8}"/>
              </a:ext>
            </a:extLst>
          </p:cNvPr>
          <p:cNvSpPr txBox="1"/>
          <p:nvPr/>
        </p:nvSpPr>
        <p:spPr>
          <a:xfrm>
            <a:off x="8906053" y="1416995"/>
            <a:ext cx="26187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year;</a:t>
            </a:r>
          </a:p>
          <a:p>
            <a:pPr algn="just" defTabSz="914400"/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&gt;&gt;year;</a:t>
            </a:r>
          </a:p>
          <a:p>
            <a:pPr algn="just"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(year%400==0)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(year%4==0)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if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(year%100==0)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"yes"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/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"no"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kern="100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6812A5-0886-4007-B93C-739BE4361036}"/>
              </a:ext>
            </a:extLst>
          </p:cNvPr>
          <p:cNvSpPr txBox="1"/>
          <p:nvPr/>
        </p:nvSpPr>
        <p:spPr>
          <a:xfrm>
            <a:off x="578547" y="1512112"/>
            <a:ext cx="3201517" cy="2125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b="1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 design</a:t>
            </a:r>
            <a:endParaRPr lang="en-US" altLang="zh-CN" b="1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Count how many logical branches are there?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Prepare one test case for each branch</a:t>
            </a:r>
            <a:endParaRPr lang="zh-CN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538860-7FBA-4FD7-A6A4-38E5322AF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358257"/>
              </p:ext>
            </p:extLst>
          </p:nvPr>
        </p:nvGraphicFramePr>
        <p:xfrm>
          <a:off x="678610" y="3867404"/>
          <a:ext cx="7073560" cy="2737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8163">
                  <a:extLst>
                    <a:ext uri="{9D8B030D-6E8A-4147-A177-3AD203B41FA5}">
                      <a16:colId xmlns:a16="http://schemas.microsoft.com/office/drawing/2014/main" val="430141839"/>
                    </a:ext>
                  </a:extLst>
                </a:gridCol>
                <a:gridCol w="883326">
                  <a:extLst>
                    <a:ext uri="{9D8B030D-6E8A-4147-A177-3AD203B41FA5}">
                      <a16:colId xmlns:a16="http://schemas.microsoft.com/office/drawing/2014/main" val="1371525058"/>
                    </a:ext>
                  </a:extLst>
                </a:gridCol>
                <a:gridCol w="1242071">
                  <a:extLst>
                    <a:ext uri="{9D8B030D-6E8A-4147-A177-3AD203B41FA5}">
                      <a16:colId xmlns:a16="http://schemas.microsoft.com/office/drawing/2014/main" val="1752951368"/>
                    </a:ext>
                  </a:extLst>
                </a:gridCol>
              </a:tblGrid>
              <a:tr h="408573">
                <a:tc>
                  <a:txBody>
                    <a:bodyPr/>
                    <a:lstStyle/>
                    <a:p>
                      <a:pPr algn="ctr"/>
                      <a:r>
                        <a:rPr lang="en" altLang="en-US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en-US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956737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year%400==0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2000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yes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663508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year%400!=0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year%4==0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year%100==0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1900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40143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year%400!=0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year%4==0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year%100!=0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1904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yes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22555"/>
                  </a:ext>
                </a:extLst>
              </a:tr>
              <a:tr h="408573">
                <a:tc>
                  <a:txBody>
                    <a:bodyPr/>
                    <a:lstStyle/>
                    <a:p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year%400!=0 </a:t>
                      </a:r>
                      <a:r>
                        <a:rPr lang="en" altLang="en-US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and </a:t>
                      </a:r>
                      <a:r>
                        <a:rPr lang="en" altLang="zh-CN" sz="1800" kern="100" dirty="0">
                          <a:solidFill>
                            <a:prstClr val="black"/>
                          </a:solidFill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year%4!=0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2002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no</a:t>
                      </a:r>
                      <a:endParaRPr lang="zh-CN" altLang="en-US" sz="18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23361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B7105A8F-A01F-4303-8294-8961A21C45D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Determining leap years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50E608-762A-4FED-8017-F6B67B1E9242}"/>
              </a:ext>
            </a:extLst>
          </p:cNvPr>
          <p:cNvSpPr/>
          <p:nvPr/>
        </p:nvSpPr>
        <p:spPr>
          <a:xfrm>
            <a:off x="3048319" y="2438428"/>
            <a:ext cx="564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762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35E75EB-5EFD-4019-99E1-301B16240FF7}"/>
              </a:ext>
            </a:extLst>
          </p:cNvPr>
          <p:cNvSpPr txBox="1"/>
          <p:nvPr/>
        </p:nvSpPr>
        <p:spPr>
          <a:xfrm>
            <a:off x="6096000" y="1486111"/>
            <a:ext cx="5586248" cy="512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The structure of nested conditional statements: There is also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 the branch of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endParaRPr lang="zh-CN" altLang="zh-CN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The syntax requirements for nested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are exactly the same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U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nlimited levels of nesting are allowed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always pairs</a:t>
            </a: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with the nearest </a:t>
            </a:r>
            <a:r>
              <a:rPr lang="en" altLang="en-US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endParaRPr lang="zh-CN" altLang="zh-CN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you want to change the pairing, you can add curly braces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inside curly braces cannot be paired with those outside 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Indentation is usually used for statements after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to improve readability.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C3BA869-D015-42B2-9825-661D1347762F}"/>
              </a:ext>
            </a:extLst>
          </p:cNvPr>
          <p:cNvSpPr txBox="1">
            <a:spLocks/>
          </p:cNvSpPr>
          <p:nvPr/>
        </p:nvSpPr>
        <p:spPr>
          <a:xfrm>
            <a:off x="390273" y="1523748"/>
            <a:ext cx="24206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3;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895057EE-DBCA-4631-993C-B96C69CD4017}"/>
              </a:ext>
            </a:extLst>
          </p:cNvPr>
          <p:cNvSpPr txBox="1">
            <a:spLocks/>
          </p:cNvSpPr>
          <p:nvPr/>
        </p:nvSpPr>
        <p:spPr>
          <a:xfrm>
            <a:off x="3231124" y="1486111"/>
            <a:ext cx="25465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expression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6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Statement </a:t>
            </a: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AC2677-94D5-4E16-B18E-013534F0E14E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Grammar</a:t>
            </a:r>
          </a:p>
        </p:txBody>
      </p:sp>
    </p:spTree>
    <p:extLst>
      <p:ext uri="{BB962C8B-B14F-4D97-AF65-F5344CB8AC3E}">
        <p14:creationId xmlns:p14="http://schemas.microsoft.com/office/powerpoint/2010/main" val="163879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1269159" y="1255292"/>
            <a:ext cx="4579192" cy="2316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&gt;&gt;a;</a:t>
            </a:r>
            <a:endParaRPr lang="en-US" altLang="zh-CN" sz="1400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(a%3==0)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(a%5==0)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a multiple of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 "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a multiple of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 not a multiple of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 "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DDCD9B-6717-4189-9FDE-594D47BEA958}"/>
              </a:ext>
            </a:extLst>
          </p:cNvPr>
          <p:cNvSpPr txBox="1"/>
          <p:nvPr/>
        </p:nvSpPr>
        <p:spPr>
          <a:xfrm>
            <a:off x="1269158" y="3796974"/>
            <a:ext cx="4579192" cy="263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&gt;&gt;a;</a:t>
            </a:r>
            <a:endParaRPr lang="en-US" altLang="zh-CN" sz="1400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(a%3==0){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(a%5==0)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a multiple of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 "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a multiple of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"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1851B3A-9873-4B4B-8A46-97D948ECBC0E}"/>
              </a:ext>
            </a:extLst>
          </p:cNvPr>
          <p:cNvCxnSpPr>
            <a:cxnSpLocks/>
          </p:cNvCxnSpPr>
          <p:nvPr/>
        </p:nvCxnSpPr>
        <p:spPr>
          <a:xfrm flipV="1">
            <a:off x="1416173" y="2494626"/>
            <a:ext cx="310719" cy="2392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8930B09-D9AA-4645-A477-5D8ED15E0B36}"/>
              </a:ext>
            </a:extLst>
          </p:cNvPr>
          <p:cNvSpPr txBox="1"/>
          <p:nvPr/>
        </p:nvSpPr>
        <p:spPr>
          <a:xfrm>
            <a:off x="990045" y="2636666"/>
            <a:ext cx="53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pair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AFEB4E0-ECCE-4DF5-90CB-68BA3EF4838E}"/>
              </a:ext>
            </a:extLst>
          </p:cNvPr>
          <p:cNvCxnSpPr>
            <a:cxnSpLocks/>
          </p:cNvCxnSpPr>
          <p:nvPr/>
        </p:nvCxnSpPr>
        <p:spPr>
          <a:xfrm>
            <a:off x="1416173" y="2820436"/>
            <a:ext cx="310719" cy="2128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46B5816-AE24-46C6-A058-11899CEBCC6C}"/>
              </a:ext>
            </a:extLst>
          </p:cNvPr>
          <p:cNvSpPr/>
          <p:nvPr/>
        </p:nvSpPr>
        <p:spPr>
          <a:xfrm>
            <a:off x="2277307" y="4512261"/>
            <a:ext cx="213064" cy="3195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1A081F-0742-4D60-8B06-16D537E7170E}"/>
              </a:ext>
            </a:extLst>
          </p:cNvPr>
          <p:cNvSpPr/>
          <p:nvPr/>
        </p:nvSpPr>
        <p:spPr>
          <a:xfrm>
            <a:off x="1300763" y="5463653"/>
            <a:ext cx="213064" cy="3195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1F8276-42E0-4056-8167-3EF240728FF0}"/>
              </a:ext>
            </a:extLst>
          </p:cNvPr>
          <p:cNvSpPr txBox="1"/>
          <p:nvPr/>
        </p:nvSpPr>
        <p:spPr>
          <a:xfrm>
            <a:off x="2781988" y="4697804"/>
            <a:ext cx="857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Curly braces change the pairing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EC39922-D470-47DD-B67E-9BD72A80C38C}"/>
              </a:ext>
            </a:extLst>
          </p:cNvPr>
          <p:cNvCxnSpPr>
            <a:cxnSpLocks/>
          </p:cNvCxnSpPr>
          <p:nvPr/>
        </p:nvCxnSpPr>
        <p:spPr>
          <a:xfrm flipH="1" flipV="1">
            <a:off x="2519363" y="4697804"/>
            <a:ext cx="330993" cy="1340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FAE8413-2E56-41DB-95D8-7589F750CB7B}"/>
              </a:ext>
            </a:extLst>
          </p:cNvPr>
          <p:cNvCxnSpPr>
            <a:cxnSpLocks/>
          </p:cNvCxnSpPr>
          <p:nvPr/>
        </p:nvCxnSpPr>
        <p:spPr>
          <a:xfrm flipH="1">
            <a:off x="1545434" y="5029200"/>
            <a:ext cx="1304922" cy="478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EB4F69CE-1887-4DB8-B5B8-D7FC111A8A30}"/>
              </a:ext>
            </a:extLst>
          </p:cNvPr>
          <p:cNvSpPr txBox="1"/>
          <p:nvPr/>
        </p:nvSpPr>
        <p:spPr>
          <a:xfrm>
            <a:off x="616602" y="5174489"/>
            <a:ext cx="53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pair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3C94F15-5A63-42CD-A738-0BF84B67BDC4}"/>
              </a:ext>
            </a:extLst>
          </p:cNvPr>
          <p:cNvCxnSpPr>
            <a:cxnSpLocks/>
          </p:cNvCxnSpPr>
          <p:nvPr/>
        </p:nvCxnSpPr>
        <p:spPr>
          <a:xfrm flipV="1">
            <a:off x="1026318" y="4748213"/>
            <a:ext cx="335757" cy="5262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351E072-F6C6-4D9D-9D8B-B74F1793BF22}"/>
              </a:ext>
            </a:extLst>
          </p:cNvPr>
          <p:cNvCxnSpPr>
            <a:cxnSpLocks/>
          </p:cNvCxnSpPr>
          <p:nvPr/>
        </p:nvCxnSpPr>
        <p:spPr>
          <a:xfrm>
            <a:off x="1026318" y="5364956"/>
            <a:ext cx="335757" cy="557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CE1BD395-7464-4F4E-8FD7-46ED064BCA5B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-if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pairing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461BEA-1310-97E5-4437-EB34D5BA233E}"/>
              </a:ext>
            </a:extLst>
          </p:cNvPr>
          <p:cNvSpPr txBox="1"/>
          <p:nvPr/>
        </p:nvSpPr>
        <p:spPr>
          <a:xfrm>
            <a:off x="6096000" y="1486111"/>
            <a:ext cx="5586248" cy="512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The structure of nested conditional statements: There is also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 the branch of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endParaRPr lang="zh-CN" altLang="zh-CN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The syntax requirements for nested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are exactly the same</a:t>
            </a:r>
          </a:p>
          <a:p>
            <a:pPr marL="342900" lvl="0" indent="-3429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U</a:t>
            </a:r>
            <a:r>
              <a:rPr lang="en" altLang="zh-CN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nlimited levels of nesting are allowed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zh-CN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always pairs</a:t>
            </a: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with the nearest </a:t>
            </a:r>
            <a:r>
              <a:rPr lang="en" altLang="en-US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endParaRPr lang="zh-CN" altLang="zh-CN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you want to change the pairing, you can add curly braces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inside curly braces cannot be paired with those outside 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Indentation is usually used for statements after </a:t>
            </a:r>
            <a:r>
              <a:rPr lang="en" altLang="zh-CN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if-else </a:t>
            </a:r>
            <a:r>
              <a:rPr lang="en" altLang="en-US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to improve readability.</a:t>
            </a:r>
            <a:endParaRPr lang="en-US" altLang="zh-CN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4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 animBg="1"/>
      <p:bldP spid="16" grpId="0" animBg="1"/>
      <p:bldP spid="1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2956851" y="1671502"/>
            <a:ext cx="2532679" cy="1334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(a&gt;b&amp;&amp;a&gt;c)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(b&gt;a&amp;&amp;b&gt;c)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(c&gt;a&amp;&amp;c&gt;b)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zh-CN" altLang="en-US" sz="1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DDCD9B-6717-4189-9FDE-594D47BEA958}"/>
              </a:ext>
            </a:extLst>
          </p:cNvPr>
          <p:cNvSpPr txBox="1"/>
          <p:nvPr/>
        </p:nvSpPr>
        <p:spPr>
          <a:xfrm>
            <a:off x="2956851" y="3595804"/>
            <a:ext cx="2856778" cy="2096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100" dirty="0">
                <a:solidFill>
                  <a:srgbClr val="008200"/>
                </a:solidFill>
                <a:latin typeface="Consolas" panose="020B0609020204030204" pitchFamily="49" charset="0"/>
              </a:rPr>
              <a:t>Revision </a:t>
            </a: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B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100" dirty="0">
                <a:solidFill>
                  <a:srgbClr val="008200"/>
                </a:solidFill>
                <a:latin typeface="Consolas" panose="020B0609020204030204" pitchFamily="49" charset="0"/>
              </a:rPr>
              <a:t>Each branch considers equality situations</a:t>
            </a:r>
            <a:endParaRPr lang="en-US" altLang="zh-CN" sz="1100" dirty="0">
              <a:solidFill>
                <a:srgbClr val="0082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b&amp;&amp;a&gt;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a&amp;&amp;b&gt;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a&amp;&amp;c&gt;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zh-CN" altLang="en-US" sz="11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762FCF-F59C-4AB0-9879-D1231D07CDE5}"/>
              </a:ext>
            </a:extLst>
          </p:cNvPr>
          <p:cNvSpPr txBox="1"/>
          <p:nvPr/>
        </p:nvSpPr>
        <p:spPr>
          <a:xfrm>
            <a:off x="5778623" y="1340471"/>
            <a:ext cx="265817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What went wrong?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DEEA64-85F0-475B-AF82-77BDEEA42804}"/>
              </a:ext>
            </a:extLst>
          </p:cNvPr>
          <p:cNvSpPr txBox="1"/>
          <p:nvPr/>
        </p:nvSpPr>
        <p:spPr>
          <a:xfrm>
            <a:off x="5778165" y="3595805"/>
            <a:ext cx="2553664" cy="2350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Revision </a:t>
            </a: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C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100" dirty="0">
                <a:solidFill>
                  <a:srgbClr val="008200"/>
                </a:solidFill>
                <a:latin typeface="Consolas" panose="020B0609020204030204" pitchFamily="49" charset="0"/>
              </a:rPr>
              <a:t>Synthesize the above two modification methods</a:t>
            </a:r>
            <a:endParaRPr lang="en-US" altLang="zh-CN" sz="1100" dirty="0">
              <a:solidFill>
                <a:srgbClr val="0082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b&amp;&amp;a&gt;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a&amp;&amp;b&gt;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 err="1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srgbClr val="00B05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zh-CN" altLang="en-US" sz="1100" dirty="0">
              <a:solidFill>
                <a:srgbClr val="00B05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F009F5-DDDF-4F3E-9C3D-19B0839BB766}"/>
              </a:ext>
            </a:extLst>
          </p:cNvPr>
          <p:cNvSpPr txBox="1"/>
          <p:nvPr/>
        </p:nvSpPr>
        <p:spPr>
          <a:xfrm>
            <a:off x="149557" y="3904545"/>
            <a:ext cx="2553664" cy="2011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Revision </a:t>
            </a: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A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100" dirty="0">
                <a:solidFill>
                  <a:srgbClr val="008200"/>
                </a:solidFill>
                <a:latin typeface="Consolas" panose="020B0609020204030204" pitchFamily="49" charset="0"/>
              </a:rPr>
              <a:t>Change the last </a:t>
            </a:r>
            <a:r>
              <a:rPr lang="en" altLang="zh-CN" sz="1100" dirty="0">
                <a:solidFill>
                  <a:srgbClr val="008200"/>
                </a:solidFill>
                <a:latin typeface="Consolas" panose="020B0609020204030204" pitchFamily="49" charset="0"/>
              </a:rPr>
              <a:t>else-if to else</a:t>
            </a:r>
            <a:endParaRPr lang="en-US" altLang="zh-CN" sz="1200" dirty="0">
              <a:solidFill>
                <a:srgbClr val="008200"/>
              </a:solidFill>
              <a:latin typeface="Consolas" panose="020B0609020204030204" pitchFamily="49" charset="0"/>
            </a:endParaRPr>
          </a:p>
          <a:p>
            <a:pPr defTabSz="914400"/>
            <a:r>
              <a:rPr lang="en" altLang="zh-CN" sz="11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(a&gt;b&amp;&amp;a&gt;c)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(b&gt;a&amp;&amp;b&gt;c)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70A928-30E2-472E-8D40-11005315FF69}"/>
              </a:ext>
            </a:extLst>
          </p:cNvPr>
          <p:cNvSpPr txBox="1"/>
          <p:nvPr/>
        </p:nvSpPr>
        <p:spPr>
          <a:xfrm>
            <a:off x="678609" y="301567"/>
            <a:ext cx="10634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3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3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3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the largest of three numbers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8C088F-D247-4961-B039-7EEB00CE0FB2}"/>
              </a:ext>
            </a:extLst>
          </p:cNvPr>
          <p:cNvSpPr/>
          <p:nvPr/>
        </p:nvSpPr>
        <p:spPr>
          <a:xfrm>
            <a:off x="5778624" y="1720640"/>
            <a:ext cx="2345780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The three logical branches do not add up to the whole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Missing the case where two pairs are equal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56BB75-3A2C-47B2-BE7D-83E98A79D323}"/>
              </a:ext>
            </a:extLst>
          </p:cNvPr>
          <p:cNvSpPr/>
          <p:nvPr/>
        </p:nvSpPr>
        <p:spPr>
          <a:xfrm>
            <a:off x="123788" y="6038280"/>
            <a:ext cx="2204450" cy="42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Error data </a:t>
            </a:r>
            <a:r>
              <a:rPr lang="en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3 3 2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7A7E70-3E12-4BF8-9EAD-4E241F8342EB}"/>
              </a:ext>
            </a:extLst>
          </p:cNvPr>
          <p:cNvSpPr/>
          <p:nvPr/>
        </p:nvSpPr>
        <p:spPr>
          <a:xfrm>
            <a:off x="2956850" y="5628478"/>
            <a:ext cx="646331" cy="4623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dirty="0">
                <a:solidFill>
                  <a:srgbClr val="00CC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correct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1C3C4D-CCF1-4517-8012-B7E5CCFEB566}"/>
              </a:ext>
            </a:extLst>
          </p:cNvPr>
          <p:cNvSpPr/>
          <p:nvPr/>
        </p:nvSpPr>
        <p:spPr>
          <a:xfrm>
            <a:off x="5717897" y="5879797"/>
            <a:ext cx="970137" cy="42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en-US" sz="1600" dirty="0">
                <a:solidFill>
                  <a:srgbClr val="00CC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correct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8AB53D-9661-4594-8F1D-BAD39821A3BB}"/>
              </a:ext>
            </a:extLst>
          </p:cNvPr>
          <p:cNvSpPr txBox="1"/>
          <p:nvPr/>
        </p:nvSpPr>
        <p:spPr>
          <a:xfrm>
            <a:off x="114092" y="2597699"/>
            <a:ext cx="25536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Compare each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with other two: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/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If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is larger than the other two numbers, output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;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/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If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 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is greater than the other two numbers, output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 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;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/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If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 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is greater than the other two numbers, output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 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FCE9B9-13F1-42E2-9E72-958170BDB44C}"/>
              </a:ext>
            </a:extLst>
          </p:cNvPr>
          <p:cNvSpPr txBox="1"/>
          <p:nvPr/>
        </p:nvSpPr>
        <p:spPr>
          <a:xfrm>
            <a:off x="204637" y="1346811"/>
            <a:ext cx="2532679" cy="1205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just" defTabSz="914400">
              <a:lnSpc>
                <a:spcPct val="90000"/>
              </a:lnSpc>
              <a:spcBef>
                <a:spcPts val="1000"/>
              </a:spcBef>
              <a:defRPr sz="16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" altLang="en-US" dirty="0"/>
              <a:t>Enter three integers </a:t>
            </a:r>
            <a:r>
              <a:rPr lang="en" altLang="zh-CN" dirty="0"/>
              <a:t>a </a:t>
            </a:r>
            <a:r>
              <a:rPr lang="en" altLang="en-US" dirty="0"/>
              <a:t>, </a:t>
            </a:r>
            <a:r>
              <a:rPr lang="en" altLang="zh-CN" dirty="0"/>
              <a:t>b </a:t>
            </a:r>
            <a:r>
              <a:rPr lang="en" altLang="en-US" dirty="0"/>
              <a:t>, </a:t>
            </a:r>
            <a:r>
              <a:rPr lang="en" altLang="zh-CN" dirty="0"/>
              <a:t>c</a:t>
            </a:r>
          </a:p>
          <a:p>
            <a:pPr>
              <a:lnSpc>
                <a:spcPct val="100000"/>
              </a:lnSpc>
            </a:pPr>
            <a:r>
              <a:rPr lang="en" altLang="en-US" dirty="0"/>
              <a:t>Output the largest number among them</a:t>
            </a:r>
            <a:endParaRPr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7F0D443-9DDD-4354-9C92-49DB9D45013F}"/>
              </a:ext>
            </a:extLst>
          </p:cNvPr>
          <p:cNvSpPr txBox="1"/>
          <p:nvPr/>
        </p:nvSpPr>
        <p:spPr>
          <a:xfrm>
            <a:off x="146942" y="5576614"/>
            <a:ext cx="2553664" cy="319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1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 </a:t>
            </a:r>
            <a:r>
              <a:rPr lang="en" altLang="zh-CN" sz="11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593448-E436-42DF-8AEE-B77BD78661D2}"/>
              </a:ext>
            </a:extLst>
          </p:cNvPr>
          <p:cNvSpPr txBox="1"/>
          <p:nvPr/>
        </p:nvSpPr>
        <p:spPr>
          <a:xfrm>
            <a:off x="2956850" y="1347125"/>
            <a:ext cx="2553664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just" defTabSz="914400">
              <a:lnSpc>
                <a:spcPct val="90000"/>
              </a:lnSpc>
              <a:spcBef>
                <a:spcPts val="1000"/>
              </a:spcBef>
              <a:defRPr sz="1600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" altLang="zh-CN" sz="1400" dirty="0">
                <a:solidFill>
                  <a:srgbClr val="FF0000"/>
                </a:solidFill>
              </a:rPr>
              <a:t>// </a:t>
            </a:r>
            <a:r>
              <a:rPr lang="en" altLang="en-US" sz="1400" dirty="0">
                <a:solidFill>
                  <a:srgbClr val="FF0000"/>
                </a:solidFill>
              </a:rPr>
              <a:t>Error example</a:t>
            </a:r>
            <a:endParaRPr lang="en-US" altLang="zh-CN" sz="14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AA7C6E-E688-455E-ACAC-C99F30E4BBF0}"/>
              </a:ext>
            </a:extLst>
          </p:cNvPr>
          <p:cNvSpPr/>
          <p:nvPr/>
        </p:nvSpPr>
        <p:spPr>
          <a:xfrm>
            <a:off x="4165024" y="1673315"/>
            <a:ext cx="1413490" cy="552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Input: </a:t>
            </a:r>
            <a:r>
              <a:rPr lang="en" altLang="zh-CN" sz="12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2 2 3</a:t>
            </a:r>
          </a:p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See what will be output?</a:t>
            </a:r>
            <a:endParaRPr lang="en-US" altLang="zh-CN" sz="1200" kern="1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58CC1B-65FA-4BCF-B44C-3A2A2E0AC1B8}"/>
              </a:ext>
            </a:extLst>
          </p:cNvPr>
          <p:cNvSpPr txBox="1"/>
          <p:nvPr/>
        </p:nvSpPr>
        <p:spPr>
          <a:xfrm>
            <a:off x="8436797" y="1340471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496203-5057-4652-8D82-F92EB5797D81}"/>
              </a:ext>
            </a:extLst>
          </p:cNvPr>
          <p:cNvSpPr txBox="1"/>
          <p:nvPr/>
        </p:nvSpPr>
        <p:spPr>
          <a:xfrm>
            <a:off x="8436797" y="1666018"/>
            <a:ext cx="3334760" cy="71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Count, how many logical branches are there?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Prepare a test case for each branch</a:t>
            </a:r>
            <a:endParaRPr lang="zh-CN" altLang="en-US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069B6C-DD45-481B-9BBA-E041AAAC0699}"/>
              </a:ext>
            </a:extLst>
          </p:cNvPr>
          <p:cNvSpPr/>
          <p:nvPr/>
        </p:nvSpPr>
        <p:spPr>
          <a:xfrm>
            <a:off x="9040884" y="1843490"/>
            <a:ext cx="7312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 </a:t>
            </a:r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 </a:t>
            </a: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25" name="表格 3">
            <a:extLst>
              <a:ext uri="{FF2B5EF4-FFF2-40B4-BE49-F238E27FC236}">
                <a16:creationId xmlns:a16="http://schemas.microsoft.com/office/drawing/2014/main" id="{8A6C83F9-F3D5-4A02-AEB0-357F61A65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249200"/>
              </p:ext>
            </p:extLst>
          </p:nvPr>
        </p:nvGraphicFramePr>
        <p:xfrm>
          <a:off x="8533488" y="2364969"/>
          <a:ext cx="3238981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253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79747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1832251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519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324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417881"/>
                  </a:ext>
                </a:extLst>
              </a:tr>
            </a:tbl>
          </a:graphicData>
        </a:graphic>
      </p:graphicFrame>
      <p:graphicFrame>
        <p:nvGraphicFramePr>
          <p:cNvPr id="29" name="表格 3">
            <a:extLst>
              <a:ext uri="{FF2B5EF4-FFF2-40B4-BE49-F238E27FC236}">
                <a16:creationId xmlns:a16="http://schemas.microsoft.com/office/drawing/2014/main" id="{A95AA777-D4C6-437C-BBA7-BA4DC2CF3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837297"/>
              </p:ext>
            </p:extLst>
          </p:nvPr>
        </p:nvGraphicFramePr>
        <p:xfrm>
          <a:off x="8532576" y="2364969"/>
          <a:ext cx="3238981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424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79680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1830750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2 1 3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3 3 2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is 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043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is 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4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All three numbers are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04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5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5" grpId="0"/>
      <p:bldP spid="6" grpId="0"/>
      <p:bldP spid="7" grpId="0"/>
      <p:bldP spid="12" grpId="0"/>
      <p:bldP spid="16" grpId="0"/>
      <p:bldP spid="17" grpId="0"/>
      <p:bldP spid="18" grpId="0"/>
      <p:bldP spid="13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7800" y="2822216"/>
            <a:ext cx="2062434" cy="1724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200" b="1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a,b,c,maxn;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 maxn) maxn =b;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 maxn) maxn =c;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&lt;&lt; maxn;</a:t>
            </a:r>
            <a:endParaRPr lang="zh-CN" altLang="en-US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8413A5-F60C-4FEC-9A6B-1402A06E450E}"/>
              </a:ext>
            </a:extLst>
          </p:cNvPr>
          <p:cNvSpPr txBox="1"/>
          <p:nvPr/>
        </p:nvSpPr>
        <p:spPr>
          <a:xfrm>
            <a:off x="678609" y="301567"/>
            <a:ext cx="10634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3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3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3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the largest of three numbers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3F1AC2-A06B-47C1-B683-3B3DA3BF2FA9}"/>
              </a:ext>
            </a:extLst>
          </p:cNvPr>
          <p:cNvSpPr txBox="1"/>
          <p:nvPr/>
        </p:nvSpPr>
        <p:spPr>
          <a:xfrm>
            <a:off x="2846100" y="2822216"/>
            <a:ext cx="2284249" cy="1447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200" b="1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a,b,c;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(b&gt;a) a=b;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(c&gt;a) a=c;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  <a:endParaRPr lang="zh-CN" altLang="en-US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338D40-F832-4471-A1A1-0F359FB6F50C}"/>
              </a:ext>
            </a:extLst>
          </p:cNvPr>
          <p:cNvSpPr txBox="1"/>
          <p:nvPr/>
        </p:nvSpPr>
        <p:spPr>
          <a:xfrm>
            <a:off x="678609" y="1400091"/>
            <a:ext cx="4451741" cy="82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This can be solved by changing the value of the variable:</a:t>
            </a:r>
            <a:endParaRPr lang="en-US" altLang="zh-CN" sz="11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Define a variable </a:t>
            </a:r>
            <a:r>
              <a:rPr lang="en" altLang="zh-CN" sz="1100" kern="1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maxn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as the largest of the three numbers, and then output </a:t>
            </a:r>
            <a:r>
              <a:rPr lang="en" altLang="zh-CN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maxn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1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B894EC-1823-4CF3-8DEA-FEA464447023}"/>
              </a:ext>
            </a:extLst>
          </p:cNvPr>
          <p:cNvSpPr txBox="1"/>
          <p:nvPr/>
        </p:nvSpPr>
        <p:spPr>
          <a:xfrm>
            <a:off x="5842879" y="1400091"/>
            <a:ext cx="581697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advantages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77C2A-788A-4436-B2B4-F98C2C1B3DB4}"/>
              </a:ext>
            </a:extLst>
          </p:cNvPr>
          <p:cNvSpPr/>
          <p:nvPr/>
        </p:nvSpPr>
        <p:spPr>
          <a:xfrm>
            <a:off x="5842879" y="1675597"/>
            <a:ext cx="5470389" cy="885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Reduce branch nesting and make the logic simple and clear</a:t>
            </a:r>
          </a:p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Take advantage of the feature of the question "It does not require distinguishing which variable is the largest, but only needs to output the largest value"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F3F1EB-5FD4-452B-90BE-7DC24CBBA3AD}"/>
              </a:ext>
            </a:extLst>
          </p:cNvPr>
          <p:cNvSpPr txBox="1"/>
          <p:nvPr/>
        </p:nvSpPr>
        <p:spPr>
          <a:xfrm>
            <a:off x="5842879" y="2496669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B40165-3ED8-46A4-B419-A37780BAC9D5}"/>
              </a:ext>
            </a:extLst>
          </p:cNvPr>
          <p:cNvSpPr txBox="1"/>
          <p:nvPr/>
        </p:nvSpPr>
        <p:spPr>
          <a:xfrm>
            <a:off x="5842879" y="2822216"/>
            <a:ext cx="5372682" cy="54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Count, how many logical branches are there?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Prepare a test case for each branch</a:t>
            </a:r>
            <a:endParaRPr lang="zh-CN" altLang="en-US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57B736-0408-4EA1-87E3-8201179FCF05}"/>
              </a:ext>
            </a:extLst>
          </p:cNvPr>
          <p:cNvSpPr/>
          <p:nvPr/>
        </p:nvSpPr>
        <p:spPr>
          <a:xfrm>
            <a:off x="9633917" y="2783547"/>
            <a:ext cx="7312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 </a:t>
            </a:r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7 </a:t>
            </a: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17" name="表格 3">
            <a:extLst>
              <a:ext uri="{FF2B5EF4-FFF2-40B4-BE49-F238E27FC236}">
                <a16:creationId xmlns:a16="http://schemas.microsoft.com/office/drawing/2014/main" id="{BB5AF028-C5E5-4D10-A4C2-18007EA1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64024"/>
              </p:ext>
            </p:extLst>
          </p:nvPr>
        </p:nvGraphicFramePr>
        <p:xfrm>
          <a:off x="5932663" y="3454833"/>
          <a:ext cx="5816972" cy="2900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072">
                  <a:extLst>
                    <a:ext uri="{9D8B030D-6E8A-4147-A177-3AD203B41FA5}">
                      <a16:colId xmlns:a16="http://schemas.microsoft.com/office/drawing/2014/main" val="1957004744"/>
                    </a:ext>
                  </a:extLst>
                </a:gridCol>
                <a:gridCol w="1431007">
                  <a:extLst>
                    <a:ext uri="{9D8B030D-6E8A-4147-A177-3AD203B41FA5}">
                      <a16:colId xmlns:a16="http://schemas.microsoft.com/office/drawing/2014/main" val="2302151582"/>
                    </a:ext>
                  </a:extLst>
                </a:gridCol>
                <a:gridCol w="3287893">
                  <a:extLst>
                    <a:ext uri="{9D8B030D-6E8A-4147-A177-3AD203B41FA5}">
                      <a16:colId xmlns:a16="http://schemas.microsoft.com/office/drawing/2014/main" val="446800402"/>
                    </a:ext>
                  </a:extLst>
                </a:gridCol>
              </a:tblGrid>
              <a:tr h="336144"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352186"/>
                  </a:ext>
                </a:extLst>
              </a:tr>
              <a:tr h="336144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04983"/>
                  </a:ext>
                </a:extLst>
              </a:tr>
              <a:tr h="336144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2 3 1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5583"/>
                  </a:ext>
                </a:extLst>
              </a:tr>
              <a:tr h="336144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2 1 3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Each is different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996377"/>
                  </a:ext>
                </a:extLst>
              </a:tr>
              <a:tr h="432185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3 3 2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 is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034953"/>
                  </a:ext>
                </a:extLst>
              </a:tr>
              <a:tr h="432185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2 3 3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b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is 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043058"/>
                  </a:ext>
                </a:extLst>
              </a:tr>
              <a:tr h="432185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3 2 3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There are two numbers that are the same and </a:t>
                      </a:r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c </a:t>
                      </a: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is the largest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241456"/>
                  </a:ext>
                </a:extLst>
              </a:tr>
              <a:tr h="240103"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3 3 3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Consolas" panose="020B0609020204030204" pitchFamily="49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en-US" sz="1100" dirty="0">
                          <a:latin typeface="Consolas" panose="020B0609020204030204" pitchFamily="49" charset="0"/>
                          <a:ea typeface="微软雅黑" panose="020B0503020204020204" pitchFamily="34" charset="-122"/>
                        </a:rPr>
                        <a:t>All three numbers are the 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04176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EA71A14-633A-4D93-9054-FD976C1583F5}"/>
              </a:ext>
            </a:extLst>
          </p:cNvPr>
          <p:cNvSpPr txBox="1"/>
          <p:nvPr/>
        </p:nvSpPr>
        <p:spPr>
          <a:xfrm>
            <a:off x="678608" y="2234832"/>
            <a:ext cx="4306085" cy="570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You can also change </a:t>
            </a:r>
            <a:r>
              <a:rPr lang="en" altLang="zh-CN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to the largest of the three numbers, and then output </a:t>
            </a:r>
            <a:r>
              <a:rPr lang="en" altLang="zh-CN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1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75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7256194" y="1472667"/>
            <a:ext cx="45575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defTabSz="914400"/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defTabSz="914400"/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(a&gt;b)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(b&gt;c)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(a&gt;c)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&lt;&lt;b;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&lt;&lt;b;</a:t>
            </a:r>
          </a:p>
          <a:p>
            <a:pPr defTabSz="914400"/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(b&gt;c)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(a&gt;c)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&lt;&lt;a;</a:t>
            </a:r>
          </a:p>
          <a:p>
            <a:pPr defTabSz="914400"/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/>
            <a:r>
              <a:rPr lang="en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 </a:t>
            </a:r>
            <a:r>
              <a:rPr lang="en" altLang="zh-CN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2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&lt;&lt;a;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AEBD838-4BEE-4DB9-AD80-97C80FAD6C14}"/>
              </a:ext>
            </a:extLst>
          </p:cNvPr>
          <p:cNvSpPr txBox="1"/>
          <p:nvPr/>
        </p:nvSpPr>
        <p:spPr>
          <a:xfrm>
            <a:off x="678609" y="301567"/>
            <a:ext cx="10634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2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2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2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three numbers in descending order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83F9DB-42A3-46ED-A4A8-B6DA41976A4C}"/>
              </a:ext>
            </a:extLst>
          </p:cNvPr>
          <p:cNvSpPr/>
          <p:nvPr/>
        </p:nvSpPr>
        <p:spPr>
          <a:xfrm>
            <a:off x="4301811" y="5756917"/>
            <a:ext cx="12081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endParaRPr lang="zh-CN" altLang="en-US" sz="1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D69A63-152F-4019-8DB6-3E2A85231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18" y="2416756"/>
            <a:ext cx="6437614" cy="30262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34C3890-FBC9-4DC7-9887-F3F9BAD30EDE}"/>
              </a:ext>
            </a:extLst>
          </p:cNvPr>
          <p:cNvSpPr txBox="1"/>
          <p:nvPr/>
        </p:nvSpPr>
        <p:spPr>
          <a:xfrm>
            <a:off x="378277" y="1971857"/>
            <a:ext cx="5494735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Compare the three numbers in pairs, and output them in order from large to small according to the comparison results.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DBBC80-632A-489C-9B6B-F8E72843C64D}"/>
              </a:ext>
            </a:extLst>
          </p:cNvPr>
          <p:cNvSpPr txBox="1"/>
          <p:nvPr/>
        </p:nvSpPr>
        <p:spPr>
          <a:xfrm>
            <a:off x="378278" y="1263572"/>
            <a:ext cx="549473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Input three integers </a:t>
            </a:r>
            <a:r>
              <a:rPr lang="en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 </a:t>
            </a:r>
            <a:r>
              <a:rPr lang="e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 </a:t>
            </a:r>
            <a:r>
              <a:rPr lang="en" altLang="en-US" sz="16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and output these three numbers in order from large to small.</a:t>
            </a:r>
            <a:endParaRPr lang="en-US" altLang="zh-CN" sz="16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F56781-CD53-4EE3-A6B7-7D7ACC305B49}"/>
              </a:ext>
            </a:extLst>
          </p:cNvPr>
          <p:cNvSpPr txBox="1"/>
          <p:nvPr/>
        </p:nvSpPr>
        <p:spPr>
          <a:xfrm>
            <a:off x="468218" y="5442985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27C311-56E2-4FFD-93B2-25B965D618F3}"/>
              </a:ext>
            </a:extLst>
          </p:cNvPr>
          <p:cNvSpPr txBox="1"/>
          <p:nvPr/>
        </p:nvSpPr>
        <p:spPr>
          <a:xfrm>
            <a:off x="468218" y="5768531"/>
            <a:ext cx="5997318" cy="5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Count, how many logical branches are there?	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Prepare a test case for each branch</a:t>
            </a:r>
            <a:endParaRPr lang="zh-CN" altLang="en-US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293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7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8608" y="2283838"/>
            <a:ext cx="30760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a,b,c,temp;</a:t>
            </a:r>
          </a:p>
          <a:p>
            <a:pPr defTabSz="914400"/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(a&lt;b){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temp=a;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a=b;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b=temp;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(a&lt;c){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temp=a;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a=c;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c=temp;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(b&lt;c){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temp=b;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b=c;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c=temp;</a:t>
            </a:r>
          </a:p>
          <a:p>
            <a:pPr defTabSz="914400"/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defTabSz="914400"/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577FD6-BC9E-4D01-8F9A-A65A15262712}"/>
              </a:ext>
            </a:extLst>
          </p:cNvPr>
          <p:cNvSpPr txBox="1"/>
          <p:nvPr/>
        </p:nvSpPr>
        <p:spPr>
          <a:xfrm>
            <a:off x="3689482" y="2283838"/>
            <a:ext cx="3076095" cy="296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a,b,c,temp;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(a&lt;b)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swap(a,b);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(a&lt;c)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swap(a,c);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(b&lt;c)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swap(b,c);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&lt;&lt;b&lt;&lt;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&lt;&lt;c;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102DA5-8D97-40E3-9E1C-F49BABC8FF0B}"/>
              </a:ext>
            </a:extLst>
          </p:cNvPr>
          <p:cNvSpPr txBox="1"/>
          <p:nvPr/>
        </p:nvSpPr>
        <p:spPr>
          <a:xfrm>
            <a:off x="678609" y="301567"/>
            <a:ext cx="10634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2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2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2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three numbers in descending order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111927-CC87-40B7-AD2C-3E7B22D5EB47}"/>
              </a:ext>
            </a:extLst>
          </p:cNvPr>
          <p:cNvSpPr txBox="1"/>
          <p:nvPr/>
        </p:nvSpPr>
        <p:spPr>
          <a:xfrm>
            <a:off x="678609" y="1400091"/>
            <a:ext cx="6021747" cy="82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This can be solved by changing the value of the variable:</a:t>
            </a:r>
            <a:endParaRPr lang="en-US" altLang="zh-CN" sz="11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 defTabSz="914400">
              <a:lnSpc>
                <a:spcPct val="150000"/>
              </a:lnSpc>
            </a:pP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Change </a:t>
            </a:r>
            <a:r>
              <a:rPr lang="en" altLang="zh-CN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to the largest of the three numbers, change </a:t>
            </a:r>
            <a:r>
              <a:rPr lang="en" altLang="zh-CN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to the smallest of the three numbers, and then output </a:t>
            </a:r>
            <a:r>
              <a:rPr lang="en" altLang="zh-CN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c in sequence </a:t>
            </a:r>
            <a:r>
              <a:rPr lang="en" altLang="en-US" sz="11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1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C3F236-DCF8-4A6A-8997-9F8002CA4EDC}"/>
              </a:ext>
            </a:extLst>
          </p:cNvPr>
          <p:cNvSpPr txBox="1"/>
          <p:nvPr/>
        </p:nvSpPr>
        <p:spPr>
          <a:xfrm>
            <a:off x="7034388" y="1409095"/>
            <a:ext cx="427888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advantages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F6D115-E7D3-4797-A3D8-E324BCD39EC3}"/>
              </a:ext>
            </a:extLst>
          </p:cNvPr>
          <p:cNvSpPr/>
          <p:nvPr/>
        </p:nvSpPr>
        <p:spPr>
          <a:xfrm>
            <a:off x="7034388" y="1799733"/>
            <a:ext cx="4278880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Reduce branch nesting and make the logic simpler and clearer</a:t>
            </a:r>
          </a:p>
          <a:p>
            <a:pPr marL="228600" lvl="0" indent="-228600" algn="just" defTabSz="914400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Clarify the order of the final variable values and use the fact variable values can be assigned.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5F193F-F727-4686-AC5B-64D055579D9A}"/>
              </a:ext>
            </a:extLst>
          </p:cNvPr>
          <p:cNvSpPr txBox="1"/>
          <p:nvPr/>
        </p:nvSpPr>
        <p:spPr>
          <a:xfrm>
            <a:off x="7034388" y="3094214"/>
            <a:ext cx="120817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Test Data</a:t>
            </a:r>
            <a:endParaRPr lang="en-US" altLang="zh-CN" sz="16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D58A82-CD15-4E46-A82D-D8955A9ED390}"/>
              </a:ext>
            </a:extLst>
          </p:cNvPr>
          <p:cNvSpPr txBox="1"/>
          <p:nvPr/>
        </p:nvSpPr>
        <p:spPr>
          <a:xfrm>
            <a:off x="7040384" y="3592299"/>
            <a:ext cx="4272884" cy="5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Count, how many logical branches are there?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90000"/>
              </a:lnSpc>
              <a:spcBef>
                <a:spcPts val="1000"/>
              </a:spcBef>
            </a:pP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Prepare a test case for each branch</a:t>
            </a:r>
            <a:endParaRPr lang="zh-CN" altLang="en-US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5ED684-1E22-4B02-BBDB-BDC405B5509F}"/>
              </a:ext>
            </a:extLst>
          </p:cNvPr>
          <p:cNvSpPr/>
          <p:nvPr/>
        </p:nvSpPr>
        <p:spPr>
          <a:xfrm>
            <a:off x="10782102" y="3592299"/>
            <a:ext cx="4395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</a:t>
            </a:r>
            <a:r>
              <a:rPr lang="en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6</a:t>
            </a:r>
            <a:r>
              <a:rPr lang="e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35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10" grpId="0"/>
      <p:bldP spid="11" grpId="0"/>
      <p:bldP spid="12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FDDAFC8-0CAA-452E-A2F2-19BB8BC3142F}"/>
              </a:ext>
            </a:extLst>
          </p:cNvPr>
          <p:cNvSpPr txBox="1"/>
          <p:nvPr/>
        </p:nvSpPr>
        <p:spPr>
          <a:xfrm>
            <a:off x="678609" y="301567"/>
            <a:ext cx="10634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36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Branches don’t cover all possibilities</a:t>
            </a:r>
            <a:endParaRPr lang="zh-CN" altLang="en-US" sz="3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412CC9-1235-477A-B7A8-539082DC456A}"/>
              </a:ext>
            </a:extLst>
          </p:cNvPr>
          <p:cNvSpPr txBox="1"/>
          <p:nvPr/>
        </p:nvSpPr>
        <p:spPr>
          <a:xfrm>
            <a:off x="3743325" y="1409844"/>
            <a:ext cx="3871280" cy="3935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There is a ‘lone’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if in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the nested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if-else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, missing the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else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 err="1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 </a:t>
            </a:r>
            <a:r>
              <a:rPr lang="en" altLang="zh-CN" sz="1400" kern="1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&gt;&gt;a;</a:t>
            </a:r>
            <a:endParaRPr lang="en-US" altLang="zh-CN" sz="1400" b="1" dirty="0">
              <a:solidFill>
                <a:srgbClr val="006699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(a%3==0){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(a%5==0)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cout &lt;&lt;a&lt;&lt;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 a multiple of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 "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cout &lt;&lt;a&lt;&lt;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" altLang="en-US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a multiple of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 "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E8D196-394C-4D79-A50A-B72AEC3F8856}"/>
              </a:ext>
            </a:extLst>
          </p:cNvPr>
          <p:cNvSpPr txBox="1"/>
          <p:nvPr/>
        </p:nvSpPr>
        <p:spPr>
          <a:xfrm>
            <a:off x="361951" y="1432300"/>
            <a:ext cx="3057526" cy="296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//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A set of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if-else-if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is missing the last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else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a,b,c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(a&gt;b&amp;&amp;a&gt;c)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(b&gt;a&amp;&amp;b&gt;c)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&lt;&lt;b;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(c&gt;a&amp;&amp;c&gt;b)</a:t>
            </a:r>
          </a:p>
          <a:p>
            <a:pPr defTabSz="914400">
              <a:lnSpc>
                <a:spcPct val="150000"/>
              </a:lnSpc>
            </a:pP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zh-CN" sz="14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&lt;&lt;c;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8E6170-B73C-4058-AD1D-04A12A9F3292}"/>
              </a:ext>
            </a:extLst>
          </p:cNvPr>
          <p:cNvSpPr txBox="1"/>
          <p:nvPr/>
        </p:nvSpPr>
        <p:spPr>
          <a:xfrm>
            <a:off x="7898936" y="1432300"/>
            <a:ext cx="3593638" cy="2965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//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Multiple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ifs </a:t>
            </a:r>
            <a:r>
              <a:rPr lang="en" altLang="en-US" sz="1400" dirty="0">
                <a:solidFill>
                  <a:srgbClr val="008200"/>
                </a:solidFill>
                <a:latin typeface="Consolas" panose="020B0609020204030204" pitchFamily="49" charset="0"/>
              </a:rPr>
              <a:t>without </a:t>
            </a:r>
            <a:r>
              <a:rPr lang="en" altLang="zh-CN" sz="1400" dirty="0">
                <a:solidFill>
                  <a:srgbClr val="008200"/>
                </a:solidFill>
                <a:latin typeface="Consolas" panose="020B0609020204030204" pitchFamily="49" charset="0"/>
              </a:rPr>
              <a:t>elses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a;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cin&gt;&gt;a;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(a%4==0&amp;&amp;a%400==0)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&lt;&lt;endl;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(a%4!=0)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&lt;&lt;endl;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(a%100==0&amp;&amp;a%400!=0)</a:t>
            </a:r>
            <a:endParaRPr lang="zh-CN" altLang="zh-CN" sz="11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&lt;&lt;endl;</a:t>
            </a:r>
            <a:endParaRPr lang="zh-CN" altLang="zh-CN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62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3075C6-7BC9-49DE-A8E0-FDD37C9A0550}"/>
              </a:ext>
            </a:extLst>
          </p:cNvPr>
          <p:cNvSpPr/>
          <p:nvPr/>
        </p:nvSpPr>
        <p:spPr>
          <a:xfrm>
            <a:off x="7718247" y="1263572"/>
            <a:ext cx="298477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cin&gt;&gt;a;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(a%3==0&amp;&amp;a%5==0&amp;&amp;a%7==0){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 5 7"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(a%3==0&amp;&amp;a%5==0)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 5"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(a%3==0&amp;&amp;a%7==0)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 7"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(a%5==0&amp;&amp;a%7==0)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"5 7"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(a%3==0)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"3"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(a%5==0)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"5"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(a%7==0)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"7"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en-US" altLang="zh-CN" sz="1400" b="1" dirty="0">
              <a:solidFill>
                <a:srgbClr val="00669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 </a:t>
            </a:r>
            <a:r>
              <a:rPr lang="e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"n"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11799-BFA4-476E-AB01-02830AA10BB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Common mistakes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1D5103-D675-45F4-BBD9-D7FB55BCCA61}"/>
              </a:ext>
            </a:extLst>
          </p:cNvPr>
          <p:cNvSpPr/>
          <p:nvPr/>
        </p:nvSpPr>
        <p:spPr>
          <a:xfrm>
            <a:off x="6593666" y="3194536"/>
            <a:ext cx="9837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M</a:t>
            </a:r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istakes the last else for a common else for all ifs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8647E60D-832A-4E1F-A64F-A799985CAC51}"/>
              </a:ext>
            </a:extLst>
          </p:cNvPr>
          <p:cNvSpPr/>
          <p:nvPr/>
        </p:nvSpPr>
        <p:spPr>
          <a:xfrm>
            <a:off x="7559707" y="3697668"/>
            <a:ext cx="504826" cy="138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EE134216-D1CB-4401-B428-F37D7CA751CB}"/>
              </a:ext>
            </a:extLst>
          </p:cNvPr>
          <p:cNvSpPr/>
          <p:nvPr/>
        </p:nvSpPr>
        <p:spPr>
          <a:xfrm>
            <a:off x="7937158" y="2451558"/>
            <a:ext cx="260546" cy="11185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AAA6B9C-90B0-462D-8F43-BAD223B1961C}"/>
              </a:ext>
            </a:extLst>
          </p:cNvPr>
          <p:cNvSpPr/>
          <p:nvPr/>
        </p:nvSpPr>
        <p:spPr>
          <a:xfrm rot="18268760">
            <a:off x="7458240" y="3277925"/>
            <a:ext cx="535695" cy="144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968ECC-5985-44C2-B349-38A324CE82D2}"/>
              </a:ext>
            </a:extLst>
          </p:cNvPr>
          <p:cNvSpPr/>
          <p:nvPr/>
        </p:nvSpPr>
        <p:spPr>
          <a:xfrm>
            <a:off x="6990184" y="4682010"/>
            <a:ext cx="9837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Mistakes the last else for a common else for all ifs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110C3E90-227C-488E-8284-66C1F719BA61}"/>
              </a:ext>
            </a:extLst>
          </p:cNvPr>
          <p:cNvSpPr/>
          <p:nvPr/>
        </p:nvSpPr>
        <p:spPr>
          <a:xfrm>
            <a:off x="7956225" y="5185142"/>
            <a:ext cx="504826" cy="138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3E6A6A76-9748-4685-80D1-1E9AEAFF269C}"/>
              </a:ext>
            </a:extLst>
          </p:cNvPr>
          <p:cNvSpPr/>
          <p:nvPr/>
        </p:nvSpPr>
        <p:spPr>
          <a:xfrm>
            <a:off x="8333676" y="3939032"/>
            <a:ext cx="260546" cy="11185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C74729A3-CBF8-4799-B10A-7F066CB5BF8F}"/>
              </a:ext>
            </a:extLst>
          </p:cNvPr>
          <p:cNvSpPr/>
          <p:nvPr/>
        </p:nvSpPr>
        <p:spPr>
          <a:xfrm rot="18268760">
            <a:off x="7854758" y="4765399"/>
            <a:ext cx="535695" cy="1442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567AC1-0B2C-451E-90C5-D2A4C3CE8193}"/>
              </a:ext>
            </a:extLst>
          </p:cNvPr>
          <p:cNvSpPr txBox="1"/>
          <p:nvPr/>
        </p:nvSpPr>
        <p:spPr>
          <a:xfrm>
            <a:off x="378278" y="5057619"/>
            <a:ext cx="5494735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based on divisibility by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by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5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and by 7, </a:t>
            </a:r>
            <a:r>
              <a:rPr lang="en" altLang="zh-CN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there are 8 </a:t>
            </a:r>
            <a:r>
              <a:rPr lang="en" altLang="en-US" sz="12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scenarios in total.  Out results for each  scenario.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1BB390-677A-4E17-A572-CF9C11838757}"/>
              </a:ext>
            </a:extLst>
          </p:cNvPr>
          <p:cNvSpPr txBox="1"/>
          <p:nvPr/>
        </p:nvSpPr>
        <p:spPr>
          <a:xfrm>
            <a:off x="378278" y="1263572"/>
            <a:ext cx="5717722" cy="2962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>
              <a:lnSpc>
                <a:spcPct val="150000"/>
              </a:lnSpc>
            </a:pP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Given an integer, determine whether it is divisible by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5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or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7 , and output the following information: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1. It’s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divisible by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5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,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and 7 at the same time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(directly output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 5 7, seprated by one space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);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2.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It’s divisible by two (output 2 numbers, smaller first, followed by the larger. For example: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3 5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or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3 7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or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5 7.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Separated by one space);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3.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It’s divisible by only one (output the divisor);</a:t>
            </a:r>
          </a:p>
          <a:p>
            <a:pPr algn="just" defTabSz="914400">
              <a:lnSpc>
                <a:spcPct val="150000"/>
              </a:lnSpc>
            </a:pP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4. it’s not divisible by any. 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output the lowercase character </a:t>
            </a:r>
            <a:r>
              <a:rPr lang="en" altLang="zh-CN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 </a:t>
            </a:r>
            <a:r>
              <a:rPr lang="en" altLang="en-US" sz="14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.</a:t>
            </a:r>
            <a:endParaRPr lang="en-US" altLang="zh-CN" sz="14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38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 animBg="1"/>
      <p:bldP spid="6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8A11799-BFA4-476E-AB01-02830AA10BB4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Common mistakes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D95A97-2CB2-42E6-9529-4AE7D629CC69}"/>
              </a:ext>
            </a:extLst>
          </p:cNvPr>
          <p:cNvSpPr/>
          <p:nvPr/>
        </p:nvSpPr>
        <p:spPr>
          <a:xfrm>
            <a:off x="5579708" y="1722105"/>
            <a:ext cx="6029325" cy="2643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x;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cin&gt;&gt;x;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(0&lt;=x&amp;&amp;x&lt;=5)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cout&lt;&lt;fixed&lt;&lt;setprecision(3)&lt;&lt;-x+2.5;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(5&lt;=x&amp;&amp;x&lt;=10)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cout&lt;&lt;fixed&lt;&lt;setprecision(3)&lt;&lt;2-1.5*(x-3)*(x-3);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(10&lt;=x&amp;&amp;x&lt;=20)</a:t>
            </a:r>
            <a:endParaRPr lang="zh-CN" altLang="zh-CN" sz="1400" dirty="0"/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cout&lt;&lt;fixed&lt;&lt;setprecision(3)&lt;&lt;x/2-1.5;</a:t>
            </a:r>
            <a:endParaRPr lang="zh-CN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318801-2199-49BA-BCB7-D2EEE3DCFEAC}"/>
                  </a:ext>
                </a:extLst>
              </p:cNvPr>
              <p:cNvSpPr txBox="1"/>
              <p:nvPr/>
            </p:nvSpPr>
            <p:spPr>
              <a:xfrm>
                <a:off x="678609" y="1705140"/>
                <a:ext cx="4364082" cy="3130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Write a program to evaluate the following piecewise function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y=f(x) 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:</a:t>
                </a:r>
              </a:p>
              <a:p>
                <a:pPr algn="just"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When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0≤x&lt;5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,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y=-x+2.5</a:t>
                </a:r>
              </a:p>
              <a:p>
                <a:pPr algn="just"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When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5≤x&lt;10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,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y=2-1.5(x-3)</a:t>
                </a:r>
                <a:r>
                  <a:rPr lang="en" altLang="zh-CN" sz="1600" kern="100" baseline="300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2</a:t>
                </a:r>
                <a:endParaRPr lang="en-US" altLang="zh-CN" sz="1600" kern="1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algn="just"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When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10≤x&lt;20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,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</m:ctrlPr>
                      </m:fPr>
                      <m:num>
                        <m:r>
                          <a:rPr lang="en-US" altLang="zh-CN" sz="1600" b="0" i="1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1600" b="0" i="1" kern="1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ourier New" panose="02070309020205020404" pitchFamily="49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-1.5</a:t>
                </a:r>
              </a:p>
              <a:p>
                <a:pPr algn="just" defTabSz="914400">
                  <a:lnSpc>
                    <a:spcPct val="150000"/>
                  </a:lnSpc>
                </a:pPr>
                <a:endParaRPr lang="en-US" altLang="zh-CN" sz="1600" kern="1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algn="just"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Input:</a:t>
                </a:r>
                <a:endParaRPr lang="en-US" altLang="zh-CN" sz="1600" kern="100" dirty="0">
                  <a:solidFill>
                    <a:prstClr val="black"/>
                  </a:solidFill>
                  <a:latin typeface="Consolas" panose="020B0609020204030204" pitchFamily="49" charset="0"/>
                  <a:ea typeface="微软雅黑" panose="020B0503020204020204" pitchFamily="34" charset="-122"/>
                  <a:cs typeface="Courier New" panose="02070309020205020404" pitchFamily="49" charset="0"/>
                </a:endParaRPr>
              </a:p>
              <a:p>
                <a:pPr algn="just" defTabSz="914400">
                  <a:lnSpc>
                    <a:spcPct val="150000"/>
                  </a:lnSpc>
                </a:pP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A floating point number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x</a:t>
                </a:r>
                <a:r>
                  <a:rPr lang="en" altLang="en-US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, </a:t>
                </a:r>
                <a:r>
                  <a:rPr lang="en" altLang="zh-CN" sz="1600" kern="100" dirty="0">
                    <a:solidFill>
                      <a:prstClr val="black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  <a:cs typeface="Courier New" panose="02070309020205020404" pitchFamily="49" charset="0"/>
                  </a:rPr>
                  <a:t>0&lt;=x&lt;20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F318801-2199-49BA-BCB7-D2EEE3DCF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09" y="1705140"/>
                <a:ext cx="4364082" cy="3130344"/>
              </a:xfrm>
              <a:prstGeom prst="rect">
                <a:avLst/>
              </a:prstGeom>
              <a:blipFill>
                <a:blip r:embed="rId2"/>
                <a:stretch>
                  <a:fillRect l="-698" r="-838" b="-15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D3101E58-8183-474F-B2D0-6BD59E0BEF16}"/>
              </a:ext>
            </a:extLst>
          </p:cNvPr>
          <p:cNvSpPr/>
          <p:nvPr/>
        </p:nvSpPr>
        <p:spPr>
          <a:xfrm>
            <a:off x="6746715" y="4365136"/>
            <a:ext cx="35949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There are overlapping ranges that are evaluated in different ifs</a:t>
            </a:r>
          </a:p>
          <a:p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For example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 </a:t>
            </a:r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is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5 </a:t>
            </a:r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or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x </a:t>
            </a:r>
            <a:r>
              <a:rPr lang="e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is </a:t>
            </a:r>
            <a:r>
              <a:rPr lang="en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10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882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D736C39-A3AF-41E5-ADA7-E2E238CC430A}"/>
              </a:ext>
            </a:extLst>
          </p:cNvPr>
          <p:cNvSpPr txBox="1"/>
          <p:nvPr/>
        </p:nvSpPr>
        <p:spPr>
          <a:xfrm>
            <a:off x="678609" y="1486111"/>
            <a:ext cx="7621936" cy="3787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The program has multiple execution branches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Prepare test cases for each branch to ensure that each branch has been executed and is correct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Pay special attention to the boundary cases of conditions and prepare test cases for boundary cases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After modifying the program, it should be retested</a:t>
            </a:r>
            <a:endParaRPr lang="en-US" altLang="zh-CN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42900" indent="-342900" algn="just" defTabSz="914400">
              <a:lnSpc>
                <a:spcPct val="150000"/>
              </a:lnSpc>
              <a:buFont typeface="+mj-lt"/>
              <a:buAutoNum type="arabicPeriod"/>
            </a:pP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You cannot use the training site to verify whether the program passes. You must verify it </a:t>
            </a:r>
            <a:r>
              <a:rPr lang="en" altLang="en-US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 </a:t>
            </a:r>
            <a:r>
              <a:rPr lang="en" altLang="zh-CN" kern="10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DevC++ </a:t>
            </a:r>
            <a:r>
              <a:rPr lang="en" altLang="en-US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before submitting the code.</a:t>
            </a:r>
            <a:endParaRPr lang="zh-CN" altLang="en-US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957E51-7EE1-420B-BA10-63BA05395635}"/>
              </a:ext>
            </a:extLst>
          </p:cNvPr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Verify the program</a:t>
            </a:r>
          </a:p>
        </p:txBody>
      </p:sp>
    </p:spTree>
    <p:extLst>
      <p:ext uri="{BB962C8B-B14F-4D97-AF65-F5344CB8AC3E}">
        <p14:creationId xmlns:p14="http://schemas.microsoft.com/office/powerpoint/2010/main" val="292588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all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48974</TotalTime>
  <Words>2908</Words>
  <Application>Microsoft Office PowerPoint</Application>
  <PresentationFormat>宽屏</PresentationFormat>
  <Paragraphs>401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华文楷体</vt:lpstr>
      <vt:lpstr>宋体</vt:lpstr>
      <vt:lpstr>微软雅黑</vt:lpstr>
      <vt:lpstr>Arial</vt:lpstr>
      <vt:lpstr>Cambria Math</vt:lpstr>
      <vt:lpstr>Consolas</vt:lpstr>
      <vt:lpstr>Tw Cen MT</vt:lpstr>
      <vt:lpstr>电路</vt:lpstr>
      <vt:lpstr>Conditional Branching (2)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377</cp:revision>
  <dcterms:created xsi:type="dcterms:W3CDTF">2018-08-09T00:16:20Z</dcterms:created>
  <dcterms:modified xsi:type="dcterms:W3CDTF">2023-09-18T06:29:37Z</dcterms:modified>
</cp:coreProperties>
</file>