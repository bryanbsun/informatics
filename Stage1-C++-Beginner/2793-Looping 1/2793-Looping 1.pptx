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62" r:id="rId3"/>
    <p:sldId id="347" r:id="rId4"/>
    <p:sldId id="636" r:id="rId5"/>
    <p:sldId id="627" r:id="rId6"/>
    <p:sldId id="625" r:id="rId7"/>
    <p:sldId id="626" r:id="rId8"/>
    <p:sldId id="630" r:id="rId9"/>
    <p:sldId id="629" r:id="rId10"/>
    <p:sldId id="637" r:id="rId11"/>
    <p:sldId id="631" r:id="rId12"/>
    <p:sldId id="261" r:id="rId13"/>
    <p:sldId id="628" r:id="rId14"/>
    <p:sldId id="632" r:id="rId15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38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92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44" y="184"/>
      </p:cViewPr>
      <p:guideLst>
        <p:guide orient="horz" pos="2145"/>
        <p:guide pos="38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A8111D1-4A65-4A29-9DEE-6B0D34390FD8}"/>
    <pc:docChg chg="custSel modSld">
      <pc:chgData name="Bryan Sun" userId="851caa7714272873" providerId="LiveId" clId="{1A8111D1-4A65-4A29-9DEE-6B0D34390FD8}" dt="2026-09-10T10:42:27.291" v="1169" actId="20577"/>
      <pc:docMkLst>
        <pc:docMk/>
      </pc:docMkLst>
      <pc:sldChg chg="modSp mod">
        <pc:chgData name="Bryan Sun" userId="851caa7714272873" providerId="LiveId" clId="{1A8111D1-4A65-4A29-9DEE-6B0D34390FD8}" dt="2026-09-05T23:52:06.071" v="11" actId="404"/>
        <pc:sldMkLst>
          <pc:docMk/>
          <pc:sldMk cId="0" sldId="347"/>
        </pc:sldMkLst>
        <pc:spChg chg="mod">
          <ac:chgData name="Bryan Sun" userId="851caa7714272873" providerId="LiveId" clId="{1A8111D1-4A65-4A29-9DEE-6B0D34390FD8}" dt="2026-09-05T23:52:06.071" v="11" actId="404"/>
          <ac:spMkLst>
            <pc:docMk/>
            <pc:sldMk cId="0" sldId="347"/>
            <ac:spMk id="7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05T23:51:47.904" v="8" actId="404"/>
        <pc:sldMkLst>
          <pc:docMk/>
          <pc:sldMk cId="0" sldId="362"/>
        </pc:sldMkLst>
        <pc:spChg chg="mod">
          <ac:chgData name="Bryan Sun" userId="851caa7714272873" providerId="LiveId" clId="{1A8111D1-4A65-4A29-9DEE-6B0D34390FD8}" dt="2026-09-05T23:51:35.709" v="6" actId="14100"/>
          <ac:spMkLst>
            <pc:docMk/>
            <pc:sldMk cId="0" sldId="362"/>
            <ac:spMk id="6" creationId="{00000000-0000-0000-0000-000000000000}"/>
          </ac:spMkLst>
        </pc:spChg>
        <pc:spChg chg="mod">
          <ac:chgData name="Bryan Sun" userId="851caa7714272873" providerId="LiveId" clId="{1A8111D1-4A65-4A29-9DEE-6B0D34390FD8}" dt="2026-09-05T23:51:47.904" v="8" actId="404"/>
          <ac:spMkLst>
            <pc:docMk/>
            <pc:sldMk cId="0" sldId="362"/>
            <ac:spMk id="8" creationId="{00000000-0000-0000-0000-000000000000}"/>
          </ac:spMkLst>
        </pc:spChg>
        <pc:spChg chg="mod">
          <ac:chgData name="Bryan Sun" userId="851caa7714272873" providerId="LiveId" clId="{1A8111D1-4A65-4A29-9DEE-6B0D34390FD8}" dt="2026-09-05T23:51:04.440" v="0" actId="403"/>
          <ac:spMkLst>
            <pc:docMk/>
            <pc:sldMk cId="0" sldId="362"/>
            <ac:spMk id="10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05T23:55:35.395" v="98" actId="20577"/>
        <pc:sldMkLst>
          <pc:docMk/>
          <pc:sldMk cId="0" sldId="625"/>
        </pc:sldMkLst>
        <pc:spChg chg="mod">
          <ac:chgData name="Bryan Sun" userId="851caa7714272873" providerId="LiveId" clId="{1A8111D1-4A65-4A29-9DEE-6B0D34390FD8}" dt="2026-09-05T23:55:05.821" v="86" actId="20577"/>
          <ac:spMkLst>
            <pc:docMk/>
            <pc:sldMk cId="0" sldId="625"/>
            <ac:spMk id="5" creationId="{00000000-0000-0000-0000-000000000000}"/>
          </ac:spMkLst>
        </pc:spChg>
        <pc:spChg chg="mod">
          <ac:chgData name="Bryan Sun" userId="851caa7714272873" providerId="LiveId" clId="{1A8111D1-4A65-4A29-9DEE-6B0D34390FD8}" dt="2026-09-05T23:54:46.864" v="48" actId="1036"/>
          <ac:spMkLst>
            <pc:docMk/>
            <pc:sldMk cId="0" sldId="625"/>
            <ac:spMk id="6" creationId="{00000000-0000-0000-0000-000000000000}"/>
          </ac:spMkLst>
        </pc:spChg>
        <pc:spChg chg="mod">
          <ac:chgData name="Bryan Sun" userId="851caa7714272873" providerId="LiveId" clId="{1A8111D1-4A65-4A29-9DEE-6B0D34390FD8}" dt="2026-09-05T23:55:35.395" v="98" actId="20577"/>
          <ac:spMkLst>
            <pc:docMk/>
            <pc:sldMk cId="0" sldId="625"/>
            <ac:spMk id="7" creationId="{00000000-0000-0000-0000-000000000000}"/>
          </ac:spMkLst>
        </pc:spChg>
        <pc:spChg chg="mod">
          <ac:chgData name="Bryan Sun" userId="851caa7714272873" providerId="LiveId" clId="{1A8111D1-4A65-4A29-9DEE-6B0D34390FD8}" dt="2026-09-05T23:55:01.447" v="82" actId="20577"/>
          <ac:spMkLst>
            <pc:docMk/>
            <pc:sldMk cId="0" sldId="625"/>
            <ac:spMk id="8" creationId="{00000000-0000-0000-0000-000000000000}"/>
          </ac:spMkLst>
        </pc:spChg>
        <pc:spChg chg="mod">
          <ac:chgData name="Bryan Sun" userId="851caa7714272873" providerId="LiveId" clId="{1A8111D1-4A65-4A29-9DEE-6B0D34390FD8}" dt="2026-09-05T23:54:55.537" v="78" actId="1038"/>
          <ac:spMkLst>
            <pc:docMk/>
            <pc:sldMk cId="0" sldId="625"/>
            <ac:spMk id="10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05T23:56:00.391" v="114" actId="1037"/>
        <pc:sldMkLst>
          <pc:docMk/>
          <pc:sldMk cId="0" sldId="626"/>
        </pc:sldMkLst>
        <pc:spChg chg="mod">
          <ac:chgData name="Bryan Sun" userId="851caa7714272873" providerId="LiveId" clId="{1A8111D1-4A65-4A29-9DEE-6B0D34390FD8}" dt="2026-09-05T23:56:00.391" v="114" actId="1037"/>
          <ac:spMkLst>
            <pc:docMk/>
            <pc:sldMk cId="0" sldId="626"/>
            <ac:spMk id="5" creationId="{00000000-0000-0000-0000-000000000000}"/>
          </ac:spMkLst>
        </pc:spChg>
        <pc:spChg chg="mod">
          <ac:chgData name="Bryan Sun" userId="851caa7714272873" providerId="LiveId" clId="{1A8111D1-4A65-4A29-9DEE-6B0D34390FD8}" dt="2026-09-05T23:55:43.975" v="100" actId="403"/>
          <ac:spMkLst>
            <pc:docMk/>
            <pc:sldMk cId="0" sldId="626"/>
            <ac:spMk id="8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05T23:54:20.942" v="22" actId="403"/>
        <pc:sldMkLst>
          <pc:docMk/>
          <pc:sldMk cId="0" sldId="627"/>
        </pc:sldMkLst>
        <pc:spChg chg="mod">
          <ac:chgData name="Bryan Sun" userId="851caa7714272873" providerId="LiveId" clId="{1A8111D1-4A65-4A29-9DEE-6B0D34390FD8}" dt="2026-09-05T23:54:20.942" v="22" actId="403"/>
          <ac:spMkLst>
            <pc:docMk/>
            <pc:sldMk cId="0" sldId="627"/>
            <ac:spMk id="6" creationId="{00000000-0000-0000-0000-000000000000}"/>
          </ac:spMkLst>
        </pc:spChg>
        <pc:spChg chg="mod">
          <ac:chgData name="Bryan Sun" userId="851caa7714272873" providerId="LiveId" clId="{1A8111D1-4A65-4A29-9DEE-6B0D34390FD8}" dt="2026-09-05T23:53:42.200" v="13" actId="14100"/>
          <ac:spMkLst>
            <pc:docMk/>
            <pc:sldMk cId="0" sldId="627"/>
            <ac:spMk id="8" creationId="{00000000-0000-0000-0000-000000000000}"/>
          </ac:spMkLst>
        </pc:spChg>
        <pc:spChg chg="mod">
          <ac:chgData name="Bryan Sun" userId="851caa7714272873" providerId="LiveId" clId="{1A8111D1-4A65-4A29-9DEE-6B0D34390FD8}" dt="2026-09-05T23:54:04.341" v="19" actId="1076"/>
          <ac:spMkLst>
            <pc:docMk/>
            <pc:sldMk cId="0" sldId="627"/>
            <ac:spMk id="9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10T10:40:06.136" v="1143" actId="20577"/>
        <pc:sldMkLst>
          <pc:docMk/>
          <pc:sldMk cId="0" sldId="628"/>
        </pc:sldMkLst>
        <pc:spChg chg="mod">
          <ac:chgData name="Bryan Sun" userId="851caa7714272873" providerId="LiveId" clId="{1A8111D1-4A65-4A29-9DEE-6B0D34390FD8}" dt="2026-09-10T10:39:44.342" v="1127" actId="14100"/>
          <ac:spMkLst>
            <pc:docMk/>
            <pc:sldMk cId="0" sldId="628"/>
            <ac:spMk id="3" creationId="{00000000-0000-0000-0000-000000000000}"/>
          </ac:spMkLst>
        </pc:spChg>
        <pc:spChg chg="mod">
          <ac:chgData name="Bryan Sun" userId="851caa7714272873" providerId="LiveId" clId="{1A8111D1-4A65-4A29-9DEE-6B0D34390FD8}" dt="2026-09-06T00:23:58.431" v="900" actId="20577"/>
          <ac:spMkLst>
            <pc:docMk/>
            <pc:sldMk cId="0" sldId="628"/>
            <ac:spMk id="5" creationId="{00000000-0000-0000-0000-000000000000}"/>
          </ac:spMkLst>
        </pc:spChg>
        <pc:spChg chg="mod">
          <ac:chgData name="Bryan Sun" userId="851caa7714272873" providerId="LiveId" clId="{1A8111D1-4A65-4A29-9DEE-6B0D34390FD8}" dt="2026-09-10T10:39:52.029" v="1132" actId="20577"/>
          <ac:spMkLst>
            <pc:docMk/>
            <pc:sldMk cId="0" sldId="628"/>
            <ac:spMk id="6" creationId="{00000000-0000-0000-0000-000000000000}"/>
          </ac:spMkLst>
        </pc:spChg>
        <pc:spChg chg="mod">
          <ac:chgData name="Bryan Sun" userId="851caa7714272873" providerId="LiveId" clId="{1A8111D1-4A65-4A29-9DEE-6B0D34390FD8}" dt="2026-09-06T00:25:00.170" v="932" actId="20577"/>
          <ac:spMkLst>
            <pc:docMk/>
            <pc:sldMk cId="0" sldId="628"/>
            <ac:spMk id="7" creationId="{00000000-0000-0000-0000-000000000000}"/>
          </ac:spMkLst>
        </pc:spChg>
        <pc:spChg chg="mod">
          <ac:chgData name="Bryan Sun" userId="851caa7714272873" providerId="LiveId" clId="{1A8111D1-4A65-4A29-9DEE-6B0D34390FD8}" dt="2026-09-06T00:26:48.561" v="933" actId="20577"/>
          <ac:spMkLst>
            <pc:docMk/>
            <pc:sldMk cId="0" sldId="628"/>
            <ac:spMk id="9" creationId="{00000000-0000-0000-0000-000000000000}"/>
          </ac:spMkLst>
        </pc:spChg>
        <pc:spChg chg="mod">
          <ac:chgData name="Bryan Sun" userId="851caa7714272873" providerId="LiveId" clId="{1A8111D1-4A65-4A29-9DEE-6B0D34390FD8}" dt="2026-09-10T10:40:06.136" v="1143" actId="20577"/>
          <ac:spMkLst>
            <pc:docMk/>
            <pc:sldMk cId="0" sldId="628"/>
            <ac:spMk id="10" creationId="{00000000-0000-0000-0000-000000000000}"/>
          </ac:spMkLst>
        </pc:spChg>
        <pc:spChg chg="mod">
          <ac:chgData name="Bryan Sun" userId="851caa7714272873" providerId="LiveId" clId="{1A8111D1-4A65-4A29-9DEE-6B0D34390FD8}" dt="2026-09-06T00:24:57.536" v="930" actId="20577"/>
          <ac:spMkLst>
            <pc:docMk/>
            <pc:sldMk cId="0" sldId="628"/>
            <ac:spMk id="11" creationId="{00000000-0000-0000-0000-000000000000}"/>
          </ac:spMkLst>
        </pc:spChg>
      </pc:sldChg>
      <pc:sldChg chg="modSp mod modAnim">
        <pc:chgData name="Bryan Sun" userId="851caa7714272873" providerId="LiveId" clId="{1A8111D1-4A65-4A29-9DEE-6B0D34390FD8}" dt="2026-09-10T10:42:27.291" v="1169" actId="20577"/>
        <pc:sldMkLst>
          <pc:docMk/>
          <pc:sldMk cId="0" sldId="629"/>
        </pc:sldMkLst>
        <pc:spChg chg="mod">
          <ac:chgData name="Bryan Sun" userId="851caa7714272873" providerId="LiveId" clId="{1A8111D1-4A65-4A29-9DEE-6B0D34390FD8}" dt="2026-09-10T10:27:15.446" v="1015" actId="114"/>
          <ac:spMkLst>
            <pc:docMk/>
            <pc:sldMk cId="0" sldId="629"/>
            <ac:spMk id="2" creationId="{B879DE20-20B8-AFD7-FB04-6CAD4D90363D}"/>
          </ac:spMkLst>
        </pc:spChg>
        <pc:spChg chg="mod">
          <ac:chgData name="Bryan Sun" userId="851caa7714272873" providerId="LiveId" clId="{1A8111D1-4A65-4A29-9DEE-6B0D34390FD8}" dt="2026-09-10T10:42:27.291" v="1169" actId="20577"/>
          <ac:spMkLst>
            <pc:docMk/>
            <pc:sldMk cId="0" sldId="629"/>
            <ac:spMk id="3" creationId="{00000000-0000-0000-0000-000000000000}"/>
          </ac:spMkLst>
        </pc:spChg>
        <pc:spChg chg="mod">
          <ac:chgData name="Bryan Sun" userId="851caa7714272873" providerId="LiveId" clId="{1A8111D1-4A65-4A29-9DEE-6B0D34390FD8}" dt="2026-09-06T00:01:58.229" v="289" actId="113"/>
          <ac:spMkLst>
            <pc:docMk/>
            <pc:sldMk cId="0" sldId="629"/>
            <ac:spMk id="4" creationId="{6CD4B7BC-8DD3-79C5-8BAA-D1AC81939FB0}"/>
          </ac:spMkLst>
        </pc:spChg>
        <pc:spChg chg="mod">
          <ac:chgData name="Bryan Sun" userId="851caa7714272873" providerId="LiveId" clId="{1A8111D1-4A65-4A29-9DEE-6B0D34390FD8}" dt="2026-09-10T10:29:02.395" v="1070" actId="1037"/>
          <ac:spMkLst>
            <pc:docMk/>
            <pc:sldMk cId="0" sldId="629"/>
            <ac:spMk id="5" creationId="{00000000-0000-0000-0000-000000000000}"/>
          </ac:spMkLst>
        </pc:spChg>
        <pc:spChg chg="mod">
          <ac:chgData name="Bryan Sun" userId="851caa7714272873" providerId="LiveId" clId="{1A8111D1-4A65-4A29-9DEE-6B0D34390FD8}" dt="2026-09-10T10:30:00.298" v="1096" actId="20577"/>
          <ac:spMkLst>
            <pc:docMk/>
            <pc:sldMk cId="0" sldId="629"/>
            <ac:spMk id="6" creationId="{00000000-0000-0000-0000-000000000000}"/>
          </ac:spMkLst>
        </pc:spChg>
        <pc:spChg chg="mod">
          <ac:chgData name="Bryan Sun" userId="851caa7714272873" providerId="LiveId" clId="{1A8111D1-4A65-4A29-9DEE-6B0D34390FD8}" dt="2026-09-10T10:30:14.479" v="1097" actId="1076"/>
          <ac:spMkLst>
            <pc:docMk/>
            <pc:sldMk cId="0" sldId="629"/>
            <ac:spMk id="7" creationId="{00000000-0000-0000-0000-000000000000}"/>
          </ac:spMkLst>
        </pc:spChg>
        <pc:spChg chg="mod">
          <ac:chgData name="Bryan Sun" userId="851caa7714272873" providerId="LiveId" clId="{1A8111D1-4A65-4A29-9DEE-6B0D34390FD8}" dt="2026-09-10T10:27:44.567" v="1024" actId="114"/>
          <ac:spMkLst>
            <pc:docMk/>
            <pc:sldMk cId="0" sldId="629"/>
            <ac:spMk id="9" creationId="{027174CB-F347-DC93-C343-880ED4231983}"/>
          </ac:spMkLst>
        </pc:spChg>
        <pc:spChg chg="mod">
          <ac:chgData name="Bryan Sun" userId="851caa7714272873" providerId="LiveId" clId="{1A8111D1-4A65-4A29-9DEE-6B0D34390FD8}" dt="2026-09-06T00:02:03.840" v="295" actId="113"/>
          <ac:spMkLst>
            <pc:docMk/>
            <pc:sldMk cId="0" sldId="629"/>
            <ac:spMk id="10" creationId="{C4CFB636-DB80-8B6D-DA10-A38D9A6D028A}"/>
          </ac:spMkLst>
        </pc:spChg>
        <pc:spChg chg="mod">
          <ac:chgData name="Bryan Sun" userId="851caa7714272873" providerId="LiveId" clId="{1A8111D1-4A65-4A29-9DEE-6B0D34390FD8}" dt="2026-09-06T00:01:33.382" v="273" actId="1036"/>
          <ac:spMkLst>
            <pc:docMk/>
            <pc:sldMk cId="0" sldId="629"/>
            <ac:spMk id="11" creationId="{EDAAA97E-B098-87A1-2731-776DDA5CD060}"/>
          </ac:spMkLst>
        </pc:spChg>
        <pc:spChg chg="mod">
          <ac:chgData name="Bryan Sun" userId="851caa7714272873" providerId="LiveId" clId="{1A8111D1-4A65-4A29-9DEE-6B0D34390FD8}" dt="2026-09-06T00:02:05.967" v="296" actId="113"/>
          <ac:spMkLst>
            <pc:docMk/>
            <pc:sldMk cId="0" sldId="629"/>
            <ac:spMk id="12" creationId="{C082F796-60C0-857C-7AC6-33D291110205}"/>
          </ac:spMkLst>
        </pc:spChg>
        <pc:spChg chg="mod">
          <ac:chgData name="Bryan Sun" userId="851caa7714272873" providerId="LiveId" clId="{1A8111D1-4A65-4A29-9DEE-6B0D34390FD8}" dt="2026-09-06T00:02:33.001" v="300" actId="2711"/>
          <ac:spMkLst>
            <pc:docMk/>
            <pc:sldMk cId="0" sldId="629"/>
            <ac:spMk id="13" creationId="{C01BAA40-36B6-22E7-CF15-F95D04160CBD}"/>
          </ac:spMkLst>
        </pc:spChg>
        <pc:spChg chg="mod">
          <ac:chgData name="Bryan Sun" userId="851caa7714272873" providerId="LiveId" clId="{1A8111D1-4A65-4A29-9DEE-6B0D34390FD8}" dt="2026-09-06T00:02:43.724" v="301" actId="2711"/>
          <ac:spMkLst>
            <pc:docMk/>
            <pc:sldMk cId="0" sldId="629"/>
            <ac:spMk id="14" creationId="{0598E40A-336B-FCDF-3DAA-F464C3ADED4C}"/>
          </ac:spMkLst>
        </pc:spChg>
      </pc:sldChg>
      <pc:sldChg chg="modSp mod">
        <pc:chgData name="Bryan Sun" userId="851caa7714272873" providerId="LiveId" clId="{1A8111D1-4A65-4A29-9DEE-6B0D34390FD8}" dt="2026-09-06T00:00:21.592" v="238" actId="403"/>
        <pc:sldMkLst>
          <pc:docMk/>
          <pc:sldMk cId="0" sldId="630"/>
        </pc:sldMkLst>
        <pc:spChg chg="mod">
          <ac:chgData name="Bryan Sun" userId="851caa7714272873" providerId="LiveId" clId="{1A8111D1-4A65-4A29-9DEE-6B0D34390FD8}" dt="2026-09-05T23:59:02.193" v="198" actId="20577"/>
          <ac:spMkLst>
            <pc:docMk/>
            <pc:sldMk cId="0" sldId="630"/>
            <ac:spMk id="5" creationId="{00000000-0000-0000-0000-000000000000}"/>
          </ac:spMkLst>
        </pc:spChg>
        <pc:spChg chg="mod">
          <ac:chgData name="Bryan Sun" userId="851caa7714272873" providerId="LiveId" clId="{1A8111D1-4A65-4A29-9DEE-6B0D34390FD8}" dt="2026-09-06T00:00:21.592" v="238" actId="403"/>
          <ac:spMkLst>
            <pc:docMk/>
            <pc:sldMk cId="0" sldId="630"/>
            <ac:spMk id="7" creationId="{00000000-0000-0000-0000-000000000000}"/>
          </ac:spMkLst>
        </pc:spChg>
        <pc:spChg chg="mod">
          <ac:chgData name="Bryan Sun" userId="851caa7714272873" providerId="LiveId" clId="{1A8111D1-4A65-4A29-9DEE-6B0D34390FD8}" dt="2026-09-05T23:57:49.752" v="157" actId="20577"/>
          <ac:spMkLst>
            <pc:docMk/>
            <pc:sldMk cId="0" sldId="630"/>
            <ac:spMk id="8" creationId="{00000000-0000-0000-0000-000000000000}"/>
          </ac:spMkLst>
        </pc:spChg>
        <pc:spChg chg="mod">
          <ac:chgData name="Bryan Sun" userId="851caa7714272873" providerId="LiveId" clId="{1A8111D1-4A65-4A29-9DEE-6B0D34390FD8}" dt="2026-09-05T23:59:09.562" v="200" actId="20577"/>
          <ac:spMkLst>
            <pc:docMk/>
            <pc:sldMk cId="0" sldId="630"/>
            <ac:spMk id="10" creationId="{00000000-0000-0000-0000-000000000000}"/>
          </ac:spMkLst>
        </pc:spChg>
        <pc:spChg chg="mod">
          <ac:chgData name="Bryan Sun" userId="851caa7714272873" providerId="LiveId" clId="{1A8111D1-4A65-4A29-9DEE-6B0D34390FD8}" dt="2026-09-05T23:59:07.246" v="199" actId="20577"/>
          <ac:spMkLst>
            <pc:docMk/>
            <pc:sldMk cId="0" sldId="630"/>
            <ac:spMk id="11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10T10:39:12.820" v="1125" actId="114"/>
        <pc:sldMkLst>
          <pc:docMk/>
          <pc:sldMk cId="0" sldId="631"/>
        </pc:sldMkLst>
        <pc:spChg chg="mod">
          <ac:chgData name="Bryan Sun" userId="851caa7714272873" providerId="LiveId" clId="{1A8111D1-4A65-4A29-9DEE-6B0D34390FD8}" dt="2026-09-06T00:21:47.406" v="787" actId="20577"/>
          <ac:spMkLst>
            <pc:docMk/>
            <pc:sldMk cId="0" sldId="631"/>
            <ac:spMk id="3" creationId="{00000000-0000-0000-0000-000000000000}"/>
          </ac:spMkLst>
        </pc:spChg>
        <pc:spChg chg="mod">
          <ac:chgData name="Bryan Sun" userId="851caa7714272873" providerId="LiveId" clId="{1A8111D1-4A65-4A29-9DEE-6B0D34390FD8}" dt="2026-09-06T00:14:51.643" v="625" actId="113"/>
          <ac:spMkLst>
            <pc:docMk/>
            <pc:sldMk cId="0" sldId="631"/>
            <ac:spMk id="4" creationId="{00000000-0000-0000-0000-000000000000}"/>
          </ac:spMkLst>
        </pc:spChg>
        <pc:spChg chg="mod">
          <ac:chgData name="Bryan Sun" userId="851caa7714272873" providerId="LiveId" clId="{1A8111D1-4A65-4A29-9DEE-6B0D34390FD8}" dt="2026-09-06T00:16:06.557" v="649" actId="1076"/>
          <ac:spMkLst>
            <pc:docMk/>
            <pc:sldMk cId="0" sldId="631"/>
            <ac:spMk id="5" creationId="{00000000-0000-0000-0000-000000000000}"/>
          </ac:spMkLst>
        </pc:spChg>
        <pc:spChg chg="mod">
          <ac:chgData name="Bryan Sun" userId="851caa7714272873" providerId="LiveId" clId="{1A8111D1-4A65-4A29-9DEE-6B0D34390FD8}" dt="2026-09-10T10:38:52.436" v="1124" actId="114"/>
          <ac:spMkLst>
            <pc:docMk/>
            <pc:sldMk cId="0" sldId="631"/>
            <ac:spMk id="6" creationId="{00000000-0000-0000-0000-000000000000}"/>
          </ac:spMkLst>
        </pc:spChg>
        <pc:spChg chg="mod">
          <ac:chgData name="Bryan Sun" userId="851caa7714272873" providerId="LiveId" clId="{1A8111D1-4A65-4A29-9DEE-6B0D34390FD8}" dt="2026-09-10T10:38:36.395" v="1119" actId="114"/>
          <ac:spMkLst>
            <pc:docMk/>
            <pc:sldMk cId="0" sldId="631"/>
            <ac:spMk id="7" creationId="{00000000-0000-0000-0000-000000000000}"/>
          </ac:spMkLst>
        </pc:spChg>
        <pc:spChg chg="mod">
          <ac:chgData name="Bryan Sun" userId="851caa7714272873" providerId="LiveId" clId="{1A8111D1-4A65-4A29-9DEE-6B0D34390FD8}" dt="2026-09-06T00:23:05.806" v="871" actId="20577"/>
          <ac:spMkLst>
            <pc:docMk/>
            <pc:sldMk cId="0" sldId="631"/>
            <ac:spMk id="8" creationId="{00000000-0000-0000-0000-000000000000}"/>
          </ac:spMkLst>
        </pc:spChg>
        <pc:spChg chg="mod">
          <ac:chgData name="Bryan Sun" userId="851caa7714272873" providerId="LiveId" clId="{1A8111D1-4A65-4A29-9DEE-6B0D34390FD8}" dt="2026-09-06T00:16:02.198" v="648" actId="1076"/>
          <ac:spMkLst>
            <pc:docMk/>
            <pc:sldMk cId="0" sldId="631"/>
            <ac:spMk id="9" creationId="{00000000-0000-0000-0000-000000000000}"/>
          </ac:spMkLst>
        </pc:spChg>
        <pc:spChg chg="mod">
          <ac:chgData name="Bryan Sun" userId="851caa7714272873" providerId="LiveId" clId="{1A8111D1-4A65-4A29-9DEE-6B0D34390FD8}" dt="2026-09-06T00:17:00.784" v="670" actId="14100"/>
          <ac:spMkLst>
            <pc:docMk/>
            <pc:sldMk cId="0" sldId="631"/>
            <ac:spMk id="10" creationId="{00000000-0000-0000-0000-000000000000}"/>
          </ac:spMkLst>
        </pc:spChg>
        <pc:spChg chg="mod">
          <ac:chgData name="Bryan Sun" userId="851caa7714272873" providerId="LiveId" clId="{1A8111D1-4A65-4A29-9DEE-6B0D34390FD8}" dt="2026-09-06T00:22:51.646" v="861" actId="2711"/>
          <ac:spMkLst>
            <pc:docMk/>
            <pc:sldMk cId="0" sldId="631"/>
            <ac:spMk id="12" creationId="{00000000-0000-0000-0000-000000000000}"/>
          </ac:spMkLst>
        </pc:spChg>
        <pc:spChg chg="mod">
          <ac:chgData name="Bryan Sun" userId="851caa7714272873" providerId="LiveId" clId="{1A8111D1-4A65-4A29-9DEE-6B0D34390FD8}" dt="2026-09-06T00:17:31.515" v="685" actId="1035"/>
          <ac:spMkLst>
            <pc:docMk/>
            <pc:sldMk cId="0" sldId="631"/>
            <ac:spMk id="13" creationId="{00000000-0000-0000-0000-000000000000}"/>
          </ac:spMkLst>
        </pc:spChg>
        <pc:spChg chg="mod">
          <ac:chgData name="Bryan Sun" userId="851caa7714272873" providerId="LiveId" clId="{1A8111D1-4A65-4A29-9DEE-6B0D34390FD8}" dt="2026-09-06T00:18:50.550" v="743" actId="20577"/>
          <ac:spMkLst>
            <pc:docMk/>
            <pc:sldMk cId="0" sldId="631"/>
            <ac:spMk id="14" creationId="{00000000-0000-0000-0000-000000000000}"/>
          </ac:spMkLst>
        </pc:spChg>
        <pc:spChg chg="mod">
          <ac:chgData name="Bryan Sun" userId="851caa7714272873" providerId="LiveId" clId="{1A8111D1-4A65-4A29-9DEE-6B0D34390FD8}" dt="2026-09-06T00:17:41.657" v="698" actId="113"/>
          <ac:spMkLst>
            <pc:docMk/>
            <pc:sldMk cId="0" sldId="631"/>
            <ac:spMk id="15" creationId="{00000000-0000-0000-0000-000000000000}"/>
          </ac:spMkLst>
        </pc:spChg>
        <pc:spChg chg="mod">
          <ac:chgData name="Bryan Sun" userId="851caa7714272873" providerId="LiveId" clId="{1A8111D1-4A65-4A29-9DEE-6B0D34390FD8}" dt="2026-09-06T00:17:57.059" v="704" actId="2711"/>
          <ac:spMkLst>
            <pc:docMk/>
            <pc:sldMk cId="0" sldId="631"/>
            <ac:spMk id="16" creationId="{00000000-0000-0000-0000-000000000000}"/>
          </ac:spMkLst>
        </pc:spChg>
        <pc:spChg chg="mod">
          <ac:chgData name="Bryan Sun" userId="851caa7714272873" providerId="LiveId" clId="{1A8111D1-4A65-4A29-9DEE-6B0D34390FD8}" dt="2026-09-06T00:18:03.746" v="705" actId="2711"/>
          <ac:spMkLst>
            <pc:docMk/>
            <pc:sldMk cId="0" sldId="631"/>
            <ac:spMk id="17" creationId="{00000000-0000-0000-0000-000000000000}"/>
          </ac:spMkLst>
        </pc:spChg>
        <pc:spChg chg="mod">
          <ac:chgData name="Bryan Sun" userId="851caa7714272873" providerId="LiveId" clId="{1A8111D1-4A65-4A29-9DEE-6B0D34390FD8}" dt="2026-09-10T10:39:12.820" v="1125" actId="114"/>
          <ac:spMkLst>
            <pc:docMk/>
            <pc:sldMk cId="0" sldId="631"/>
            <ac:spMk id="22" creationId="{00000000-0000-0000-0000-000000000000}"/>
          </ac:spMkLst>
        </pc:spChg>
        <pc:spChg chg="mod">
          <ac:chgData name="Bryan Sun" userId="851caa7714272873" providerId="LiveId" clId="{1A8111D1-4A65-4A29-9DEE-6B0D34390FD8}" dt="2026-09-06T00:14:45.876" v="624" actId="14100"/>
          <ac:spMkLst>
            <pc:docMk/>
            <pc:sldMk cId="0" sldId="631"/>
            <ac:spMk id="23" creationId="{00000000-0000-0000-0000-000000000000}"/>
          </ac:spMkLst>
        </pc:spChg>
        <pc:spChg chg="mod">
          <ac:chgData name="Bryan Sun" userId="851caa7714272873" providerId="LiveId" clId="{1A8111D1-4A65-4A29-9DEE-6B0D34390FD8}" dt="2026-09-06T00:15:25.910" v="631" actId="20577"/>
          <ac:spMkLst>
            <pc:docMk/>
            <pc:sldMk cId="0" sldId="631"/>
            <ac:spMk id="24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10T10:41:01.027" v="1164" actId="14734"/>
        <pc:sldMkLst>
          <pc:docMk/>
          <pc:sldMk cId="0" sldId="632"/>
        </pc:sldMkLst>
        <pc:spChg chg="mod">
          <ac:chgData name="Bryan Sun" userId="851caa7714272873" providerId="LiveId" clId="{1A8111D1-4A65-4A29-9DEE-6B0D34390FD8}" dt="2026-09-10T10:40:44.063" v="1163" actId="14100"/>
          <ac:spMkLst>
            <pc:docMk/>
            <pc:sldMk cId="0" sldId="632"/>
            <ac:spMk id="3" creationId="{00000000-0000-0000-0000-000000000000}"/>
          </ac:spMkLst>
        </pc:spChg>
        <pc:spChg chg="mod">
          <ac:chgData name="Bryan Sun" userId="851caa7714272873" providerId="LiveId" clId="{1A8111D1-4A65-4A29-9DEE-6B0D34390FD8}" dt="2026-09-06T00:28:04.653" v="1010" actId="20577"/>
          <ac:spMkLst>
            <pc:docMk/>
            <pc:sldMk cId="0" sldId="632"/>
            <ac:spMk id="5" creationId="{00000000-0000-0000-0000-000000000000}"/>
          </ac:spMkLst>
        </pc:spChg>
        <pc:graphicFrameChg chg="modGraphic">
          <ac:chgData name="Bryan Sun" userId="851caa7714272873" providerId="LiveId" clId="{1A8111D1-4A65-4A29-9DEE-6B0D34390FD8}" dt="2026-09-10T10:41:01.027" v="1164" actId="14734"/>
          <ac:graphicFrameMkLst>
            <pc:docMk/>
            <pc:sldMk cId="0" sldId="632"/>
            <ac:graphicFrameMk id="8" creationId="{00000000-0000-0000-0000-000000000000}"/>
          </ac:graphicFrameMkLst>
        </pc:graphicFrameChg>
      </pc:sldChg>
      <pc:sldChg chg="modSp mod">
        <pc:chgData name="Bryan Sun" userId="851caa7714272873" providerId="LiveId" clId="{1A8111D1-4A65-4A29-9DEE-6B0D34390FD8}" dt="2026-09-10T10:31:27.758" v="1113" actId="20577"/>
        <pc:sldMkLst>
          <pc:docMk/>
          <pc:sldMk cId="1019893434" sldId="637"/>
        </pc:sldMkLst>
        <pc:spChg chg="mod">
          <ac:chgData name="Bryan Sun" userId="851caa7714272873" providerId="LiveId" clId="{1A8111D1-4A65-4A29-9DEE-6B0D34390FD8}" dt="2026-09-10T10:31:27.758" v="1113" actId="20577"/>
          <ac:spMkLst>
            <pc:docMk/>
            <pc:sldMk cId="1019893434" sldId="637"/>
            <ac:spMk id="6" creationId="{00000000-0000-0000-0000-000000000000}"/>
          </ac:spMkLst>
        </pc:spChg>
        <pc:spChg chg="mod">
          <ac:chgData name="Bryan Sun" userId="851caa7714272873" providerId="LiveId" clId="{1A8111D1-4A65-4A29-9DEE-6B0D34390FD8}" dt="2026-09-06T00:04:42.217" v="324" actId="14100"/>
          <ac:spMkLst>
            <pc:docMk/>
            <pc:sldMk cId="1019893434" sldId="637"/>
            <ac:spMk id="8" creationId="{00000000-0000-0000-0000-000000000000}"/>
          </ac:spMkLst>
        </pc:spChg>
        <pc:spChg chg="mod">
          <ac:chgData name="Bryan Sun" userId="851caa7714272873" providerId="LiveId" clId="{1A8111D1-4A65-4A29-9DEE-6B0D34390FD8}" dt="2026-09-06T00:08:03.414" v="397" actId="20577"/>
          <ac:spMkLst>
            <pc:docMk/>
            <pc:sldMk cId="1019893434" sldId="637"/>
            <ac:spMk id="9" creationId="{AE00C9E6-C8C5-64AC-B8CB-526D381A56BE}"/>
          </ac:spMkLst>
        </pc:spChg>
        <pc:spChg chg="mod">
          <ac:chgData name="Bryan Sun" userId="851caa7714272873" providerId="LiveId" clId="{1A8111D1-4A65-4A29-9DEE-6B0D34390FD8}" dt="2026-09-06T00:05:43.016" v="358" actId="403"/>
          <ac:spMkLst>
            <pc:docMk/>
            <pc:sldMk cId="1019893434" sldId="637"/>
            <ac:spMk id="10" creationId="{547F8D3E-5D4C-5D79-AAE7-5A385D9BE3CD}"/>
          </ac:spMkLst>
        </pc:spChg>
        <pc:spChg chg="mod">
          <ac:chgData name="Bryan Sun" userId="851caa7714272873" providerId="LiveId" clId="{1A8111D1-4A65-4A29-9DEE-6B0D34390FD8}" dt="2026-09-06T00:08:40.378" v="430" actId="20577"/>
          <ac:spMkLst>
            <pc:docMk/>
            <pc:sldMk cId="1019893434" sldId="637"/>
            <ac:spMk id="11" creationId="{3E5FDB6E-687A-361A-584E-344D504A2D56}"/>
          </ac:spMkLst>
        </pc:spChg>
        <pc:spChg chg="mod">
          <ac:chgData name="Bryan Sun" userId="851caa7714272873" providerId="LiveId" clId="{1A8111D1-4A65-4A29-9DEE-6B0D34390FD8}" dt="2026-09-06T00:05:43.016" v="358" actId="403"/>
          <ac:spMkLst>
            <pc:docMk/>
            <pc:sldMk cId="1019893434" sldId="637"/>
            <ac:spMk id="12" creationId="{3D3AE092-A26A-B91A-81C4-4ECE8215012E}"/>
          </ac:spMkLst>
        </pc:spChg>
        <pc:spChg chg="mod">
          <ac:chgData name="Bryan Sun" userId="851caa7714272873" providerId="LiveId" clId="{1A8111D1-4A65-4A29-9DEE-6B0D34390FD8}" dt="2026-09-06T00:09:58.105" v="487" actId="5793"/>
          <ac:spMkLst>
            <pc:docMk/>
            <pc:sldMk cId="1019893434" sldId="637"/>
            <ac:spMk id="13" creationId="{B4045CC3-E7AF-7837-4792-6E2DB1D11AD6}"/>
          </ac:spMkLst>
        </pc:spChg>
        <pc:spChg chg="mod">
          <ac:chgData name="Bryan Sun" userId="851caa7714272873" providerId="LiveId" clId="{1A8111D1-4A65-4A29-9DEE-6B0D34390FD8}" dt="2026-09-06T00:08:53.401" v="433" actId="403"/>
          <ac:spMkLst>
            <pc:docMk/>
            <pc:sldMk cId="1019893434" sldId="637"/>
            <ac:spMk id="14" creationId="{3A86A864-7C36-A426-777C-30472E1276D3}"/>
          </ac:spMkLst>
        </pc:spChg>
      </pc:sldChg>
    </pc:docChg>
  </pc:docChgLst>
  <pc:docChgLst>
    <pc:chgData name="Bryan Sun" userId="851caa7714272873" providerId="LiveId" clId="{1DF0C224-3A3E-55A6-A8D1-F8F2208D385B}"/>
    <pc:docChg chg="undo custSel modSld">
      <pc:chgData name="Bryan Sun" userId="851caa7714272873" providerId="LiveId" clId="{1DF0C224-3A3E-55A6-A8D1-F8F2208D385B}" dt="2026-09-12T11:53:40.814" v="515" actId="1038"/>
      <pc:docMkLst>
        <pc:docMk/>
      </pc:docMkLst>
      <pc:sldChg chg="modSp mod">
        <pc:chgData name="Bryan Sun" userId="851caa7714272873" providerId="LiveId" clId="{1DF0C224-3A3E-55A6-A8D1-F8F2208D385B}" dt="2026-08-29T13:05:13.200" v="37" actId="1076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08-29T13:04:43.954" v="25" actId="6549"/>
          <ac:spMkLst>
            <pc:docMk/>
            <pc:sldMk cId="0" sldId="256"/>
            <ac:spMk id="2" creationId="{00000000-0000-0000-0000-000000000000}"/>
          </ac:spMkLst>
        </pc:spChg>
        <pc:spChg chg="mod">
          <ac:chgData name="Bryan Sun" userId="851caa7714272873" providerId="LiveId" clId="{1DF0C224-3A3E-55A6-A8D1-F8F2208D385B}" dt="2026-08-29T13:05:13.200" v="37" actId="1076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8-29T13:13:56.206" v="232" actId="6549"/>
        <pc:sldMkLst>
          <pc:docMk/>
          <pc:sldMk cId="0" sldId="347"/>
        </pc:sldMkLst>
        <pc:spChg chg="mod">
          <ac:chgData name="Bryan Sun" userId="851caa7714272873" providerId="LiveId" clId="{1DF0C224-3A3E-55A6-A8D1-F8F2208D385B}" dt="2026-08-29T13:13:08.664" v="216" actId="1038"/>
          <ac:spMkLst>
            <pc:docMk/>
            <pc:sldMk cId="0" sldId="347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6-08-29T13:13:08.664" v="216" actId="1038"/>
          <ac:spMkLst>
            <pc:docMk/>
            <pc:sldMk cId="0" sldId="347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08-29T13:13:41.963" v="228" actId="2711"/>
          <ac:spMkLst>
            <pc:docMk/>
            <pc:sldMk cId="0" sldId="347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08-29T13:13:24.480" v="226" actId="6549"/>
          <ac:spMkLst>
            <pc:docMk/>
            <pc:sldMk cId="0" sldId="347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08-29T13:13:56.206" v="232" actId="6549"/>
          <ac:spMkLst>
            <pc:docMk/>
            <pc:sldMk cId="0" sldId="347"/>
            <ac:spMk id="9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8-29T13:25:00.421" v="392" actId="948"/>
        <pc:sldMkLst>
          <pc:docMk/>
          <pc:sldMk cId="0" sldId="362"/>
        </pc:sldMkLst>
        <pc:spChg chg="mod">
          <ac:chgData name="Bryan Sun" userId="851caa7714272873" providerId="LiveId" clId="{1DF0C224-3A3E-55A6-A8D1-F8F2208D385B}" dt="2026-08-29T13:25:00.421" v="392" actId="948"/>
          <ac:spMkLst>
            <pc:docMk/>
            <pc:sldMk cId="0" sldId="362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08-29T13:12:30.576" v="182" actId="6549"/>
          <ac:spMkLst>
            <pc:docMk/>
            <pc:sldMk cId="0" sldId="362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08-29T13:06:53.486" v="69" actId="113"/>
          <ac:spMkLst>
            <pc:docMk/>
            <pc:sldMk cId="0" sldId="362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08-29T13:24:47.605" v="391" actId="948"/>
          <ac:spMkLst>
            <pc:docMk/>
            <pc:sldMk cId="0" sldId="362"/>
            <ac:spMk id="10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8-29T13:19:00.432" v="351" actId="2711"/>
        <pc:sldMkLst>
          <pc:docMk/>
          <pc:sldMk cId="0" sldId="625"/>
        </pc:sldMkLst>
        <pc:spChg chg="mod">
          <ac:chgData name="Bryan Sun" userId="851caa7714272873" providerId="LiveId" clId="{1DF0C224-3A3E-55A6-A8D1-F8F2208D385B}" dt="2026-08-29T13:18:40.691" v="350" actId="2711"/>
          <ac:spMkLst>
            <pc:docMk/>
            <pc:sldMk cId="0" sldId="625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08-29T13:19:00.432" v="351" actId="2711"/>
          <ac:spMkLst>
            <pc:docMk/>
            <pc:sldMk cId="0" sldId="625"/>
            <ac:spMk id="9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8-29T13:19:42.682" v="360" actId="2711"/>
        <pc:sldMkLst>
          <pc:docMk/>
          <pc:sldMk cId="0" sldId="626"/>
        </pc:sldMkLst>
        <pc:spChg chg="mod">
          <ac:chgData name="Bryan Sun" userId="851caa7714272873" providerId="LiveId" clId="{1DF0C224-3A3E-55A6-A8D1-F8F2208D385B}" dt="2026-08-29T13:19:11.667" v="352" actId="2711"/>
          <ac:spMkLst>
            <pc:docMk/>
            <pc:sldMk cId="0" sldId="626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6-08-29T13:19:24.593" v="358" actId="20577"/>
          <ac:spMkLst>
            <pc:docMk/>
            <pc:sldMk cId="0" sldId="626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08-29T13:19:11.667" v="352" actId="2711"/>
          <ac:spMkLst>
            <pc:docMk/>
            <pc:sldMk cId="0" sldId="626"/>
            <ac:spMk id="12" creationId="{00000000-0000-0000-0000-000000000000}"/>
          </ac:spMkLst>
        </pc:spChg>
        <pc:graphicFrameChg chg="modGraphic">
          <ac:chgData name="Bryan Sun" userId="851caa7714272873" providerId="LiveId" clId="{1DF0C224-3A3E-55A6-A8D1-F8F2208D385B}" dt="2026-08-29T13:19:42.682" v="360" actId="2711"/>
          <ac:graphicFrameMkLst>
            <pc:docMk/>
            <pc:sldMk cId="0" sldId="626"/>
            <ac:graphicFrameMk id="9" creationId="{00000000-0000-0000-0000-000000000000}"/>
          </ac:graphicFrameMkLst>
        </pc:graphicFrameChg>
      </pc:sldChg>
      <pc:sldChg chg="modSp mod">
        <pc:chgData name="Bryan Sun" userId="851caa7714272873" providerId="LiveId" clId="{1DF0C224-3A3E-55A6-A8D1-F8F2208D385B}" dt="2026-09-12T11:49:15.600" v="439" actId="20577"/>
        <pc:sldMkLst>
          <pc:docMk/>
          <pc:sldMk cId="0" sldId="627"/>
        </pc:sldMkLst>
        <pc:spChg chg="mod">
          <ac:chgData name="Bryan Sun" userId="851caa7714272873" providerId="LiveId" clId="{1DF0C224-3A3E-55A6-A8D1-F8F2208D385B}" dt="2026-08-29T13:15:16.380" v="256" actId="20577"/>
          <ac:spMkLst>
            <pc:docMk/>
            <pc:sldMk cId="0" sldId="627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08-29T13:15:11.328" v="240" actId="14100"/>
          <ac:spMkLst>
            <pc:docMk/>
            <pc:sldMk cId="0" sldId="627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08-29T13:15:23.473" v="257" actId="1076"/>
          <ac:spMkLst>
            <pc:docMk/>
            <pc:sldMk cId="0" sldId="627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09-12T11:48:57.791" v="418" actId="14100"/>
          <ac:spMkLst>
            <pc:docMk/>
            <pc:sldMk cId="0" sldId="627"/>
            <ac:spMk id="9" creationId="{00000000-0000-0000-0000-000000000000}"/>
          </ac:spMkLst>
        </pc:spChg>
        <pc:graphicFrameChg chg="mod modGraphic">
          <ac:chgData name="Bryan Sun" userId="851caa7714272873" providerId="LiveId" clId="{1DF0C224-3A3E-55A6-A8D1-F8F2208D385B}" dt="2026-09-12T11:49:15.600" v="439" actId="20577"/>
          <ac:graphicFrameMkLst>
            <pc:docMk/>
            <pc:sldMk cId="0" sldId="627"/>
            <ac:graphicFrameMk id="5" creationId="{00000000-0000-0000-0000-000000000000}"/>
          </ac:graphicFrameMkLst>
        </pc:graphicFrameChg>
      </pc:sldChg>
      <pc:sldChg chg="modSp mod">
        <pc:chgData name="Bryan Sun" userId="851caa7714272873" providerId="LiveId" clId="{1DF0C224-3A3E-55A6-A8D1-F8F2208D385B}" dt="2026-08-29T13:22:27.562" v="380" actId="2711"/>
        <pc:sldMkLst>
          <pc:docMk/>
          <pc:sldMk cId="0" sldId="628"/>
        </pc:sldMkLst>
        <pc:spChg chg="mod">
          <ac:chgData name="Bryan Sun" userId="851caa7714272873" providerId="LiveId" clId="{1DF0C224-3A3E-55A6-A8D1-F8F2208D385B}" dt="2026-08-29T13:22:27.562" v="380" actId="2711"/>
          <ac:spMkLst>
            <pc:docMk/>
            <pc:sldMk cId="0" sldId="628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6-08-29T13:21:59.160" v="377" actId="2711"/>
          <ac:spMkLst>
            <pc:docMk/>
            <pc:sldMk cId="0" sldId="628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6-08-29T13:22:27.562" v="380" actId="2711"/>
          <ac:spMkLst>
            <pc:docMk/>
            <pc:sldMk cId="0" sldId="628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08-29T13:21:59.160" v="377" actId="2711"/>
          <ac:spMkLst>
            <pc:docMk/>
            <pc:sldMk cId="0" sldId="628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08-29T13:22:17.177" v="379" actId="20577"/>
          <ac:spMkLst>
            <pc:docMk/>
            <pc:sldMk cId="0" sldId="628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6-08-29T13:22:27.562" v="380" actId="2711"/>
          <ac:spMkLst>
            <pc:docMk/>
            <pc:sldMk cId="0" sldId="628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6-08-29T13:21:59.160" v="377" actId="2711"/>
          <ac:spMkLst>
            <pc:docMk/>
            <pc:sldMk cId="0" sldId="628"/>
            <ac:spMk id="11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9-12T11:52:03.006" v="458" actId="114"/>
        <pc:sldMkLst>
          <pc:docMk/>
          <pc:sldMk cId="0" sldId="629"/>
        </pc:sldMkLst>
        <pc:spChg chg="mod">
          <ac:chgData name="Bryan Sun" userId="851caa7714272873" providerId="LiveId" clId="{1DF0C224-3A3E-55A6-A8D1-F8F2208D385B}" dt="2026-08-29T13:20:15.949" v="363" actId="2711"/>
          <ac:spMkLst>
            <pc:docMk/>
            <pc:sldMk cId="0" sldId="629"/>
            <ac:spMk id="2" creationId="{B879DE20-20B8-AFD7-FB04-6CAD4D90363D}"/>
          </ac:spMkLst>
        </pc:spChg>
        <pc:spChg chg="mod">
          <ac:chgData name="Bryan Sun" userId="851caa7714272873" providerId="LiveId" clId="{1DF0C224-3A3E-55A6-A8D1-F8F2208D385B}" dt="2026-09-12T11:51:20.882" v="452" actId="948"/>
          <ac:spMkLst>
            <pc:docMk/>
            <pc:sldMk cId="0" sldId="629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6-08-29T13:20:15.949" v="363" actId="2711"/>
          <ac:spMkLst>
            <pc:docMk/>
            <pc:sldMk cId="0" sldId="629"/>
            <ac:spMk id="4" creationId="{6CD4B7BC-8DD3-79C5-8BAA-D1AC81939FB0}"/>
          </ac:spMkLst>
        </pc:spChg>
        <pc:spChg chg="mod">
          <ac:chgData name="Bryan Sun" userId="851caa7714272873" providerId="LiveId" clId="{1DF0C224-3A3E-55A6-A8D1-F8F2208D385B}" dt="2026-09-12T11:51:59.118" v="456" actId="114"/>
          <ac:spMkLst>
            <pc:docMk/>
            <pc:sldMk cId="0" sldId="629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6-09-12T11:51:36.820" v="454" actId="20577"/>
          <ac:spMkLst>
            <pc:docMk/>
            <pc:sldMk cId="0" sldId="629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09-12T11:52:03.006" v="458" actId="114"/>
          <ac:spMkLst>
            <pc:docMk/>
            <pc:sldMk cId="0" sldId="629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08-29T13:20:31.562" v="369" actId="20577"/>
          <ac:spMkLst>
            <pc:docMk/>
            <pc:sldMk cId="0" sldId="629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08-29T13:20:15.949" v="363" actId="2711"/>
          <ac:spMkLst>
            <pc:docMk/>
            <pc:sldMk cId="0" sldId="629"/>
            <ac:spMk id="9" creationId="{027174CB-F347-DC93-C343-880ED4231983}"/>
          </ac:spMkLst>
        </pc:spChg>
        <pc:spChg chg="mod">
          <ac:chgData name="Bryan Sun" userId="851caa7714272873" providerId="LiveId" clId="{1DF0C224-3A3E-55A6-A8D1-F8F2208D385B}" dt="2026-08-29T13:20:15.949" v="363" actId="2711"/>
          <ac:spMkLst>
            <pc:docMk/>
            <pc:sldMk cId="0" sldId="629"/>
            <ac:spMk id="11" creationId="{EDAAA97E-B098-87A1-2731-776DDA5CD060}"/>
          </ac:spMkLst>
        </pc:spChg>
        <pc:spChg chg="mod">
          <ac:chgData name="Bryan Sun" userId="851caa7714272873" providerId="LiveId" clId="{1DF0C224-3A3E-55A6-A8D1-F8F2208D385B}" dt="2026-08-29T13:20:15.949" v="363" actId="2711"/>
          <ac:spMkLst>
            <pc:docMk/>
            <pc:sldMk cId="0" sldId="629"/>
            <ac:spMk id="12" creationId="{C082F796-60C0-857C-7AC6-33D291110205}"/>
          </ac:spMkLst>
        </pc:spChg>
      </pc:sldChg>
      <pc:sldChg chg="modSp mod">
        <pc:chgData name="Bryan Sun" userId="851caa7714272873" providerId="LiveId" clId="{1DF0C224-3A3E-55A6-A8D1-F8F2208D385B}" dt="2026-09-12T11:50:32.585" v="451" actId="1076"/>
        <pc:sldMkLst>
          <pc:docMk/>
          <pc:sldMk cId="0" sldId="630"/>
        </pc:sldMkLst>
        <pc:spChg chg="mod">
          <ac:chgData name="Bryan Sun" userId="851caa7714272873" providerId="LiveId" clId="{1DF0C224-3A3E-55A6-A8D1-F8F2208D385B}" dt="2026-09-12T11:50:16.925" v="447" actId="1076"/>
          <ac:spMkLst>
            <pc:docMk/>
            <pc:sldMk cId="0" sldId="630"/>
            <ac:spMk id="5" creationId="{00000000-0000-0000-0000-000000000000}"/>
          </ac:spMkLst>
        </pc:spChg>
        <pc:spChg chg="mod">
          <ac:chgData name="Bryan Sun" userId="851caa7714272873" providerId="LiveId" clId="{1DF0C224-3A3E-55A6-A8D1-F8F2208D385B}" dt="2026-09-12T11:50:09.927" v="445" actId="404"/>
          <ac:spMkLst>
            <pc:docMk/>
            <pc:sldMk cId="0" sldId="630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08-29T13:19:58.145" v="362" actId="20577"/>
          <ac:spMkLst>
            <pc:docMk/>
            <pc:sldMk cId="0" sldId="630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6-09-12T11:50:27.158" v="450" actId="1076"/>
          <ac:spMkLst>
            <pc:docMk/>
            <pc:sldMk cId="0" sldId="630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6-09-12T11:50:32.585" v="451" actId="1076"/>
          <ac:spMkLst>
            <pc:docMk/>
            <pc:sldMk cId="0" sldId="630"/>
            <ac:spMk id="11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9-12T11:53:40.814" v="515" actId="1038"/>
        <pc:sldMkLst>
          <pc:docMk/>
          <pc:sldMk cId="0" sldId="631"/>
        </pc:sldMkLst>
        <pc:spChg chg="mod">
          <ac:chgData name="Bryan Sun" userId="851caa7714272873" providerId="LiveId" clId="{1DF0C224-3A3E-55A6-A8D1-F8F2208D385B}" dt="2026-09-12T11:52:52.409" v="470" actId="14100"/>
          <ac:spMkLst>
            <pc:docMk/>
            <pc:sldMk cId="0" sldId="631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6-08-29T13:21:32.874" v="374" actId="2711"/>
          <ac:spMkLst>
            <pc:docMk/>
            <pc:sldMk cId="0" sldId="631"/>
            <ac:spMk id="4" creationId="{00000000-0000-0000-0000-000000000000}"/>
          </ac:spMkLst>
        </pc:spChg>
        <pc:spChg chg="mod">
          <ac:chgData name="Bryan Sun" userId="851caa7714272873" providerId="LiveId" clId="{1DF0C224-3A3E-55A6-A8D1-F8F2208D385B}" dt="2026-08-29T13:21:32.874" v="374" actId="2711"/>
          <ac:spMkLst>
            <pc:docMk/>
            <pc:sldMk cId="0" sldId="631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09-12T11:53:10.189" v="482" actId="20577"/>
          <ac:spMkLst>
            <pc:docMk/>
            <pc:sldMk cId="0" sldId="631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09-12T11:53:40.814" v="515" actId="1038"/>
          <ac:spMkLst>
            <pc:docMk/>
            <pc:sldMk cId="0" sldId="631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6-08-29T13:21:32.874" v="374" actId="2711"/>
          <ac:spMkLst>
            <pc:docMk/>
            <pc:sldMk cId="0" sldId="631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6-08-29T13:21:38.042" v="375" actId="6549"/>
          <ac:spMkLst>
            <pc:docMk/>
            <pc:sldMk cId="0" sldId="631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6-09-12T11:53:25.375" v="501" actId="1037"/>
          <ac:spMkLst>
            <pc:docMk/>
            <pc:sldMk cId="0" sldId="631"/>
            <ac:spMk id="12" creationId="{00000000-0000-0000-0000-000000000000}"/>
          </ac:spMkLst>
        </pc:spChg>
        <pc:spChg chg="mod">
          <ac:chgData name="Bryan Sun" userId="851caa7714272873" providerId="LiveId" clId="{1DF0C224-3A3E-55A6-A8D1-F8F2208D385B}" dt="2026-08-29T13:21:32.874" v="374" actId="2711"/>
          <ac:spMkLst>
            <pc:docMk/>
            <pc:sldMk cId="0" sldId="631"/>
            <ac:spMk id="15" creationId="{00000000-0000-0000-0000-000000000000}"/>
          </ac:spMkLst>
        </pc:spChg>
        <pc:spChg chg="mod">
          <ac:chgData name="Bryan Sun" userId="851caa7714272873" providerId="LiveId" clId="{1DF0C224-3A3E-55A6-A8D1-F8F2208D385B}" dt="2026-08-29T13:21:32.874" v="374" actId="2711"/>
          <ac:spMkLst>
            <pc:docMk/>
            <pc:sldMk cId="0" sldId="631"/>
            <ac:spMk id="22" creationId="{00000000-0000-0000-0000-000000000000}"/>
          </ac:spMkLst>
        </pc:spChg>
        <pc:spChg chg="mod">
          <ac:chgData name="Bryan Sun" userId="851caa7714272873" providerId="LiveId" clId="{1DF0C224-3A3E-55A6-A8D1-F8F2208D385B}" dt="2026-08-29T13:21:32.874" v="374" actId="2711"/>
          <ac:spMkLst>
            <pc:docMk/>
            <pc:sldMk cId="0" sldId="631"/>
            <ac:spMk id="23" creationId="{00000000-0000-0000-0000-000000000000}"/>
          </ac:spMkLst>
        </pc:spChg>
        <pc:spChg chg="mod">
          <ac:chgData name="Bryan Sun" userId="851caa7714272873" providerId="LiveId" clId="{1DF0C224-3A3E-55A6-A8D1-F8F2208D385B}" dt="2026-08-29T13:21:32.874" v="374" actId="2711"/>
          <ac:spMkLst>
            <pc:docMk/>
            <pc:sldMk cId="0" sldId="631"/>
            <ac:spMk id="24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08-29T13:22:55.193" v="386" actId="1076"/>
        <pc:sldMkLst>
          <pc:docMk/>
          <pc:sldMk cId="0" sldId="632"/>
        </pc:sldMkLst>
        <pc:spChg chg="mod">
          <ac:chgData name="Bryan Sun" userId="851caa7714272873" providerId="LiveId" clId="{1DF0C224-3A3E-55A6-A8D1-F8F2208D385B}" dt="2026-08-29T13:22:43.228" v="384" actId="20577"/>
          <ac:spMkLst>
            <pc:docMk/>
            <pc:sldMk cId="0" sldId="632"/>
            <ac:spMk id="2" creationId="{00000000-0000-0000-0000-000000000000}"/>
          </ac:spMkLst>
        </pc:spChg>
        <pc:spChg chg="mod">
          <ac:chgData name="Bryan Sun" userId="851caa7714272873" providerId="LiveId" clId="{1DF0C224-3A3E-55A6-A8D1-F8F2208D385B}" dt="2026-08-29T13:22:49.952" v="385" actId="2711"/>
          <ac:spMkLst>
            <pc:docMk/>
            <pc:sldMk cId="0" sldId="632"/>
            <ac:spMk id="3" creationId="{00000000-0000-0000-0000-000000000000}"/>
          </ac:spMkLst>
        </pc:spChg>
        <pc:spChg chg="mod">
          <ac:chgData name="Bryan Sun" userId="851caa7714272873" providerId="LiveId" clId="{1DF0C224-3A3E-55A6-A8D1-F8F2208D385B}" dt="2026-08-29T13:22:39.273" v="381" actId="2711"/>
          <ac:spMkLst>
            <pc:docMk/>
            <pc:sldMk cId="0" sldId="632"/>
            <ac:spMk id="5" creationId="{00000000-0000-0000-0000-000000000000}"/>
          </ac:spMkLst>
        </pc:spChg>
        <pc:graphicFrameChg chg="mod">
          <ac:chgData name="Bryan Sun" userId="851caa7714272873" providerId="LiveId" clId="{1DF0C224-3A3E-55A6-A8D1-F8F2208D385B}" dt="2026-08-29T13:22:55.193" v="386" actId="1076"/>
          <ac:graphicFrameMkLst>
            <pc:docMk/>
            <pc:sldMk cId="0" sldId="632"/>
            <ac:graphicFrameMk id="8" creationId="{00000000-0000-0000-0000-000000000000}"/>
          </ac:graphicFrameMkLst>
        </pc:graphicFrameChg>
      </pc:sldChg>
      <pc:sldChg chg="modSp mod">
        <pc:chgData name="Bryan Sun" userId="851caa7714272873" providerId="LiveId" clId="{1DF0C224-3A3E-55A6-A8D1-F8F2208D385B}" dt="2026-08-29T13:14:10.913" v="236" actId="20577"/>
        <pc:sldMkLst>
          <pc:docMk/>
          <pc:sldMk cId="0" sldId="636"/>
        </pc:sldMkLst>
        <pc:spChg chg="mod">
          <ac:chgData name="Bryan Sun" userId="851caa7714272873" providerId="LiveId" clId="{1DF0C224-3A3E-55A6-A8D1-F8F2208D385B}" dt="2026-08-29T13:14:06.379" v="233" actId="2711"/>
          <ac:spMkLst>
            <pc:docMk/>
            <pc:sldMk cId="0" sldId="636"/>
            <ac:spMk id="4" creationId="{00000000-0000-0000-0000-000000000000}"/>
          </ac:spMkLst>
        </pc:spChg>
        <pc:spChg chg="mod">
          <ac:chgData name="Bryan Sun" userId="851caa7714272873" providerId="LiveId" clId="{1DF0C224-3A3E-55A6-A8D1-F8F2208D385B}" dt="2026-08-29T13:14:10.913" v="236" actId="20577"/>
          <ac:spMkLst>
            <pc:docMk/>
            <pc:sldMk cId="0" sldId="636"/>
            <ac:spMk id="9" creationId="{00000000-0000-0000-0000-000000000000}"/>
          </ac:spMkLst>
        </pc:spChg>
        <pc:picChg chg="mod">
          <ac:chgData name="Bryan Sun" userId="851caa7714272873" providerId="LiveId" clId="{1DF0C224-3A3E-55A6-A8D1-F8F2208D385B}" dt="2026-08-29T13:14:06.379" v="233" actId="2711"/>
          <ac:picMkLst>
            <pc:docMk/>
            <pc:sldMk cId="0" sldId="636"/>
            <ac:picMk id="3" creationId="{A4CD01BA-5BF3-48A5-8520-36CC9785E3F3}"/>
          </ac:picMkLst>
        </pc:picChg>
      </pc:sldChg>
      <pc:sldChg chg="modSp mod">
        <pc:chgData name="Bryan Sun" userId="851caa7714272873" providerId="LiveId" clId="{1DF0C224-3A3E-55A6-A8D1-F8F2208D385B}" dt="2026-08-29T13:21:16.419" v="373" actId="2711"/>
        <pc:sldMkLst>
          <pc:docMk/>
          <pc:sldMk cId="1019893434" sldId="637"/>
        </pc:sldMkLst>
        <pc:spChg chg="mod">
          <ac:chgData name="Bryan Sun" userId="851caa7714272873" providerId="LiveId" clId="{1DF0C224-3A3E-55A6-A8D1-F8F2208D385B}" dt="2026-08-29T13:21:16.419" v="373" actId="2711"/>
          <ac:spMkLst>
            <pc:docMk/>
            <pc:sldMk cId="1019893434" sldId="637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08-29T13:21:04.128" v="372" actId="6549"/>
          <ac:spMkLst>
            <pc:docMk/>
            <pc:sldMk cId="1019893434" sldId="637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08-29T13:21:01.075" v="371" actId="2711"/>
          <ac:spMkLst>
            <pc:docMk/>
            <pc:sldMk cId="1019893434" sldId="637"/>
            <ac:spMk id="9" creationId="{AE00C9E6-C8C5-64AC-B8CB-526D381A56BE}"/>
          </ac:spMkLst>
        </pc:spChg>
        <pc:spChg chg="mod">
          <ac:chgData name="Bryan Sun" userId="851caa7714272873" providerId="LiveId" clId="{1DF0C224-3A3E-55A6-A8D1-F8F2208D385B}" dt="2026-08-29T13:21:01.075" v="371" actId="2711"/>
          <ac:spMkLst>
            <pc:docMk/>
            <pc:sldMk cId="1019893434" sldId="637"/>
            <ac:spMk id="10" creationId="{547F8D3E-5D4C-5D79-AAE7-5A385D9BE3CD}"/>
          </ac:spMkLst>
        </pc:spChg>
        <pc:spChg chg="mod">
          <ac:chgData name="Bryan Sun" userId="851caa7714272873" providerId="LiveId" clId="{1DF0C224-3A3E-55A6-A8D1-F8F2208D385B}" dt="2026-08-29T13:21:01.075" v="371" actId="2711"/>
          <ac:spMkLst>
            <pc:docMk/>
            <pc:sldMk cId="1019893434" sldId="637"/>
            <ac:spMk id="11" creationId="{3E5FDB6E-687A-361A-584E-344D504A2D56}"/>
          </ac:spMkLst>
        </pc:spChg>
        <pc:spChg chg="mod">
          <ac:chgData name="Bryan Sun" userId="851caa7714272873" providerId="LiveId" clId="{1DF0C224-3A3E-55A6-A8D1-F8F2208D385B}" dt="2026-08-29T13:21:01.075" v="371" actId="2711"/>
          <ac:spMkLst>
            <pc:docMk/>
            <pc:sldMk cId="1019893434" sldId="637"/>
            <ac:spMk id="12" creationId="{3D3AE092-A26A-B91A-81C4-4ECE8215012E}"/>
          </ac:spMkLst>
        </pc:spChg>
        <pc:spChg chg="mod">
          <ac:chgData name="Bryan Sun" userId="851caa7714272873" providerId="LiveId" clId="{1DF0C224-3A3E-55A6-A8D1-F8F2208D385B}" dt="2026-08-29T13:21:01.075" v="371" actId="2711"/>
          <ac:spMkLst>
            <pc:docMk/>
            <pc:sldMk cId="1019893434" sldId="637"/>
            <ac:spMk id="13" creationId="{B4045CC3-E7AF-7837-4792-6E2DB1D11AD6}"/>
          </ac:spMkLst>
        </pc:spChg>
        <pc:spChg chg="mod">
          <ac:chgData name="Bryan Sun" userId="851caa7714272873" providerId="LiveId" clId="{1DF0C224-3A3E-55A6-A8D1-F8F2208D385B}" dt="2026-08-29T13:21:01.075" v="371" actId="2711"/>
          <ac:spMkLst>
            <pc:docMk/>
            <pc:sldMk cId="1019893434" sldId="637"/>
            <ac:spMk id="14" creationId="{3A86A864-7C36-A426-777C-30472E1276D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10057394" y="6282804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346105" y="5731394"/>
            <a:ext cx="547200" cy="551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cap="none" dirty="0">
                <a:latin typeface="+mj-ea"/>
              </a:rPr>
              <a:t>Looping (Part 1)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88640" y="6211669"/>
            <a:ext cx="2903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Mr. Gao's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2"/>
            <a:ext cx="760946" cy="766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7590132" y="1310322"/>
            <a:ext cx="4422573" cy="3073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lvl="0" eaLnBrk="0" fontAlgn="base" hangingPunct="0">
              <a:lnSpc>
                <a:spcPts val="1600"/>
              </a:lnSpc>
              <a:spcBef>
                <a:spcPts val="0"/>
              </a:spcBef>
              <a:buSzTx/>
            </a:pPr>
            <a:r>
              <a:rPr lang="en" altLang="zh-CN" sz="1200" dirty="0">
                <a:solidFill>
                  <a:srgbClr val="808080"/>
                </a:solidFill>
              </a:rPr>
              <a:t>#include&lt;bits/stdc++.h&gt;</a:t>
            </a:r>
            <a:endParaRPr lang="zh-CN" altLang="zh-CN" sz="1200" dirty="0">
              <a:solidFill>
                <a:schemeClr val="tx1"/>
              </a:solidFill>
            </a:endParaRP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" altLang="zh-CN" sz="1200" dirty="0">
                <a:solidFill>
                  <a:srgbClr val="006699"/>
                </a:solidFill>
              </a:rPr>
              <a:t>using</a:t>
            </a:r>
            <a:r>
              <a:rPr lang="en" altLang="zh-CN" sz="1200" dirty="0">
                <a:solidFill>
                  <a:schemeClr val="tx1"/>
                </a:solidFill>
              </a:rPr>
              <a:t> </a:t>
            </a:r>
            <a:r>
              <a:rPr lang="en" altLang="zh-CN" sz="1200" dirty="0">
                <a:solidFill>
                  <a:srgbClr val="006699"/>
                </a:solidFill>
              </a:rPr>
              <a:t>namespace</a:t>
            </a:r>
            <a:r>
              <a:rPr lang="en" altLang="zh-CN" sz="1200" dirty="0">
                <a:solidFill>
                  <a:schemeClr val="tx1"/>
                </a:solidFill>
              </a:rPr>
              <a:t> </a:t>
            </a:r>
            <a:r>
              <a:rPr lang="en" altLang="zh-CN" sz="1200" dirty="0">
                <a:solidFill>
                  <a:srgbClr val="000000"/>
                </a:solidFill>
              </a:rPr>
              <a:t>std;</a:t>
            </a:r>
            <a:endParaRPr lang="en-US" altLang="zh-CN" sz="1200" dirty="0"/>
          </a:p>
          <a:p>
            <a:pPr>
              <a:lnSpc>
                <a:spcPts val="1600"/>
              </a:lnSpc>
              <a:spcBef>
                <a:spcPts val="0"/>
              </a:spcBef>
            </a:pPr>
            <a:endParaRPr lang="en" altLang="zh-CN" sz="1200" dirty="0">
              <a:solidFill>
                <a:srgbClr val="808080"/>
              </a:solidFill>
            </a:endParaRP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" altLang="zh-CN" sz="1200" dirty="0">
                <a:solidFill>
                  <a:srgbClr val="808080"/>
                </a:solidFill>
              </a:rPr>
              <a:t>int</a:t>
            </a:r>
            <a:r>
              <a:rPr lang="en" altLang="zh-CN" sz="1200" dirty="0">
                <a:solidFill>
                  <a:schemeClr val="tx1"/>
                </a:solidFill>
              </a:rPr>
              <a:t> </a:t>
            </a:r>
            <a:r>
              <a:rPr lang="en" altLang="zh-CN" sz="1200" dirty="0">
                <a:solidFill>
                  <a:srgbClr val="000000"/>
                </a:solidFill>
              </a:rPr>
              <a:t>main(){</a:t>
            </a:r>
            <a:endParaRPr lang="en-US" altLang="zh-CN" sz="1200" dirty="0"/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" altLang="zh-CN" sz="1200" dirty="0">
                <a:solidFill>
                  <a:srgbClr val="808080"/>
                </a:solidFill>
              </a:rPr>
              <a:t>int</a:t>
            </a:r>
            <a:r>
              <a:rPr lang="en" altLang="zh-CN" sz="1200" dirty="0"/>
              <a:t> n, </a:t>
            </a:r>
            <a:r>
              <a:rPr lang="en" altLang="zh-CN" sz="1200" dirty="0" err="1"/>
              <a:t>i</a:t>
            </a:r>
            <a:r>
              <a:rPr lang="en" altLang="zh-CN" sz="1200" dirty="0"/>
              <a:t>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" altLang="zh-CN" sz="1200" dirty="0"/>
              <a:t>    </a:t>
            </a:r>
            <a:r>
              <a:rPr lang="en" altLang="zh-CN" sz="1200" dirty="0" err="1"/>
              <a:t>cin</a:t>
            </a:r>
            <a:r>
              <a:rPr lang="en" altLang="zh-CN" sz="1200" dirty="0"/>
              <a:t> &gt;&gt; n;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" altLang="zh-CN" sz="1200" dirty="0"/>
              <a:t>    </a:t>
            </a:r>
            <a:r>
              <a:rPr lang="en" altLang="zh-CN" sz="1200" dirty="0">
                <a:solidFill>
                  <a:srgbClr val="006699"/>
                </a:solidFill>
              </a:rPr>
              <a:t>for </a:t>
            </a:r>
            <a:r>
              <a:rPr lang="en" altLang="zh-CN" sz="1200" dirty="0"/>
              <a:t>(</a:t>
            </a:r>
            <a:r>
              <a:rPr lang="en-AU" altLang="zh-CN" sz="1200" dirty="0"/>
              <a:t>i</a:t>
            </a:r>
            <a:r>
              <a:rPr lang="en" altLang="zh-CN" sz="1200" dirty="0"/>
              <a:t> = 1; </a:t>
            </a:r>
            <a:r>
              <a:rPr lang="en-AU" altLang="zh-CN" sz="1200" dirty="0" err="1"/>
              <a:t>i</a:t>
            </a:r>
            <a:r>
              <a:rPr lang="en" altLang="zh-CN" sz="1200" dirty="0"/>
              <a:t> &lt;= n; ++ </a:t>
            </a:r>
            <a:r>
              <a:rPr lang="en" altLang="zh-CN" sz="1200" dirty="0" err="1"/>
              <a:t>i</a:t>
            </a:r>
            <a:r>
              <a:rPr lang="en" altLang="zh-CN" sz="1200" dirty="0"/>
              <a:t>)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" altLang="zh-CN" sz="1200" dirty="0"/>
              <a:t>        cout &lt;&lt; "</a:t>
            </a:r>
            <a:r>
              <a:rPr lang="en" altLang="en-US" sz="1200" dirty="0"/>
              <a:t>day</a:t>
            </a:r>
            <a:r>
              <a:rPr lang="en" altLang="zh-CN" sz="1200" dirty="0"/>
              <a:t>" &lt;&lt; </a:t>
            </a:r>
            <a:r>
              <a:rPr lang="en-AU" altLang="zh-CN" sz="1200" dirty="0" err="1"/>
              <a:t>i</a:t>
            </a:r>
            <a:r>
              <a:rPr lang="en" altLang="zh-CN" sz="1200" dirty="0"/>
              <a:t> &lt;&lt; " </a:t>
            </a:r>
            <a:r>
              <a:rPr lang="en" altLang="en-US" sz="1200" dirty="0"/>
              <a:t>: </a:t>
            </a:r>
            <a:r>
              <a:rPr lang="en" altLang="zh-CN" sz="1200" dirty="0"/>
              <a:t>” &lt;&lt; </a:t>
            </a:r>
            <a:r>
              <a:rPr lang="en-AU" altLang="zh-CN" sz="1200" dirty="0" err="1"/>
              <a:t>i</a:t>
            </a:r>
            <a:r>
              <a:rPr lang="en" altLang="zh-CN" sz="1200" dirty="0"/>
              <a:t>*2 &lt;&lt; endl;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" altLang="zh-CN" sz="1200" dirty="0"/>
              <a:t>    </a:t>
            </a:r>
            <a:r>
              <a:rPr lang="en" altLang="zh-CN" sz="1200" dirty="0">
                <a:solidFill>
                  <a:srgbClr val="006699"/>
                </a:solidFill>
              </a:rPr>
              <a:t>return </a:t>
            </a:r>
            <a:r>
              <a:rPr lang="en" altLang="zh-CN" sz="1200" dirty="0"/>
              <a:t>0;</a:t>
            </a:r>
          </a:p>
          <a:p>
            <a:pPr>
              <a:lnSpc>
                <a:spcPts val="1600"/>
              </a:lnSpc>
              <a:spcBef>
                <a:spcPts val="0"/>
              </a:spcBef>
            </a:pPr>
            <a:r>
              <a:rPr lang="en" altLang="zh-CN" sz="1200" dirty="0"/>
              <a:t>}</a:t>
            </a: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Pride of the Little Squirrel</a:t>
            </a:r>
          </a:p>
        </p:txBody>
      </p:sp>
      <p:sp>
        <p:nvSpPr>
          <p:cNvPr id="8" name="矩形 7"/>
          <p:cNvSpPr/>
          <p:nvPr/>
        </p:nvSpPr>
        <p:spPr>
          <a:xfrm>
            <a:off x="431989" y="1310322"/>
            <a:ext cx="3059356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little squirrel learned to collect pine cones. It collected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on the first day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 on the second day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so on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until it collected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2n on the n-</a:t>
            </a:r>
            <a:r>
              <a:rPr lang="en" altLang="zh-CN" sz="14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day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It was very proud and wanted to show its achievements to its mother.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One integer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lines, each in the form of "day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".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Input: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" altLang="en-US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output: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Day 1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Day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: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Day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 :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Day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 :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8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Day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 :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endParaRPr lang="zh-CN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3620847" y="1310322"/>
            <a:ext cx="3969286" cy="50409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ts val="1600"/>
              </a:lnSpc>
              <a:spcBef>
                <a:spcPts val="0"/>
              </a:spcBef>
              <a:buSzTx/>
              <a:buNone/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ts val="1600"/>
              </a:lnSpc>
              <a:spcBef>
                <a:spcPts val="0"/>
              </a:spcBef>
              <a:buSzTx/>
              <a:buNone/>
            </a:pP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ts val="1600"/>
              </a:lnSpc>
              <a:spcBef>
                <a:spcPts val="0"/>
              </a:spcBef>
              <a:buSzTx/>
              <a:buNone/>
            </a:pPr>
            <a:endParaRPr lang="en" altLang="zh-CN" sz="12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ts val="1600"/>
              </a:lnSpc>
              <a:spcBef>
                <a:spcPts val="0"/>
              </a:spcBef>
              <a:buSzTx/>
              <a:buNone/>
            </a:pP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2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&gt;&gt;n;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(n &gt;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1)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&lt;&lt; "Day 1 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 &gt;= 2) 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"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Day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: 4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(n &gt;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3)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&lt;&lt; "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Day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: 6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(n &gt;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4)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&lt;&lt; "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Day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: 8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(n &gt;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5)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&lt;&lt; "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Day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 : 10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 &gt;= 6) 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"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Day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 : 12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 &gt;= 7) 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"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Day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 : 14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 &gt;= 8) 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"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Day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8 : 16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(n &gt;= 9) 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"Day 9 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18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(n &gt;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10)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&lt;&lt; "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Day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 : 20</a:t>
            </a:r>
            <a:r>
              <a:rPr lang="e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 </a:t>
            </a:r>
            <a:r>
              <a:rPr lang="en" altLang="zh-CN" sz="1200" dirty="0" err="1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0;</a:t>
            </a:r>
          </a:p>
          <a:p>
            <a:pPr marL="0" indent="0">
              <a:lnSpc>
                <a:spcPts val="1600"/>
              </a:lnSpc>
              <a:spcBef>
                <a:spcPts val="0"/>
              </a:spcBef>
              <a:buNone/>
            </a:pPr>
            <a:r>
              <a:rPr lang="en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837878" y="1486111"/>
            <a:ext cx="5817476" cy="4967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loop control section is enclosed in parentheses and separated into three parts by two semicolons.</a:t>
            </a:r>
            <a:endParaRPr lang="en-US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Execution process:</a:t>
            </a:r>
            <a:endParaRPr lang="en-US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Perform initialization</a:t>
            </a:r>
            <a:endParaRPr lang="zh-CN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Execution judgment</a:t>
            </a:r>
            <a:endParaRPr lang="en-US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true, execute the loop body.</a:t>
            </a:r>
            <a:endParaRPr lang="en-US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 condition is not met, terminate the loop.</a:t>
            </a:r>
            <a:endParaRPr lang="zh-CN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Implement changes</a:t>
            </a:r>
            <a:endParaRPr lang="zh-CN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Repeat </a:t>
            </a:r>
            <a:r>
              <a:rPr lang="en" altLang="zh-CN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 </a:t>
            </a: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endParaRPr lang="zh-CN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 loop body contains multiple statements, curly braces must be added.</a:t>
            </a:r>
            <a:endParaRPr lang="en-US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Initialization will always be executed once; the loop body executes as many times as changes are made.</a:t>
            </a:r>
            <a:endParaRPr lang="en-US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Indentation is usually added to the loop body to make the program easier to understand.</a:t>
            </a:r>
            <a:endParaRPr lang="en-US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 not add a semicolon after </a:t>
            </a:r>
            <a:endParaRPr lang="en-US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678610" y="1486111"/>
            <a:ext cx="3853976" cy="194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or (</a:t>
            </a:r>
            <a:r>
              <a:rPr lang="en" altLang="en-US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initialise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check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 </a:t>
            </a: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change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statement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statement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...</a:t>
            </a:r>
          </a:p>
          <a:p>
            <a:pPr marL="0" indent="0"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2354040" y="1948070"/>
            <a:ext cx="310101" cy="87464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25322" y="2200725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 body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For-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loop: syntax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23"/>
          <p:cNvSpPr txBox="1"/>
          <p:nvPr/>
        </p:nvSpPr>
        <p:spPr>
          <a:xfrm>
            <a:off x="678609" y="301567"/>
            <a:ext cx="1063465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For-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loop: Execution process</a:t>
            </a:r>
            <a:endParaRPr lang="en-US" altLang="zh-CN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64772" y="1479126"/>
            <a:ext cx="5817476" cy="4967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loop control section is enclosed in parentheses and separated into three parts by two semicolons.</a:t>
            </a:r>
            <a:endParaRPr lang="en-US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Execution process:</a:t>
            </a:r>
            <a:endParaRPr lang="en-US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Perform initialization</a:t>
            </a:r>
            <a:endParaRPr lang="zh-CN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Execution judgment</a:t>
            </a:r>
            <a:endParaRPr lang="en-US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true, execute the loop body.</a:t>
            </a:r>
            <a:endParaRPr lang="en-US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 condition is not met, terminate the loop.</a:t>
            </a:r>
            <a:endParaRPr lang="zh-CN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Implement changes</a:t>
            </a:r>
            <a:endParaRPr lang="zh-CN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Repeat </a:t>
            </a:r>
            <a:r>
              <a:rPr lang="en" altLang="zh-CN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 </a:t>
            </a: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endParaRPr lang="zh-CN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the loop body contains multiple statements, curly braces must be added.</a:t>
            </a:r>
            <a:endParaRPr lang="en-US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Initialization will always be executed once; the loop body executes as many times as changes are made.</a:t>
            </a:r>
            <a:endParaRPr lang="en-US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Indentation is usually added to the loop body to make the program easier to understand.</a:t>
            </a:r>
            <a:endParaRPr lang="en-US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 not add a semicolon after </a:t>
            </a:r>
            <a:endParaRPr lang="en-US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CD01BA-5BF3-48A5-8520-36CC9785E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79" y="1479126"/>
            <a:ext cx="5623393" cy="45374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233140"/>
              </p:ext>
            </p:extLst>
          </p:nvPr>
        </p:nvGraphicFramePr>
        <p:xfrm>
          <a:off x="678608" y="3511119"/>
          <a:ext cx="5674691" cy="2042160"/>
        </p:xfrm>
        <a:graphic>
          <a:graphicData uri="http://schemas.openxmlformats.org/drawingml/2006/table">
            <a:tbl>
              <a:tblPr firstRow="1" bandRow="1"/>
              <a:tblGrid>
                <a:gridCol w="1171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1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4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Number</a:t>
                      </a:r>
                      <a:r>
                        <a:rPr lang="zh-C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of</a:t>
                      </a:r>
                      <a:r>
                        <a:rPr lang="zh-C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times</a:t>
                      </a:r>
                      <a:r>
                        <a:rPr lang="zh-C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run</a:t>
                      </a:r>
                      <a:endParaRPr lang="en" altLang="en-US" sz="1400" b="0" i="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Console output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i </a:t>
                      </a:r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change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Condition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b="0" i="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Day 1 </a:t>
                      </a:r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: </a:t>
                      </a:r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​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Change from </a:t>
                      </a:r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 to 2</a:t>
                      </a:r>
                      <a:endParaRPr lang="zh-CN" altLang="en-US" sz="1400" b="0" i="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satisfy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400" b="0" i="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Day </a:t>
                      </a:r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 : </a:t>
                      </a:r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4​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Change from </a:t>
                      </a:r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 to 3</a:t>
                      </a:r>
                      <a:endParaRPr lang="zh-CN" altLang="en-US" sz="1400" b="0" i="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satisfy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b="0" i="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Day </a:t>
                      </a:r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 : </a:t>
                      </a:r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6​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Change from </a:t>
                      </a:r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 to 4</a:t>
                      </a:r>
                      <a:endParaRPr lang="zh-CN" altLang="en-US" sz="1400" b="0" i="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satisfy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</a:t>
                      </a:r>
                      <a:endParaRPr lang="zh-CN" altLang="en-US" sz="1400" b="0" i="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Day </a:t>
                      </a:r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 : </a:t>
                      </a:r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8​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Change from </a:t>
                      </a:r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4 to 5</a:t>
                      </a:r>
                      <a:endParaRPr lang="zh-CN" altLang="en-US" sz="1400" b="0" i="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satisfy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b="0" i="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Day </a:t>
                      </a:r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 : </a:t>
                      </a:r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10​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Change from </a:t>
                      </a:r>
                      <a:r>
                        <a:rPr lang="en" altLang="zh-CN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5 to 6</a:t>
                      </a:r>
                      <a:endParaRPr lang="zh-CN" altLang="en-US" sz="1400" b="0" i="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en-US" sz="1400" b="0" i="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Not satisfied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内容占位符 2"/>
          <p:cNvSpPr txBox="1"/>
          <p:nvPr/>
        </p:nvSpPr>
        <p:spPr>
          <a:xfrm>
            <a:off x="678610" y="1486111"/>
            <a:ext cx="1709483" cy="4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en-US" sz="18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Console input 5</a:t>
            </a:r>
            <a:endParaRPr lang="en" altLang="zh-CN" sz="18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Variable table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678608" y="1940118"/>
            <a:ext cx="5178975" cy="1086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 time goes on, variables will change. Use a variable table to observe the value of the variable at a specific moment during each execution of the loop body.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6423917" y="1713114"/>
            <a:ext cx="5178976" cy="36926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lvl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</a:pPr>
            <a:r>
              <a:rPr lang="en" altLang="zh-CN" sz="1400" dirty="0">
                <a:solidFill>
                  <a:srgbClr val="808080"/>
                </a:solidFill>
              </a:rPr>
              <a:t>#include&lt;bits/stdc++.h&gt;</a:t>
            </a:r>
            <a:endParaRPr lang="zh-CN" altLang="zh-CN" sz="11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zh-CN" sz="1400" dirty="0">
                <a:solidFill>
                  <a:srgbClr val="006699"/>
                </a:solidFill>
              </a:rPr>
              <a:t>using</a:t>
            </a:r>
            <a:r>
              <a:rPr lang="en" altLang="zh-CN" sz="1400" dirty="0">
                <a:solidFill>
                  <a:schemeClr val="tx1"/>
                </a:solidFill>
              </a:rPr>
              <a:t> </a:t>
            </a:r>
            <a:r>
              <a:rPr lang="en" altLang="zh-CN" sz="1400" dirty="0">
                <a:solidFill>
                  <a:srgbClr val="006699"/>
                </a:solidFill>
              </a:rPr>
              <a:t>namespace</a:t>
            </a:r>
            <a:r>
              <a:rPr lang="en" altLang="zh-CN" sz="1400" dirty="0">
                <a:solidFill>
                  <a:schemeClr val="tx1"/>
                </a:solidFill>
              </a:rPr>
              <a:t> </a:t>
            </a:r>
            <a:r>
              <a:rPr lang="en" altLang="zh-CN" sz="1400" dirty="0">
                <a:solidFill>
                  <a:srgbClr val="000000"/>
                </a:solidFill>
              </a:rPr>
              <a:t>std;</a:t>
            </a:r>
            <a:endParaRPr lang="en-US" altLang="zh-CN" sz="1400" dirty="0"/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zh-CN" sz="1400" dirty="0">
                <a:solidFill>
                  <a:srgbClr val="808080"/>
                </a:solidFill>
              </a:rPr>
              <a:t>int</a:t>
            </a:r>
            <a:r>
              <a:rPr lang="en" altLang="zh-CN" sz="1400" dirty="0">
                <a:solidFill>
                  <a:schemeClr val="tx1"/>
                </a:solidFill>
              </a:rPr>
              <a:t> </a:t>
            </a:r>
            <a:r>
              <a:rPr lang="en" altLang="zh-CN" sz="1400" dirty="0">
                <a:solidFill>
                  <a:srgbClr val="000000"/>
                </a:solidFill>
              </a:rPr>
              <a:t>main(){</a:t>
            </a:r>
            <a:endParaRPr lang="en-US" altLang="zh-CN" sz="1400" dirty="0"/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zh-CN" sz="1400" dirty="0"/>
              <a:t>    </a:t>
            </a:r>
            <a:r>
              <a:rPr lang="en" altLang="zh-CN" sz="1400" dirty="0">
                <a:solidFill>
                  <a:srgbClr val="808080"/>
                </a:solidFill>
              </a:rPr>
              <a:t>int</a:t>
            </a:r>
            <a:r>
              <a:rPr lang="en" altLang="zh-CN" sz="1400" dirty="0"/>
              <a:t> n, </a:t>
            </a:r>
            <a:r>
              <a:rPr lang="en" altLang="zh-CN" sz="1400" dirty="0" err="1"/>
              <a:t>i</a:t>
            </a:r>
            <a:r>
              <a:rPr lang="en" altLang="zh-CN" sz="1400" dirty="0"/>
              <a:t>;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zh-CN" sz="1400" dirty="0"/>
              <a:t>    </a:t>
            </a:r>
            <a:r>
              <a:rPr lang="en" altLang="zh-CN" sz="1400" dirty="0" err="1"/>
              <a:t>cin</a:t>
            </a:r>
            <a:r>
              <a:rPr lang="en" altLang="zh-CN" sz="1400" dirty="0"/>
              <a:t> &gt;&gt; n;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zh-CN" sz="1400" dirty="0"/>
              <a:t>    </a:t>
            </a:r>
            <a:r>
              <a:rPr lang="en" altLang="zh-CN" sz="1400" dirty="0">
                <a:solidFill>
                  <a:srgbClr val="006699"/>
                </a:solidFill>
              </a:rPr>
              <a:t>for </a:t>
            </a:r>
            <a:r>
              <a:rPr lang="en" altLang="zh-CN" sz="1400" dirty="0"/>
              <a:t>(</a:t>
            </a:r>
            <a:r>
              <a:rPr lang="en-AU" altLang="zh-CN" sz="1400" dirty="0"/>
              <a:t>i</a:t>
            </a:r>
            <a:r>
              <a:rPr lang="en" altLang="zh-CN" sz="1400" dirty="0"/>
              <a:t> = 1; </a:t>
            </a:r>
            <a:r>
              <a:rPr lang="en-AU" altLang="zh-CN" sz="1400" dirty="0" err="1"/>
              <a:t>i</a:t>
            </a:r>
            <a:r>
              <a:rPr lang="en" altLang="zh-CN" sz="1400" dirty="0"/>
              <a:t> &lt;= n; ++ </a:t>
            </a:r>
            <a:r>
              <a:rPr lang="en" altLang="zh-CN" sz="1400" dirty="0" err="1"/>
              <a:t>i</a:t>
            </a:r>
            <a:r>
              <a:rPr lang="en" altLang="zh-CN" sz="1400" dirty="0"/>
              <a:t>)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zh-CN" sz="1400" dirty="0"/>
              <a:t>    </a:t>
            </a:r>
            <a:r>
              <a:rPr lang="zh-CN" altLang="en-US" sz="1400" dirty="0"/>
              <a:t>    </a:t>
            </a:r>
            <a:r>
              <a:rPr lang="en" altLang="zh-CN" sz="1400" dirty="0" err="1"/>
              <a:t>cout</a:t>
            </a:r>
            <a:r>
              <a:rPr lang="en" altLang="zh-CN" sz="1400" dirty="0"/>
              <a:t> &lt;&lt; "</a:t>
            </a:r>
            <a:r>
              <a:rPr lang="en" altLang="en-US" sz="1400" dirty="0"/>
              <a:t>Day </a:t>
            </a:r>
            <a:r>
              <a:rPr lang="en" altLang="zh-CN" sz="1400" dirty="0"/>
              <a:t>"&lt;&lt; </a:t>
            </a:r>
            <a:r>
              <a:rPr lang="en-AU" altLang="zh-CN" sz="1400" dirty="0" err="1"/>
              <a:t>i</a:t>
            </a:r>
            <a:r>
              <a:rPr lang="en" altLang="zh-CN" sz="1400" dirty="0"/>
              <a:t> &lt;&lt; " </a:t>
            </a:r>
            <a:r>
              <a:rPr lang="en" altLang="en-US" sz="1400" dirty="0"/>
              <a:t>: </a:t>
            </a:r>
            <a:r>
              <a:rPr lang="en" altLang="zh-CN" sz="1400" dirty="0"/>
              <a:t>" &lt;&lt; </a:t>
            </a:r>
            <a:r>
              <a:rPr lang="en-AU" altLang="zh-CN" sz="1400" dirty="0" err="1"/>
              <a:t>i</a:t>
            </a:r>
            <a:r>
              <a:rPr lang="en" altLang="zh-CN" sz="1400" dirty="0"/>
              <a:t>*2 &lt;&lt; endl;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zh-CN" sz="1400" dirty="0"/>
              <a:t>    </a:t>
            </a:r>
            <a:r>
              <a:rPr lang="en" altLang="zh-CN" sz="1400" dirty="0">
                <a:solidFill>
                  <a:srgbClr val="006699"/>
                </a:solidFill>
              </a:rPr>
              <a:t>return </a:t>
            </a:r>
            <a:r>
              <a:rPr lang="en" altLang="zh-CN" sz="1400" dirty="0"/>
              <a:t>0;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" altLang="zh-CN" sz="140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031054" y="1486111"/>
            <a:ext cx="6482336" cy="4617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following two statements have the same effect: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</a:pPr>
            <a:r>
              <a:rPr lang="en-AU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++;</a:t>
            </a: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</a:pP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 = a + 1;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Similarly, the following two sentences have the same effect: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</a:pPr>
            <a:r>
              <a:rPr lang="en-AU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--;</a:t>
            </a: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</a:pP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 = a - 1;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difference between 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</a:pPr>
            <a:r>
              <a:rPr lang="en" altLang="en-US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written separately, the effect is exactly the same.</a:t>
            </a:r>
            <a:endParaRPr lang="en-US" altLang="zh-CN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800100" lvl="1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</a:pP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it is included in the expression for calculation:</a:t>
            </a:r>
            <a:endParaRPr lang="en-US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en" altLang="zh-CN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++a </a:t>
            </a: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will increment first and then participate in the calculation.</a:t>
            </a:r>
            <a:endParaRPr lang="en-US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257300" lvl="2" indent="-342900" algn="just"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en" altLang="zh-CN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a++ </a:t>
            </a:r>
            <a:r>
              <a:rPr lang="en" altLang="en-US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will be used for calculation first and then incremented.</a:t>
            </a:r>
            <a:endParaRPr lang="en-US" altLang="zh-CN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678610" y="1486111"/>
            <a:ext cx="3853976" cy="11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zh-CN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 = 10;</a:t>
            </a:r>
          </a:p>
          <a:p>
            <a:pPr marL="0" indent="0">
              <a:buNone/>
            </a:pPr>
            <a:r>
              <a:rPr lang="en-AU" altLang="zh-CN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" altLang="zh-CN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++;</a:t>
            </a:r>
          </a:p>
          <a:p>
            <a:pPr marL="0" indent="0">
              <a:buNone/>
            </a:pPr>
            <a:r>
              <a:rPr lang="en" altLang="zh-CN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a;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678609" y="2964681"/>
            <a:ext cx="3853976" cy="11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zh-CN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 = 10;</a:t>
            </a:r>
          </a:p>
          <a:p>
            <a:pPr marL="0" indent="0">
              <a:buNone/>
            </a:pPr>
            <a:r>
              <a:rPr lang="en-AU" altLang="zh-CN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" altLang="zh-CN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--;</a:t>
            </a:r>
          </a:p>
          <a:p>
            <a:pPr marL="0" indent="0">
              <a:buNone/>
            </a:pPr>
            <a:r>
              <a:rPr lang="en" altLang="zh-CN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a;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Self-increment, self-decrement</a:t>
            </a:r>
          </a:p>
        </p:txBody>
      </p:sp>
      <p:sp>
        <p:nvSpPr>
          <p:cNvPr id="6" name="矩形 5"/>
          <p:cNvSpPr/>
          <p:nvPr/>
        </p:nvSpPr>
        <p:spPr>
          <a:xfrm>
            <a:off x="2136994" y="2233412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126305" y="3708759"/>
            <a:ext cx="1173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6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678610" y="1486111"/>
            <a:ext cx="3853976" cy="1137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zh-CN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 = 10;</a:t>
            </a:r>
          </a:p>
          <a:p>
            <a:pPr marL="0" indent="0">
              <a:buNone/>
            </a:pPr>
            <a:r>
              <a:rPr lang="en-AU" altLang="zh-CN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" altLang="zh-CN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5;</a:t>
            </a:r>
          </a:p>
          <a:p>
            <a:pPr marL="0" indent="0">
              <a:buNone/>
            </a:pPr>
            <a:r>
              <a:rPr lang="en" altLang="zh-CN" sz="1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a;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692147"/>
              </p:ext>
            </p:extLst>
          </p:nvPr>
        </p:nvGraphicFramePr>
        <p:xfrm>
          <a:off x="4254115" y="1486111"/>
          <a:ext cx="6060988" cy="2611965"/>
        </p:xfrm>
        <a:graphic>
          <a:graphicData uri="http://schemas.openxmlformats.org/drawingml/2006/table">
            <a:tbl>
              <a:tblPr firstRow="1" bandRow="1"/>
              <a:tblGrid>
                <a:gridCol w="163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1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60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Consolas" panose="020B0609020204030204" pitchFamily="49" charset="0"/>
                        </a:rPr>
                        <a:t>Composite arithmetic assignment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60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Consolas" panose="020B0609020204030204" pitchFamily="49" charset="0"/>
                        </a:rPr>
                        <a:t>expression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60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  <a:cs typeface="Consolas" panose="020B0609020204030204" pitchFamily="49" charset="0"/>
                        </a:rPr>
                        <a:t>Effect description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+=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+=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= x + 5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-=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-=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= x </a:t>
                      </a:r>
                      <a:r>
                        <a:rPr lang="en" altLang="zh-CN" sz="1600" baseline="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–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*=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*=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= x *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/=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/=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= x /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%=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% =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= x % 5</a:t>
                      </a:r>
                      <a:endParaRPr lang="zh-CN" alt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101352" y="2210577"/>
            <a:ext cx="1125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Output </a:t>
            </a:r>
            <a:r>
              <a:rPr lang="en" altLang="zh-CN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15</a:t>
            </a:r>
            <a:endParaRPr lang="zh-CN" altLang="en-US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Composite arithmetic assignment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633884" y="1486111"/>
            <a:ext cx="5048364" cy="3279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Initialisation can consist of multiple statements, separated by commas;</a:t>
            </a:r>
            <a:endParaRPr lang="en-US" altLang="zh-CN" sz="16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en-US" sz="1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Changes can also be written in multiple statements, separated by commas;</a:t>
            </a:r>
            <a:endParaRPr lang="zh-CN" altLang="zh-CN" sz="16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Initialisation, conditions, and changes can each be omitted, or even all, but the two semicolons cannot be omitted;</a:t>
            </a:r>
            <a:endParaRPr lang="en-US" altLang="zh-CN" sz="16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Omitting the condition implies that the condition is always true;</a:t>
            </a:r>
            <a:endParaRPr lang="en-US" altLang="zh-CN" sz="16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endParaRPr lang="en-US" altLang="zh-CN" sz="16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678608" y="1295281"/>
            <a:ext cx="4879510" cy="26274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i, j;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AU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0, j = 10; </a:t>
            </a:r>
            <a:r>
              <a:rPr lang="en-AU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j; ++i, --j)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</a:t>
            </a:r>
            <a:r>
              <a:rPr lang="en-AU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 " &lt;&lt; j 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678609" y="3683764"/>
            <a:ext cx="4488838" cy="27897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en-US" altLang="zh-CN" sz="14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AU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AU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0, j = 10;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(; </a:t>
            </a:r>
            <a:r>
              <a:rPr lang="en-AU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j; ){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&lt;&lt; i &lt;&lt; " " &lt;&lt; j &lt;&lt; endl;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 i , -- j;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syntax explanation</a:t>
            </a:r>
          </a:p>
        </p:txBody>
      </p:sp>
      <p:sp>
        <p:nvSpPr>
          <p:cNvPr id="10" name="矩形 9"/>
          <p:cNvSpPr/>
          <p:nvPr/>
        </p:nvSpPr>
        <p:spPr>
          <a:xfrm>
            <a:off x="5167447" y="1295281"/>
            <a:ext cx="970137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Output</a:t>
            </a:r>
            <a:r>
              <a:rPr lang="e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0 10</a:t>
            </a:r>
          </a:p>
          <a:p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1 9</a:t>
            </a:r>
          </a:p>
          <a:p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2 8</a:t>
            </a:r>
          </a:p>
          <a:p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3 7</a:t>
            </a:r>
          </a:p>
          <a:p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4 6</a:t>
            </a:r>
          </a:p>
        </p:txBody>
      </p:sp>
      <p:sp>
        <p:nvSpPr>
          <p:cNvPr id="11" name="矩形 10"/>
          <p:cNvSpPr/>
          <p:nvPr/>
        </p:nvSpPr>
        <p:spPr>
          <a:xfrm>
            <a:off x="5167446" y="3683764"/>
            <a:ext cx="970137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Output: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0 10</a:t>
            </a:r>
          </a:p>
          <a:p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1 9</a:t>
            </a:r>
          </a:p>
          <a:p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2 8</a:t>
            </a:r>
          </a:p>
          <a:p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3 7</a:t>
            </a:r>
          </a:p>
          <a:p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4 6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5312" y="1303231"/>
            <a:ext cx="3689627" cy="459999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n, m, sum1=0, sum2=0;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cin &gt;&gt; n &gt;&gt; m;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i=n; </a:t>
            </a:r>
            <a:r>
              <a:rPr lang="en-AU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&lt;=m; ++i)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AU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% 2)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sum1 += i;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sum2 += i;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cout &lt;&lt; sum1 &lt;&lt; " " &lt;&lt; sum2;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7404939" y="1331402"/>
            <a:ext cx="4965377" cy="4599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n, m, sum1=0, sum2=0;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cin &gt;&gt; n &gt;&gt; m;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i=n, j=n+1; j&lt;=m; i+=2, j+=2){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sum1 += i;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sum2 += j;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sum1</a:t>
            </a: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&lt;&lt;" "&lt;&lt; sum2;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3715312" y="5926633"/>
            <a:ext cx="3508268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en-US" sz="1600" dirty="0">
                <a:latin typeface="Aptos Display" panose="020B0004020202020204" pitchFamily="34" charset="0"/>
              </a:rPr>
              <a:t>The loop body is executed </a:t>
            </a:r>
            <a:r>
              <a:rPr lang="en" altLang="zh-CN" sz="1600" i="1" dirty="0">
                <a:latin typeface="Aptos Display" panose="020B0004020202020204" pitchFamily="34" charset="0"/>
              </a:rPr>
              <a:t>m</a:t>
            </a:r>
            <a:r>
              <a:rPr lang="en" altLang="zh-CN" sz="1600" dirty="0">
                <a:latin typeface="Aptos Display" panose="020B0004020202020204" pitchFamily="34" charset="0"/>
              </a:rPr>
              <a:t>-</a:t>
            </a:r>
            <a:r>
              <a:rPr lang="en" altLang="zh-CN" sz="1600" i="1" dirty="0">
                <a:latin typeface="Aptos Display" panose="020B0004020202020204" pitchFamily="34" charset="0"/>
              </a:rPr>
              <a:t>n</a:t>
            </a:r>
            <a:r>
              <a:rPr lang="en" altLang="zh-CN" sz="1600" dirty="0">
                <a:latin typeface="Aptos Display" panose="020B0004020202020204" pitchFamily="34" charset="0"/>
              </a:rPr>
              <a:t>+1 </a:t>
            </a:r>
            <a:r>
              <a:rPr lang="en" altLang="en-US" sz="1600" dirty="0">
                <a:latin typeface="Aptos Display" panose="020B0004020202020204" pitchFamily="34" charset="0"/>
              </a:rPr>
              <a:t>times .</a:t>
            </a:r>
            <a:endParaRPr lang="en-US" altLang="zh-CN" sz="1600" dirty="0">
              <a:latin typeface="Aptos Display" panose="020B0004020202020204" pitchFamily="34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7404939" y="5921387"/>
            <a:ext cx="3806427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en-US" sz="1600" dirty="0">
                <a:latin typeface="Aptos Display" panose="020B0004020202020204" pitchFamily="34" charset="0"/>
              </a:rPr>
              <a:t>The loop body is executed </a:t>
            </a:r>
            <a:r>
              <a:rPr lang="en" altLang="zh-CN" sz="1600" dirty="0">
                <a:latin typeface="Aptos Display" panose="020B0004020202020204" pitchFamily="34" charset="0"/>
              </a:rPr>
              <a:t>(</a:t>
            </a:r>
            <a:r>
              <a:rPr lang="en" altLang="zh-CN" sz="1600" i="1" dirty="0">
                <a:latin typeface="Aptos Display" panose="020B0004020202020204" pitchFamily="34" charset="0"/>
              </a:rPr>
              <a:t>m</a:t>
            </a:r>
            <a:r>
              <a:rPr lang="en" altLang="zh-CN" sz="1600" dirty="0">
                <a:latin typeface="Aptos Display" panose="020B0004020202020204" pitchFamily="34" charset="0"/>
              </a:rPr>
              <a:t>-</a:t>
            </a:r>
            <a:r>
              <a:rPr lang="en" altLang="zh-CN" sz="1600" i="1" dirty="0">
                <a:latin typeface="Aptos Display" panose="020B0004020202020204" pitchFamily="34" charset="0"/>
              </a:rPr>
              <a:t>n</a:t>
            </a:r>
            <a:r>
              <a:rPr lang="en" altLang="zh-CN" sz="1600" dirty="0">
                <a:latin typeface="Aptos Display" panose="020B0004020202020204" pitchFamily="34" charset="0"/>
              </a:rPr>
              <a:t>+1)/2 </a:t>
            </a:r>
            <a:r>
              <a:rPr lang="en" altLang="en-US" sz="1600" dirty="0">
                <a:latin typeface="Aptos Display" panose="020B0004020202020204" pitchFamily="34" charset="0"/>
              </a:rPr>
              <a:t>times .</a:t>
            </a:r>
            <a:endParaRPr lang="en-US" altLang="zh-CN" sz="1600" dirty="0">
              <a:latin typeface="Aptos Display" panose="020B0004020202020204" pitchFamily="34" charset="0"/>
            </a:endParaRP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Sum of Odd and Even Numbers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879DE20-20B8-AFD7-FB04-6CAD4D90363D}"/>
              </a:ext>
            </a:extLst>
          </p:cNvPr>
          <p:cNvSpPr>
            <a:spLocks noGrp="1"/>
          </p:cNvSpPr>
          <p:nvPr/>
        </p:nvSpPr>
        <p:spPr>
          <a:xfrm>
            <a:off x="567895" y="1646598"/>
            <a:ext cx="3100422" cy="9331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Given integers </a:t>
            </a:r>
            <a:r>
              <a:rPr lang="en" altLang="zh-CN" sz="16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6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calculate the sum of odd numbers from </a:t>
            </a:r>
            <a:r>
              <a:rPr lang="en" altLang="zh-CN" sz="16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6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the sum of even numbers.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D4B7BC-8DD3-79C5-8BAA-D1AC81939FB0}"/>
              </a:ext>
            </a:extLst>
          </p:cNvPr>
          <p:cNvSpPr/>
          <p:nvPr/>
        </p:nvSpPr>
        <p:spPr>
          <a:xfrm>
            <a:off x="574067" y="1310216"/>
            <a:ext cx="30954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20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 Description</a:t>
            </a:r>
            <a:endParaRPr lang="en-US" altLang="zh-CN" sz="20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27174CB-F347-DC93-C343-880ED4231983}"/>
              </a:ext>
            </a:extLst>
          </p:cNvPr>
          <p:cNvSpPr txBox="1"/>
          <p:nvPr/>
        </p:nvSpPr>
        <p:spPr>
          <a:xfrm>
            <a:off x="565402" y="3019901"/>
            <a:ext cx="3097932" cy="1151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Two space-separated integers </a:t>
            </a:r>
            <a:r>
              <a:rPr lang="en" altLang="zh-CN" sz="16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6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&lt; </a:t>
            </a:r>
            <a:r>
              <a:rPr lang="en" altLang="zh-CN" sz="16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&lt; </a:t>
            </a:r>
            <a:r>
              <a:rPr lang="en" altLang="zh-CN" sz="16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1000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and </a:t>
            </a:r>
            <a:r>
              <a:rPr lang="en" altLang="zh-CN" sz="16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is guaranteed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be odd and </a:t>
            </a:r>
            <a:r>
              <a:rPr lang="en" altLang="zh-CN" sz="16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guaranteed to be even).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CFB636-DB80-8B6D-DA10-A38D9A6D028A}"/>
              </a:ext>
            </a:extLst>
          </p:cNvPr>
          <p:cNvSpPr/>
          <p:nvPr/>
        </p:nvSpPr>
        <p:spPr>
          <a:xfrm>
            <a:off x="565402" y="2599765"/>
            <a:ext cx="30979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20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endParaRPr lang="en-US" altLang="zh-CN" sz="20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EDAAA97E-B098-87A1-2731-776DDA5CD060}"/>
              </a:ext>
            </a:extLst>
          </p:cNvPr>
          <p:cNvSpPr txBox="1"/>
          <p:nvPr/>
        </p:nvSpPr>
        <p:spPr>
          <a:xfrm>
            <a:off x="565589" y="4516595"/>
            <a:ext cx="3100236" cy="4872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sz="1600" dirty="0">
                <a:latin typeface="Aptos Display" panose="020B0004020202020204" pitchFamily="34" charset="0"/>
              </a:rPr>
              <a:t>Two space-separated integers, the first being the sum of even numbers and the second being the sum of odd numbers.</a:t>
            </a:r>
            <a:endParaRPr lang="en-US" altLang="zh-CN" sz="1600" dirty="0">
              <a:latin typeface="Aptos Display" panose="020B00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82F796-60C0-857C-7AC6-33D291110205}"/>
              </a:ext>
            </a:extLst>
          </p:cNvPr>
          <p:cNvSpPr/>
          <p:nvPr/>
        </p:nvSpPr>
        <p:spPr>
          <a:xfrm>
            <a:off x="565403" y="4170951"/>
            <a:ext cx="31004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20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  <a:endParaRPr lang="en-US" altLang="zh-CN" sz="20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C01BAA40-36B6-22E7-CF15-F95D04160CBD}"/>
              </a:ext>
            </a:extLst>
          </p:cNvPr>
          <p:cNvSpPr txBox="1"/>
          <p:nvPr/>
        </p:nvSpPr>
        <p:spPr>
          <a:xfrm>
            <a:off x="566533" y="5615249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sz="1600" b="1" dirty="0">
                <a:latin typeface="Aptos Display" panose="020B0004020202020204" pitchFamily="34" charset="0"/>
              </a:rPr>
              <a:t>Sample input:</a:t>
            </a:r>
            <a:endParaRPr lang="en-US" altLang="zh-CN" sz="1600" b="1" dirty="0">
              <a:latin typeface="Aptos Display" panose="020B0004020202020204" pitchFamily="34" charset="0"/>
            </a:endParaRPr>
          </a:p>
          <a:p>
            <a:r>
              <a:rPr lang="en" altLang="zh-CN" sz="1600" dirty="0">
                <a:latin typeface="Consolas" panose="020B0609020204030204" pitchFamily="49" charset="0"/>
              </a:rPr>
              <a:t>1 100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98E40A-336B-FCDF-3DAA-F464C3ADED4C}"/>
              </a:ext>
            </a:extLst>
          </p:cNvPr>
          <p:cNvSpPr/>
          <p:nvPr/>
        </p:nvSpPr>
        <p:spPr>
          <a:xfrm>
            <a:off x="2217260" y="5615249"/>
            <a:ext cx="1636650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output: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2500 2550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6304529" y="1310216"/>
            <a:ext cx="5242012" cy="50342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i=10000; i&lt;100000; i++){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a, b, c, d, e;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a = i%10;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b = i/10%10;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c = i/100%10;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d = i/1000%10;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e = i/10000;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(a &amp;&amp; b &amp;&amp; c &amp;&amp; d &amp;&amp; e 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&amp;&amp; a+c+e == b+d &amp;&amp; a*c*e == b*d)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 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&lt;&lt; " ";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1251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Example: Five-digit numbers with special properties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E00C9E6-C8C5-64AC-B8CB-526D381A56BE}"/>
              </a:ext>
            </a:extLst>
          </p:cNvPr>
          <p:cNvSpPr>
            <a:spLocks noGrp="1"/>
          </p:cNvSpPr>
          <p:nvPr/>
        </p:nvSpPr>
        <p:spPr>
          <a:xfrm>
            <a:off x="570846" y="1645887"/>
            <a:ext cx="5525154" cy="1458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There is a class of five-digit numbers that satisfy the following property: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1.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None of the digits is </a:t>
            </a: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2.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1st place plus the 3rd place plus the 5th place equals the 2nd place plus the 4th place;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zh-CN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3. </a:t>
            </a:r>
            <a:r>
              <a:rPr lang="en" altLang="en-US" sz="14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Multiplying the 1st place by the 3rd place by the 5th place equals multiplying the 2nd place by the 4th place;</a:t>
            </a:r>
            <a:endParaRPr lang="en-US" altLang="zh-CN" sz="14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7F8D3E-5D4C-5D79-AAE7-5A385D9BE3CD}"/>
              </a:ext>
            </a:extLst>
          </p:cNvPr>
          <p:cNvSpPr/>
          <p:nvPr/>
        </p:nvSpPr>
        <p:spPr>
          <a:xfrm>
            <a:off x="574067" y="1310216"/>
            <a:ext cx="48944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 Description</a:t>
            </a:r>
            <a:endParaRPr lang="en-US" altLang="zh-CN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3E5FDB6E-687A-361A-584E-344D504A2D56}"/>
              </a:ext>
            </a:extLst>
          </p:cNvPr>
          <p:cNvSpPr txBox="1"/>
          <p:nvPr/>
        </p:nvSpPr>
        <p:spPr>
          <a:xfrm>
            <a:off x="570947" y="3393377"/>
            <a:ext cx="5525053" cy="5675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sz="1400" dirty="0">
                <a:latin typeface="Aptos Display" panose="020B0004020202020204" pitchFamily="34" charset="0"/>
              </a:rPr>
              <a:t>Output all five-digit numbers that meet the requirements in ascending order, separated by single spaces.</a:t>
            </a:r>
            <a:endParaRPr lang="en-US" altLang="zh-CN" sz="1400" dirty="0">
              <a:latin typeface="Aptos Display" panose="020B00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3AE092-A26A-B91A-81C4-4ECE8215012E}"/>
              </a:ext>
            </a:extLst>
          </p:cNvPr>
          <p:cNvSpPr/>
          <p:nvPr/>
        </p:nvSpPr>
        <p:spPr>
          <a:xfrm>
            <a:off x="568622" y="3104047"/>
            <a:ext cx="33904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  <a:endParaRPr lang="en-US" altLang="zh-CN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045CC3-E7AF-7837-4792-6E2DB1D11AD6}"/>
              </a:ext>
            </a:extLst>
          </p:cNvPr>
          <p:cNvSpPr txBox="1"/>
          <p:nvPr/>
        </p:nvSpPr>
        <p:spPr>
          <a:xfrm>
            <a:off x="570846" y="4268362"/>
            <a:ext cx="5586963" cy="2297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530" lvl="0" indent="-17653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Five-digit numbers range from </a:t>
            </a:r>
            <a:r>
              <a:rPr lang="en" altLang="zh-CN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10000 </a:t>
            </a: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</a:t>
            </a:r>
            <a:r>
              <a:rPr lang="en" altLang="zh-CN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99999 </a:t>
            </a: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en-US" altLang="zh-CN" sz="14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6530" lvl="0" indent="-17653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Starting with </a:t>
            </a:r>
            <a:r>
              <a:rPr lang="en" altLang="zh-CN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10000 </a:t>
            </a: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check each five-digit number in ascending order, and output the result if it meets the condition.</a:t>
            </a:r>
          </a:p>
          <a:p>
            <a:pPr marL="176530" lvl="0" indent="-17653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" altLang="en-US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Get each digit of a five-digit number </a:t>
            </a:r>
            <a:r>
              <a:rPr lang="en" altLang="zh-CN" sz="14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 :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en" altLang="en-US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1st place: </a:t>
            </a:r>
            <a:r>
              <a:rPr lang="en" altLang="zh-CN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x%10</a:t>
            </a:r>
            <a:endParaRPr lang="zh-CN" altLang="en-US" sz="105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en" altLang="en-US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2nd place: </a:t>
            </a:r>
            <a:r>
              <a:rPr lang="en" altLang="zh-CN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x/10%10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en" altLang="en-US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3rd place: </a:t>
            </a:r>
            <a:r>
              <a:rPr lang="en" altLang="zh-CN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x/100%10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en" altLang="en-US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4th place: </a:t>
            </a:r>
            <a:r>
              <a:rPr lang="en" altLang="zh-CN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x/1000%10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en" altLang="en-US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en" altLang="en-US" sz="1050" kern="100" baseline="300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</a:t>
            </a:r>
            <a:r>
              <a:rPr lang="en" altLang="en-US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place: </a:t>
            </a:r>
            <a:r>
              <a:rPr lang="en" altLang="zh-CN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x/10000%10</a:t>
            </a:r>
          </a:p>
          <a:p>
            <a:pPr marL="989013" lvl="1" algn="just" defTabSz="914400" fontAlgn="auto">
              <a:lnSpc>
                <a:spcPct val="90000"/>
              </a:lnSpc>
              <a:spcBef>
                <a:spcPts val="400"/>
              </a:spcBef>
              <a:tabLst>
                <a:tab pos="989013" algn="l"/>
              </a:tabLst>
            </a:pPr>
            <a:r>
              <a:rPr lang="en" altLang="en-US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Since the quotient of a five-digit number divided by </a:t>
            </a:r>
            <a:r>
              <a:rPr lang="en" altLang="zh-CN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10000 </a:t>
            </a:r>
            <a:r>
              <a:rPr lang="en" altLang="en-US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 always a single-digit number, </a:t>
            </a:r>
            <a:r>
              <a:rPr lang="en" altLang="zh-CN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%10 </a:t>
            </a:r>
            <a:r>
              <a:rPr lang="en" altLang="en-US" sz="105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can be omitted.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86A864-7C36-A426-777C-30472E1276D3}"/>
              </a:ext>
            </a:extLst>
          </p:cNvPr>
          <p:cNvSpPr txBox="1"/>
          <p:nvPr/>
        </p:nvSpPr>
        <p:spPr>
          <a:xfrm>
            <a:off x="570846" y="3931177"/>
            <a:ext cx="1810327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en" altLang="zh-CN" sz="1800" dirty="0">
                <a:latin typeface="Aptos Display" panose="020B0004020202020204" pitchFamily="34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01989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3201" y="1286270"/>
            <a:ext cx="3179936" cy="327723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n, maxn </a:t>
            </a:r>
            <a:r>
              <a:rPr lang="en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0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, x, i;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cin &gt;&gt; 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n; ++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cin &gt;&gt; 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(maxn &lt; x)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maxn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= 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cout &lt;&lt; maxn;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6919845" y="2738775"/>
            <a:ext cx="1569141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en-US" dirty="0">
                <a:latin typeface="Aptos Display" panose="020B0004020202020204" pitchFamily="34" charset="0"/>
              </a:rPr>
              <a:t>The loop body is executed </a:t>
            </a:r>
            <a:r>
              <a:rPr lang="en" altLang="zh-CN" dirty="0">
                <a:latin typeface="Aptos Display" panose="020B0004020202020204" pitchFamily="34" charset="0"/>
              </a:rPr>
              <a:t>n </a:t>
            </a:r>
            <a:r>
              <a:rPr lang="en" altLang="en-US" dirty="0">
                <a:latin typeface="Aptos Display" panose="020B0004020202020204" pitchFamily="34" charset="0"/>
              </a:rPr>
              <a:t>times.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7945373" y="1286270"/>
            <a:ext cx="3672560" cy="3277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2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" altLang="zh-CN" dirty="0">
                <a:solidFill>
                  <a:srgbClr val="808080"/>
                </a:solidFill>
              </a:rPr>
              <a:t>#include&lt;bits/stdc++.h&gt;</a:t>
            </a:r>
            <a:endParaRPr lang="zh-CN" altLang="zh-CN" sz="11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" altLang="zh-CN" dirty="0">
                <a:solidFill>
                  <a:srgbClr val="006699"/>
                </a:solidFill>
              </a:rPr>
              <a:t>using</a:t>
            </a:r>
            <a:r>
              <a:rPr lang="en" altLang="zh-CN" dirty="0"/>
              <a:t> </a:t>
            </a:r>
            <a:r>
              <a:rPr lang="en" altLang="zh-CN" dirty="0">
                <a:solidFill>
                  <a:srgbClr val="006699"/>
                </a:solidFill>
              </a:rPr>
              <a:t>namespace</a:t>
            </a:r>
            <a:r>
              <a:rPr lang="en" altLang="zh-CN" dirty="0"/>
              <a:t> </a:t>
            </a:r>
            <a:r>
              <a:rPr lang="en" altLang="zh-CN" dirty="0">
                <a:solidFill>
                  <a:srgbClr val="000000"/>
                </a:solidFill>
              </a:rPr>
              <a:t>std;</a:t>
            </a:r>
            <a:endParaRPr lang="zh-CN" altLang="zh-CN" sz="1100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" altLang="zh-CN" dirty="0">
                <a:solidFill>
                  <a:srgbClr val="808080"/>
                </a:solidFill>
              </a:rPr>
              <a:t>int</a:t>
            </a:r>
            <a:r>
              <a:rPr lang="en" altLang="zh-CN" dirty="0"/>
              <a:t> </a:t>
            </a:r>
            <a:r>
              <a:rPr lang="en" altLang="zh-CN" dirty="0">
                <a:solidFill>
                  <a:srgbClr val="000000"/>
                </a:solidFill>
              </a:rPr>
              <a:t>main(){</a:t>
            </a:r>
            <a:endParaRPr lang="zh-CN" altLang="zh-CN" sz="1100" dirty="0"/>
          </a:p>
          <a:p>
            <a:r>
              <a:rPr lang="en" altLang="zh-CN" dirty="0"/>
              <a:t>    </a:t>
            </a:r>
            <a:r>
              <a:rPr lang="en" altLang="zh-CN" dirty="0">
                <a:solidFill>
                  <a:srgbClr val="808080"/>
                </a:solidFill>
              </a:rPr>
              <a:t>int</a:t>
            </a:r>
            <a:r>
              <a:rPr lang="en" altLang="zh-CN" dirty="0"/>
              <a:t> n, maxn, x, i;</a:t>
            </a:r>
          </a:p>
          <a:p>
            <a:r>
              <a:rPr lang="en" altLang="zh-CN" dirty="0"/>
              <a:t>    cin &gt;&gt; n </a:t>
            </a:r>
            <a:r>
              <a:rPr lang="en" altLang="zh-CN" dirty="0">
                <a:solidFill>
                  <a:srgbClr val="FF0000"/>
                </a:solidFill>
              </a:rPr>
              <a:t>&gt;&gt; maxn</a:t>
            </a:r>
            <a:r>
              <a:rPr lang="en" altLang="zh-CN" dirty="0"/>
              <a:t>;</a:t>
            </a:r>
          </a:p>
          <a:p>
            <a:r>
              <a:rPr lang="en" altLang="zh-CN" dirty="0"/>
              <a:t>    </a:t>
            </a:r>
            <a:r>
              <a:rPr lang="en" altLang="zh-CN" dirty="0">
                <a:solidFill>
                  <a:srgbClr val="006699"/>
                </a:solidFill>
              </a:rPr>
              <a:t>for</a:t>
            </a:r>
            <a:r>
              <a:rPr lang="en" altLang="zh-CN" dirty="0"/>
              <a:t>(</a:t>
            </a:r>
            <a:r>
              <a:rPr lang="en-US" altLang="zh-CN" dirty="0" err="1"/>
              <a:t>i</a:t>
            </a:r>
            <a:r>
              <a:rPr lang="zh-CN" altLang="en-US" dirty="0"/>
              <a:t> </a:t>
            </a:r>
            <a:r>
              <a:rPr lang="en" altLang="zh-CN" dirty="0"/>
              <a:t>=</a:t>
            </a:r>
            <a:r>
              <a:rPr lang="zh-CN" altLang="en-US" dirty="0"/>
              <a:t> </a:t>
            </a:r>
            <a:r>
              <a:rPr lang="en" altLang="zh-CN" dirty="0">
                <a:solidFill>
                  <a:srgbClr val="FF0000"/>
                </a:solidFill>
              </a:rPr>
              <a:t>1</a:t>
            </a:r>
            <a:r>
              <a:rPr lang="en" altLang="zh-CN" dirty="0"/>
              <a:t>;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" altLang="zh-CN" dirty="0"/>
              <a:t>&lt;</a:t>
            </a:r>
            <a:r>
              <a:rPr lang="zh-CN" altLang="en-US" dirty="0"/>
              <a:t> </a:t>
            </a:r>
            <a:r>
              <a:rPr lang="en" altLang="zh-CN" dirty="0"/>
              <a:t>n; ++</a:t>
            </a:r>
            <a:r>
              <a:rPr lang="zh-CN" altLang="en-US" dirty="0"/>
              <a:t> </a:t>
            </a:r>
            <a:r>
              <a:rPr lang="en" altLang="zh-CN" dirty="0" err="1"/>
              <a:t>i</a:t>
            </a:r>
            <a:r>
              <a:rPr lang="en" altLang="zh-CN" dirty="0"/>
              <a:t>){</a:t>
            </a:r>
          </a:p>
          <a:p>
            <a:r>
              <a:rPr lang="en" altLang="zh-CN" dirty="0"/>
              <a:t>        cin &gt;&gt; x;</a:t>
            </a:r>
          </a:p>
          <a:p>
            <a:r>
              <a:rPr lang="en" altLang="zh-CN" dirty="0"/>
              <a:t>        </a:t>
            </a:r>
            <a:r>
              <a:rPr lang="en" altLang="zh-CN" dirty="0">
                <a:solidFill>
                  <a:srgbClr val="006699"/>
                </a:solidFill>
              </a:rPr>
              <a:t>if</a:t>
            </a:r>
            <a:r>
              <a:rPr lang="en" altLang="zh-CN" dirty="0"/>
              <a:t>(maxn &lt; x)</a:t>
            </a:r>
          </a:p>
          <a:p>
            <a:r>
              <a:rPr lang="en" altLang="zh-CN" dirty="0"/>
              <a:t>            maxn = x;</a:t>
            </a:r>
          </a:p>
          <a:p>
            <a:r>
              <a:rPr lang="en" altLang="zh-CN" dirty="0"/>
              <a:t>    }</a:t>
            </a:r>
          </a:p>
          <a:p>
            <a:r>
              <a:rPr lang="en" altLang="zh-CN" dirty="0"/>
              <a:t>    cout &lt;&lt; maxn;</a:t>
            </a:r>
          </a:p>
          <a:p>
            <a:r>
              <a:rPr lang="en" altLang="zh-CN" dirty="0"/>
              <a:t>    </a:t>
            </a:r>
            <a:r>
              <a:rPr lang="en" altLang="zh-CN" dirty="0">
                <a:solidFill>
                  <a:srgbClr val="006699"/>
                </a:solidFill>
              </a:rPr>
              <a:t>return</a:t>
            </a:r>
            <a:r>
              <a:rPr lang="en" altLang="zh-CN" dirty="0"/>
              <a:t> 0;</a:t>
            </a:r>
          </a:p>
          <a:p>
            <a:r>
              <a:rPr lang="en" altLang="zh-CN" dirty="0"/>
              <a:t>}</a:t>
            </a:r>
          </a:p>
        </p:txBody>
      </p:sp>
      <p:sp>
        <p:nvSpPr>
          <p:cNvPr id="9" name="内容占位符 2"/>
          <p:cNvSpPr txBox="1"/>
          <p:nvPr/>
        </p:nvSpPr>
        <p:spPr>
          <a:xfrm>
            <a:off x="10054666" y="2738775"/>
            <a:ext cx="1921750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en-US" dirty="0">
                <a:latin typeface="Aptos Display" panose="020B0004020202020204" pitchFamily="34" charset="0"/>
              </a:rPr>
              <a:t>The loop body is executed </a:t>
            </a:r>
            <a:r>
              <a:rPr lang="en" altLang="zh-CN" dirty="0">
                <a:latin typeface="Aptos Display" panose="020B0004020202020204" pitchFamily="34" charset="0"/>
              </a:rPr>
              <a:t>n-1 </a:t>
            </a:r>
            <a:r>
              <a:rPr lang="en" altLang="en-US" dirty="0">
                <a:latin typeface="Aptos Display" panose="020B0004020202020204" pitchFamily="34" charset="0"/>
              </a:rPr>
              <a:t>times.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06533" y="4840663"/>
            <a:ext cx="3796572" cy="1125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400" b="1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Think</a:t>
            </a: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:</a:t>
            </a:r>
          </a:p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If we are looking for the minimum value, how should we proceed?</a:t>
            </a:r>
            <a:endParaRPr lang="en-US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400" kern="1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What if we want to find the average?</a:t>
            </a:r>
            <a:endParaRPr lang="en-US" altLang="zh-CN" sz="1400" kern="1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1" name="文本框 23"/>
          <p:cNvSpPr txBox="1"/>
          <p:nvPr/>
        </p:nvSpPr>
        <p:spPr>
          <a:xfrm>
            <a:off x="678609" y="301567"/>
            <a:ext cx="1063465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Find the tallest person</a:t>
            </a:r>
          </a:p>
        </p:txBody>
      </p:sp>
      <p:sp>
        <p:nvSpPr>
          <p:cNvPr id="12" name="内容占位符 2"/>
          <p:cNvSpPr txBox="1"/>
          <p:nvPr/>
        </p:nvSpPr>
        <p:spPr>
          <a:xfrm>
            <a:off x="10428740" y="2181428"/>
            <a:ext cx="1780173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en-US" sz="1000" dirty="0">
                <a:solidFill>
                  <a:srgbClr val="00B050"/>
                </a:solidFill>
                <a:latin typeface="Aptos Display" panose="020B0004020202020204" pitchFamily="34" charset="0"/>
              </a:rPr>
              <a:t>Directy input the first number into </a:t>
            </a:r>
            <a:r>
              <a:rPr lang="en" altLang="zh-CN" sz="1000" dirty="0">
                <a:solidFill>
                  <a:srgbClr val="00B050"/>
                </a:solidFill>
                <a:latin typeface="Consolas" panose="020B0609020204030204" pitchFamily="49" charset="0"/>
              </a:rPr>
              <a:t>maxn</a:t>
            </a:r>
            <a:r>
              <a:rPr lang="en" altLang="zh-CN" sz="1000" dirty="0">
                <a:solidFill>
                  <a:srgbClr val="00B050"/>
                </a:solidFill>
                <a:latin typeface="Aptos Display" panose="020B0004020202020204" pitchFamily="34" charset="0"/>
              </a:rPr>
              <a:t>.</a:t>
            </a:r>
            <a:endParaRPr lang="en-US" altLang="zh-CN" sz="1000" dirty="0">
              <a:solidFill>
                <a:srgbClr val="00B050"/>
              </a:solidFill>
              <a:latin typeface="Aptos Display" panose="020B0004020202020204" pitchFamily="34" charset="0"/>
            </a:endParaRP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591847" y="1649649"/>
            <a:ext cx="4168412" cy="370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Given the heights of </a:t>
            </a:r>
            <a:r>
              <a:rPr lang="en" altLang="zh-CN" sz="12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students,  find the tallest student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2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4067" y="1310216"/>
            <a:ext cx="4006898" cy="339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 Description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567923" y="2189700"/>
            <a:ext cx="4006898" cy="760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first line contains an integer </a:t>
            </a:r>
            <a:r>
              <a:rPr lang="en" altLang="zh-CN" sz="12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&lt; </a:t>
            </a:r>
            <a:r>
              <a:rPr lang="en" altLang="zh-CN" sz="12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≤ </a:t>
            </a:r>
            <a:r>
              <a:rPr lang="en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), representing </a:t>
            </a:r>
            <a:r>
              <a:rPr lang="e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</a:t>
            </a:r>
            <a:r>
              <a:rPr lang="en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 heights.</a:t>
            </a:r>
            <a:endParaRPr lang="en-US" altLang="zh-CN" sz="12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second line contains </a:t>
            </a:r>
            <a:r>
              <a:rPr lang="en" altLang="zh-CN" sz="1200" i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positive integers </a:t>
            </a:r>
            <a:r>
              <a:rPr lang="en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each representing a height </a:t>
            </a:r>
            <a:r>
              <a:rPr lang="en" altLang="en-US" sz="12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endParaRPr lang="en-US" altLang="zh-CN" sz="12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0847" y="1854159"/>
            <a:ext cx="40068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内容占位符 2"/>
          <p:cNvSpPr txBox="1"/>
          <p:nvPr/>
        </p:nvSpPr>
        <p:spPr>
          <a:xfrm>
            <a:off x="592053" y="3279925"/>
            <a:ext cx="4063374" cy="215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dirty="0">
                <a:latin typeface="Aptos Display" panose="020B0004020202020204" pitchFamily="34" charset="0"/>
              </a:rPr>
              <a:t>One integer representing the height of the tallest student</a:t>
            </a:r>
            <a:r>
              <a:rPr lang="en" altLang="en-US" dirty="0">
                <a:latin typeface="Aptos Display" panose="020B0004020202020204" pitchFamily="34" charset="0"/>
              </a:rPr>
              <a:t>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91847" y="2987637"/>
            <a:ext cx="39829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  <a:endParaRPr lang="en-US" altLang="zh-CN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592052" y="3571240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en" altLang="en-US" b="1" dirty="0">
                <a:latin typeface="Aptos Display" panose="020B0004020202020204" pitchFamily="34" charset="0"/>
              </a:rPr>
              <a:t>Sample input:</a:t>
            </a:r>
            <a:endParaRPr lang="en-US" altLang="zh-CN" b="1" dirty="0">
              <a:latin typeface="Aptos Display" panose="020B0004020202020204" pitchFamily="34" charset="0"/>
            </a:endParaRPr>
          </a:p>
          <a:p>
            <a:r>
              <a:rPr lang="en" altLang="zh-CN" dirty="0">
                <a:latin typeface="Consolas" panose="020B0609020204030204" pitchFamily="49" charset="0"/>
              </a:rPr>
              <a:t>5</a:t>
            </a:r>
          </a:p>
          <a:p>
            <a:r>
              <a:rPr lang="en" altLang="zh-CN" dirty="0">
                <a:latin typeface="Consolas" panose="020B0609020204030204" pitchFamily="49" charset="0"/>
              </a:rPr>
              <a:t>135 142 132 140 139</a:t>
            </a:r>
          </a:p>
        </p:txBody>
      </p:sp>
      <p:sp>
        <p:nvSpPr>
          <p:cNvPr id="17" name="矩形 16"/>
          <p:cNvSpPr/>
          <p:nvPr/>
        </p:nvSpPr>
        <p:spPr>
          <a:xfrm>
            <a:off x="2874875" y="3571240"/>
            <a:ext cx="1699945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en" altLang="en-US" sz="12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Sample output:</a:t>
            </a:r>
            <a:endParaRPr lang="en-US" altLang="zh-CN" sz="12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142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91847" y="4540800"/>
            <a:ext cx="5586963" cy="2173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530" lvl="0" indent="-17653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Use a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challenge 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"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method to find the maximum value.</a:t>
            </a:r>
          </a:p>
          <a:p>
            <a:pPr marL="180975" lvl="0" indent="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First, define a champion variable </a:t>
            </a:r>
            <a:r>
              <a:rPr lang="e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maxn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and initialise it to a very small value that will always lose to all input numbers.</a:t>
            </a:r>
            <a:endParaRPr lang="en-US" altLang="zh-CN" sz="1200" kern="100" dirty="0">
              <a:solidFill>
                <a:prstClr val="black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0975" lvl="0" algn="just" defTabSz="914400" fontAlgn="auto">
              <a:lnSpc>
                <a:spcPct val="90000"/>
              </a:lnSpc>
              <a:spcBef>
                <a:spcPts val="4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 number challenges the champion: if the new number is greater than the champion, the new number wins the challenge and replaces the original champion; otherwise, the challenge fails, and the champion remains unchanged.</a:t>
            </a:r>
          </a:p>
          <a:p>
            <a:pPr marL="176530" lvl="0" indent="-17653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following operatons are repeated </a:t>
            </a:r>
            <a:r>
              <a:rPr lang="e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times: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en" altLang="en-US" sz="1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 a number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en" altLang="en-US" sz="1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Let this number challenge </a:t>
            </a:r>
            <a:r>
              <a:rPr lang="en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maxn</a:t>
            </a:r>
            <a:r>
              <a:rPr lang="en" altLang="zh-CN" sz="10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.</a:t>
            </a:r>
          </a:p>
          <a:p>
            <a:pPr lvl="0" indent="172085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Therefore, it can be placed in a loop as the loop body, and the loop body can be executed </a:t>
            </a:r>
            <a:r>
              <a:rPr lang="en" altLang="zh-CN" sz="1200" i="1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en" altLang="zh-CN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kern="100" dirty="0">
                <a:solidFill>
                  <a:prstClr val="black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times.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591847" y="4272358"/>
            <a:ext cx="4063374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en" altLang="zh-CN" dirty="0">
                <a:latin typeface="Aptos Display" panose="020B0004020202020204" pitchFamily="34" charset="0"/>
              </a:rPr>
              <a:t>Analysis</a:t>
            </a:r>
          </a:p>
        </p:txBody>
      </p:sp>
      <p:sp>
        <p:nvSpPr>
          <p:cNvPr id="24" name="内容占位符 2"/>
          <p:cNvSpPr txBox="1"/>
          <p:nvPr/>
        </p:nvSpPr>
        <p:spPr>
          <a:xfrm>
            <a:off x="6037392" y="2192494"/>
            <a:ext cx="1569141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l"/>
            <a:r>
              <a:rPr lang="en" altLang="en-US" sz="1000" dirty="0">
                <a:latin typeface="Aptos Display" panose="020B0004020202020204" pitchFamily="34" charset="0"/>
              </a:rPr>
              <a:t>Note that </a:t>
            </a:r>
            <a:r>
              <a:rPr lang="en" altLang="zh-CN" sz="1000" dirty="0">
                <a:latin typeface="Aptos Display" panose="020B0004020202020204" pitchFamily="34" charset="0"/>
              </a:rPr>
              <a:t>maxn </a:t>
            </a:r>
            <a:r>
              <a:rPr lang="en" altLang="en-US" sz="1000" dirty="0">
                <a:latin typeface="Aptos Display" panose="020B0004020202020204" pitchFamily="34" charset="0"/>
              </a:rPr>
              <a:t>should be initialised to </a:t>
            </a:r>
            <a:r>
              <a:rPr lang="en" altLang="zh-CN" sz="1000" dirty="0">
                <a:latin typeface="Aptos Display" panose="020B0004020202020204" pitchFamily="34" charset="0"/>
              </a:rPr>
              <a:t>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8" grpId="0"/>
      <p:bldP spid="9" grpId="0"/>
      <p:bldP spid="10" grpId="0"/>
      <p:bldP spid="12" grpId="0"/>
      <p:bldP spid="22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08" y="1303230"/>
            <a:ext cx="3131391" cy="351734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i;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AU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= 1; </a:t>
            </a:r>
            <a:r>
              <a:rPr lang="en-AU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&lt;= 100; ++ i)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(i%2 == 0)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cout &lt;&lt; </a:t>
            </a:r>
            <a:r>
              <a:rPr lang="en-AU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" ";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4176385" y="1303230"/>
            <a:ext cx="3497777" cy="249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i;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AU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= 2; i &lt;= 100; </a:t>
            </a:r>
            <a:r>
              <a:rPr lang="en-AU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+= 2)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 i &lt;&lt; " ";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678609" y="4107419"/>
            <a:ext cx="2892074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en-US" dirty="0">
                <a:latin typeface="Aptos Display" panose="020B0004020202020204" pitchFamily="34" charset="0"/>
              </a:rPr>
              <a:t>The loop body is executed </a:t>
            </a:r>
            <a:r>
              <a:rPr lang="en" altLang="zh-CN" dirty="0">
                <a:latin typeface="Aptos Display" panose="020B0004020202020204" pitchFamily="34" charset="0"/>
              </a:rPr>
              <a:t>100 </a:t>
            </a:r>
            <a:r>
              <a:rPr lang="en" altLang="en-US" dirty="0">
                <a:latin typeface="Aptos Display" panose="020B0004020202020204" pitchFamily="34" charset="0"/>
              </a:rPr>
              <a:t>times 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4176386" y="4107419"/>
            <a:ext cx="2797497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en-US" dirty="0">
                <a:latin typeface="Aptos Display" panose="020B0004020202020204" pitchFamily="34" charset="0"/>
              </a:rPr>
              <a:t>The loop body is executed </a:t>
            </a:r>
            <a:r>
              <a:rPr lang="en" altLang="zh-CN" dirty="0">
                <a:latin typeface="Aptos Display" panose="020B0004020202020204" pitchFamily="34" charset="0"/>
              </a:rPr>
              <a:t>50 </a:t>
            </a:r>
            <a:r>
              <a:rPr lang="en" altLang="en-US" dirty="0">
                <a:latin typeface="Aptos Display" panose="020B0004020202020204" pitchFamily="34" charset="0"/>
              </a:rPr>
              <a:t>times 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 all even positive integers &lt;=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</a:p>
        </p:txBody>
      </p:sp>
      <p:sp>
        <p:nvSpPr>
          <p:cNvPr id="10" name="内容占位符 2"/>
          <p:cNvSpPr txBox="1"/>
          <p:nvPr/>
        </p:nvSpPr>
        <p:spPr>
          <a:xfrm>
            <a:off x="7674163" y="1303230"/>
            <a:ext cx="3839228" cy="249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i;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AU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= 1; </a:t>
            </a:r>
            <a:r>
              <a:rPr lang="en-AU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&lt;= 50; ++ i)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cout &lt;&lt; i</a:t>
            </a:r>
            <a:r>
              <a:rPr lang="e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2 &lt;&lt; " ";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" name="内容占位符 2"/>
          <p:cNvSpPr txBox="1"/>
          <p:nvPr/>
        </p:nvSpPr>
        <p:spPr>
          <a:xfrm>
            <a:off x="7674163" y="4110785"/>
            <a:ext cx="2797497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en-US" dirty="0">
                <a:latin typeface="Aptos Display" panose="020B0004020202020204" pitchFamily="34" charset="0"/>
              </a:rPr>
              <a:t>The loop body is executed </a:t>
            </a:r>
            <a:r>
              <a:rPr lang="en" altLang="zh-CN" dirty="0">
                <a:latin typeface="Aptos Display" panose="020B0004020202020204" pitchFamily="34" charset="0"/>
              </a:rPr>
              <a:t>50 </a:t>
            </a:r>
            <a:r>
              <a:rPr lang="en" altLang="en-US" dirty="0">
                <a:latin typeface="Aptos Display" panose="020B0004020202020204" pitchFamily="34" charset="0"/>
              </a:rPr>
              <a:t>times 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5" grpId="0"/>
      <p:bldP spid="7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-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Fibonacci Sequence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09" y="1303231"/>
            <a:ext cx="5109941" cy="499946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Tx/>
              <a:buNone/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int n, f2 = 1, f1 = 1, f, i;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cin &gt;&gt; n;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if (n &lt; 3)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 1;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else{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for(</a:t>
            </a:r>
            <a:r>
              <a:rPr lang="en-AU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= 3; </a:t>
            </a:r>
            <a:r>
              <a:rPr lang="en-AU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&lt;= n; ++ i){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f = f2 + f1;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f2 = f1;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f1 = f;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&lt;&lt; f;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678609" y="6302696"/>
            <a:ext cx="3008259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" altLang="en-US" dirty="0">
                <a:latin typeface="Aptos Display" panose="020B0004020202020204" pitchFamily="34" charset="0"/>
              </a:rPr>
              <a:t>The loop </a:t>
            </a:r>
            <a:r>
              <a:rPr lang="en" altLang="en-US">
                <a:latin typeface="Aptos Display" panose="020B0004020202020204" pitchFamily="34" charset="0"/>
              </a:rPr>
              <a:t>body is </a:t>
            </a:r>
            <a:r>
              <a:rPr lang="en" altLang="en-US" dirty="0">
                <a:latin typeface="Aptos Display" panose="020B0004020202020204" pitchFamily="34" charset="0"/>
              </a:rPr>
              <a:t>executed </a:t>
            </a:r>
            <a:r>
              <a:rPr lang="en" altLang="zh-CN" dirty="0">
                <a:latin typeface="Aptos Display" panose="020B0004020202020204" pitchFamily="34" charset="0"/>
              </a:rPr>
              <a:t>n-3+1 </a:t>
            </a:r>
            <a:r>
              <a:rPr lang="en" altLang="en-US" dirty="0">
                <a:latin typeface="Aptos Display" panose="020B0004020202020204" pitchFamily="34" charset="0"/>
              </a:rPr>
              <a:t>times.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418773"/>
              </p:ext>
            </p:extLst>
          </p:nvPr>
        </p:nvGraphicFramePr>
        <p:xfrm>
          <a:off x="6200029" y="1665458"/>
          <a:ext cx="4611406" cy="2979320"/>
        </p:xfrm>
        <a:graphic>
          <a:graphicData uri="http://schemas.openxmlformats.org/drawingml/2006/table">
            <a:tbl>
              <a:tblPr firstRow="1" bandRow="1"/>
              <a:tblGrid>
                <a:gridCol w="1180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03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2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How many times?</a:t>
                      </a:r>
                      <a:endParaRPr lang="en-US" altLang="zh-CN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algn="ctr"/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Execute the loop body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 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change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?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r>
                        <a:rPr lang="en" altLang="en-US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→</a:t>
                      </a:r>
                      <a:r>
                        <a:rPr lang="en" altLang="zh-CN" sz="1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2734</TotalTime>
  <Words>2587</Words>
  <Application>Microsoft Macintosh PowerPoint</Application>
  <PresentationFormat>Widescreen</PresentationFormat>
  <Paragraphs>409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微软雅黑</vt:lpstr>
      <vt:lpstr>华文楷体</vt:lpstr>
      <vt:lpstr>Aptos Display</vt:lpstr>
      <vt:lpstr>Arial</vt:lpstr>
      <vt:lpstr>Consolas</vt:lpstr>
      <vt:lpstr>Tw Cen MT</vt:lpstr>
      <vt:lpstr>Wingdings</vt:lpstr>
      <vt:lpstr>电路</vt:lpstr>
      <vt:lpstr>Looping (Part 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everyone.</vt:lpstr>
      <vt:lpstr>PowerPoint Presentation</vt:lpstr>
      <vt:lpstr>Example - Fibonacci Sequence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Bryan Sun</cp:lastModifiedBy>
  <cp:revision>313</cp:revision>
  <dcterms:created xsi:type="dcterms:W3CDTF">2018-08-09T00:16:00Z</dcterms:created>
  <dcterms:modified xsi:type="dcterms:W3CDTF">2026-09-12T11:53:42Z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3F4C9B3D74A7499CBC3E5D04972B6390</vt:lpwstr>
  </property>
  <property fmtid="{D5CDD505-2E9C-101B-9397-08002B2CF9AE}" pid="3" name="KSOProductBuildVer">
    <vt:lpwstr>2052-11.1.0.10938</vt:lpwstr>
  </property>
</Properties>
</file>