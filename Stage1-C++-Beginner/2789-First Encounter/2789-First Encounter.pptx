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349" r:id="rId3"/>
    <p:sldId id="347" r:id="rId4"/>
    <p:sldId id="361" r:id="rId5"/>
    <p:sldId id="362" r:id="rId6"/>
    <p:sldId id="332" r:id="rId7"/>
    <p:sldId id="343" r:id="rId8"/>
    <p:sldId id="353" r:id="rId9"/>
    <p:sldId id="354" r:id="rId10"/>
    <p:sldId id="357" r:id="rId11"/>
    <p:sldId id="358" r:id="rId12"/>
    <p:sldId id="359" r:id="rId13"/>
    <p:sldId id="345" r:id="rId14"/>
    <p:sldId id="346" r:id="rId15"/>
    <p:sldId id="348" r:id="rId16"/>
    <p:sldId id="360" r:id="rId17"/>
    <p:sldId id="261" r:id="rId18"/>
  </p:sldIdLst>
  <p:sldSz cx="12192000" cy="6858000"/>
  <p:notesSz cx="6858000" cy="9144000"/>
  <p:defaultTextStyle>
    <a:defPPr>
      <a:defRPr lang="en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301" autoAdjust="0"/>
    <p:restoredTop sz="93986" autoAdjust="0"/>
  </p:normalViewPr>
  <p:slideViewPr>
    <p:cSldViewPr snapToGrid="0">
      <p:cViewPr varScale="1">
        <p:scale>
          <a:sx n="116" d="100"/>
          <a:sy n="116" d="100"/>
        </p:scale>
        <p:origin x="224" y="52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2" d="100"/>
          <a:sy n="82" d="100"/>
        </p:scale>
        <p:origin x="3876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yan Sun" userId="851caa7714272873" providerId="LiveId" clId="{1A8111D1-4A65-4A29-9DEE-6B0D34390FD8}"/>
    <pc:docChg chg="custSel modSld">
      <pc:chgData name="Bryan Sun" userId="851caa7714272873" providerId="LiveId" clId="{1A8111D1-4A65-4A29-9DEE-6B0D34390FD8}" dt="2026-03-27T10:34:15.553" v="17" actId="20577"/>
      <pc:docMkLst>
        <pc:docMk/>
      </pc:docMkLst>
      <pc:sldChg chg="modSp mod">
        <pc:chgData name="Bryan Sun" userId="851caa7714272873" providerId="LiveId" clId="{1A8111D1-4A65-4A29-9DEE-6B0D34390FD8}" dt="2026-03-27T08:55:10.036" v="14" actId="313"/>
        <pc:sldMkLst>
          <pc:docMk/>
          <pc:sldMk cId="0" sldId="256"/>
        </pc:sldMkLst>
        <pc:spChg chg="mod">
          <ac:chgData name="Bryan Sun" userId="851caa7714272873" providerId="LiveId" clId="{1A8111D1-4A65-4A29-9DEE-6B0D34390FD8}" dt="2026-03-27T08:55:10.036" v="14" actId="313"/>
          <ac:spMkLst>
            <pc:docMk/>
            <pc:sldMk cId="0" sldId="256"/>
            <ac:spMk id="4" creationId="{00000000-0000-0000-0000-000000000000}"/>
          </ac:spMkLst>
        </pc:spChg>
      </pc:sldChg>
      <pc:sldChg chg="modSp">
        <pc:chgData name="Bryan Sun" userId="851caa7714272873" providerId="LiveId" clId="{1A8111D1-4A65-4A29-9DEE-6B0D34390FD8}" dt="2026-03-27T10:34:15.553" v="17" actId="20577"/>
        <pc:sldMkLst>
          <pc:docMk/>
          <pc:sldMk cId="0" sldId="347"/>
        </pc:sldMkLst>
        <pc:spChg chg="mod">
          <ac:chgData name="Bryan Sun" userId="851caa7714272873" providerId="LiveId" clId="{1A8111D1-4A65-4A29-9DEE-6B0D34390FD8}" dt="2026-03-27T10:34:15.553" v="17" actId="20577"/>
          <ac:spMkLst>
            <pc:docMk/>
            <pc:sldMk cId="0" sldId="347"/>
            <ac:spMk id="3" creationId="{00000000-0000-0000-0000-000000000000}"/>
          </ac:spMkLst>
        </pc:spChg>
        <pc:spChg chg="mod">
          <ac:chgData name="Bryan Sun" userId="851caa7714272873" providerId="LiveId" clId="{1A8111D1-4A65-4A29-9DEE-6B0D34390FD8}" dt="2026-03-27T10:03:15.603" v="15" actId="20577"/>
          <ac:spMkLst>
            <pc:docMk/>
            <pc:sldMk cId="0" sldId="347"/>
            <ac:spMk id="5" creationId="{00000000-0000-0000-0000-000000000000}"/>
          </ac:spMkLst>
        </pc:spChg>
        <pc:spChg chg="mod">
          <ac:chgData name="Bryan Sun" userId="851caa7714272873" providerId="LiveId" clId="{1A8111D1-4A65-4A29-9DEE-6B0D34390FD8}" dt="2026-03-27T10:16:55.834" v="16" actId="403"/>
          <ac:spMkLst>
            <pc:docMk/>
            <pc:sldMk cId="0" sldId="347"/>
            <ac:spMk id="8" creationId="{00000000-0000-0000-0000-000000000000}"/>
          </ac:spMkLst>
        </pc:spChg>
      </pc:sldChg>
    </pc:docChg>
  </pc:docChgLst>
  <pc:docChgLst>
    <pc:chgData name="Bryan Sun" userId="851caa7714272873" providerId="LiveId" clId="{1DF0C224-3A3E-55A6-A8D1-F8F2208D385B}"/>
    <pc:docChg chg="undo redo custSel modSld sldOrd">
      <pc:chgData name="Bryan Sun" userId="851caa7714272873" providerId="LiveId" clId="{1DF0C224-3A3E-55A6-A8D1-F8F2208D385B}" dt="2026-04-04T11:52:22.128" v="2105" actId="313"/>
      <pc:docMkLst>
        <pc:docMk/>
      </pc:docMkLst>
      <pc:sldChg chg="modSp mod">
        <pc:chgData name="Bryan Sun" userId="851caa7714272873" providerId="LiveId" clId="{1DF0C224-3A3E-55A6-A8D1-F8F2208D385B}" dt="2026-04-02T10:21:42.829" v="2089" actId="313"/>
        <pc:sldMkLst>
          <pc:docMk/>
          <pc:sldMk cId="0" sldId="256"/>
        </pc:sldMkLst>
        <pc:spChg chg="mod">
          <ac:chgData name="Bryan Sun" userId="851caa7714272873" providerId="LiveId" clId="{1DF0C224-3A3E-55A6-A8D1-F8F2208D385B}" dt="2026-04-02T10:21:34.150" v="2088" actId="313"/>
          <ac:spMkLst>
            <pc:docMk/>
            <pc:sldMk cId="0" sldId="256"/>
            <ac:spMk id="2" creationId="{00000000-0000-0000-0000-000000000000}"/>
          </ac:spMkLst>
        </pc:spChg>
        <pc:spChg chg="mod">
          <ac:chgData name="Bryan Sun" userId="851caa7714272873" providerId="LiveId" clId="{1DF0C224-3A3E-55A6-A8D1-F8F2208D385B}" dt="2026-04-02T10:21:42.829" v="2089" actId="313"/>
          <ac:spMkLst>
            <pc:docMk/>
            <pc:sldMk cId="0" sldId="256"/>
            <ac:spMk id="4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04-02T10:22:03.503" v="2090" actId="20577"/>
        <pc:sldMkLst>
          <pc:docMk/>
          <pc:sldMk cId="0" sldId="261"/>
        </pc:sldMkLst>
        <pc:spChg chg="mod">
          <ac:chgData name="Bryan Sun" userId="851caa7714272873" providerId="LiveId" clId="{1DF0C224-3A3E-55A6-A8D1-F8F2208D385B}" dt="2026-04-02T10:22:03.503" v="2090" actId="20577"/>
          <ac:spMkLst>
            <pc:docMk/>
            <pc:sldMk cId="0" sldId="261"/>
            <ac:spMk id="4" creationId="{00000000-0000-0000-0000-000000000000}"/>
          </ac:spMkLst>
        </pc:spChg>
      </pc:sldChg>
      <pc:sldChg chg="addSp modSp mod">
        <pc:chgData name="Bryan Sun" userId="851caa7714272873" providerId="LiveId" clId="{1DF0C224-3A3E-55A6-A8D1-F8F2208D385B}" dt="2026-03-25T23:53:50.770" v="703" actId="14100"/>
        <pc:sldMkLst>
          <pc:docMk/>
          <pc:sldMk cId="0" sldId="332"/>
        </pc:sldMkLst>
        <pc:spChg chg="mod">
          <ac:chgData name="Bryan Sun" userId="851caa7714272873" providerId="LiveId" clId="{1DF0C224-3A3E-55A6-A8D1-F8F2208D385B}" dt="2026-03-25T11:15:40.874" v="281" actId="20577"/>
          <ac:spMkLst>
            <pc:docMk/>
            <pc:sldMk cId="0" sldId="332"/>
            <ac:spMk id="2" creationId="{00000000-0000-0000-0000-000000000000}"/>
          </ac:spMkLst>
        </pc:spChg>
        <pc:spChg chg="add mod">
          <ac:chgData name="Bryan Sun" userId="851caa7714272873" providerId="LiveId" clId="{1DF0C224-3A3E-55A6-A8D1-F8F2208D385B}" dt="2026-03-25T23:50:30.991" v="504" actId="1076"/>
          <ac:spMkLst>
            <pc:docMk/>
            <pc:sldMk cId="0" sldId="332"/>
            <ac:spMk id="4" creationId="{1D60E5D6-3CB7-9EF8-3EBE-04F559AA9022}"/>
          </ac:spMkLst>
        </pc:spChg>
        <pc:spChg chg="add mod">
          <ac:chgData name="Bryan Sun" userId="851caa7714272873" providerId="LiveId" clId="{1DF0C224-3A3E-55A6-A8D1-F8F2208D385B}" dt="2026-03-25T23:51:30.481" v="577" actId="1035"/>
          <ac:spMkLst>
            <pc:docMk/>
            <pc:sldMk cId="0" sldId="332"/>
            <ac:spMk id="5" creationId="{C0383037-B709-5ED0-439C-CB557BE48466}"/>
          </ac:spMkLst>
        </pc:spChg>
        <pc:spChg chg="add mod">
          <ac:chgData name="Bryan Sun" userId="851caa7714272873" providerId="LiveId" clId="{1DF0C224-3A3E-55A6-A8D1-F8F2208D385B}" dt="2026-03-25T23:51:59.943" v="637" actId="20577"/>
          <ac:spMkLst>
            <pc:docMk/>
            <pc:sldMk cId="0" sldId="332"/>
            <ac:spMk id="6" creationId="{BA202337-BB9B-49F5-DC10-15BDD5970389}"/>
          </ac:spMkLst>
        </pc:spChg>
        <pc:spChg chg="add mod">
          <ac:chgData name="Bryan Sun" userId="851caa7714272873" providerId="LiveId" clId="{1DF0C224-3A3E-55A6-A8D1-F8F2208D385B}" dt="2026-03-25T23:53:04.587" v="668" actId="14100"/>
          <ac:spMkLst>
            <pc:docMk/>
            <pc:sldMk cId="0" sldId="332"/>
            <ac:spMk id="7" creationId="{59F8FD62-4F15-D766-A5A6-4DC9951693A2}"/>
          </ac:spMkLst>
        </pc:spChg>
        <pc:spChg chg="add mod">
          <ac:chgData name="Bryan Sun" userId="851caa7714272873" providerId="LiveId" clId="{1DF0C224-3A3E-55A6-A8D1-F8F2208D385B}" dt="2026-03-25T23:53:25.493" v="673" actId="20577"/>
          <ac:spMkLst>
            <pc:docMk/>
            <pc:sldMk cId="0" sldId="332"/>
            <ac:spMk id="8" creationId="{94E6E4F6-EF09-37B5-51B9-49EE5BF82CBB}"/>
          </ac:spMkLst>
        </pc:spChg>
        <pc:spChg chg="add mod">
          <ac:chgData name="Bryan Sun" userId="851caa7714272873" providerId="LiveId" clId="{1DF0C224-3A3E-55A6-A8D1-F8F2208D385B}" dt="2026-03-25T23:53:50.770" v="703" actId="14100"/>
          <ac:spMkLst>
            <pc:docMk/>
            <pc:sldMk cId="0" sldId="332"/>
            <ac:spMk id="9" creationId="{DAF96E3D-4D7E-5E7C-D73B-0D0BB7C8B4CC}"/>
          </ac:spMkLst>
        </pc:spChg>
        <pc:picChg chg="add mod">
          <ac:chgData name="Bryan Sun" userId="851caa7714272873" providerId="LiveId" clId="{1DF0C224-3A3E-55A6-A8D1-F8F2208D385B}" dt="2026-03-25T11:07:18.021" v="136"/>
          <ac:picMkLst>
            <pc:docMk/>
            <pc:sldMk cId="0" sldId="332"/>
            <ac:picMk id="3" creationId="{2C376B32-212C-DD77-53E8-60C4DC3372AE}"/>
          </ac:picMkLst>
        </pc:picChg>
      </pc:sldChg>
      <pc:sldChg chg="modSp mod modAnim">
        <pc:chgData name="Bryan Sun" userId="851caa7714272873" providerId="LiveId" clId="{1DF0C224-3A3E-55A6-A8D1-F8F2208D385B}" dt="2026-03-26T00:23:05.339" v="950"/>
        <pc:sldMkLst>
          <pc:docMk/>
          <pc:sldMk cId="0" sldId="343"/>
        </pc:sldMkLst>
        <pc:spChg chg="mod">
          <ac:chgData name="Bryan Sun" userId="851caa7714272873" providerId="LiveId" clId="{1DF0C224-3A3E-55A6-A8D1-F8F2208D385B}" dt="2026-03-26T00:01:36.486" v="874" actId="14100"/>
          <ac:spMkLst>
            <pc:docMk/>
            <pc:sldMk cId="0" sldId="343"/>
            <ac:spMk id="8" creationId="{00000000-0000-0000-0000-000000000000}"/>
          </ac:spMkLst>
        </pc:spChg>
        <pc:spChg chg="mod">
          <ac:chgData name="Bryan Sun" userId="851caa7714272873" providerId="LiveId" clId="{1DF0C224-3A3E-55A6-A8D1-F8F2208D385B}" dt="2026-03-26T00:01:46.942" v="876" actId="1076"/>
          <ac:spMkLst>
            <pc:docMk/>
            <pc:sldMk cId="0" sldId="343"/>
            <ac:spMk id="9" creationId="{00000000-0000-0000-0000-000000000000}"/>
          </ac:spMkLst>
        </pc:spChg>
        <pc:spChg chg="mod">
          <ac:chgData name="Bryan Sun" userId="851caa7714272873" providerId="LiveId" clId="{1DF0C224-3A3E-55A6-A8D1-F8F2208D385B}" dt="2026-03-26T00:02:13.456" v="879" actId="1076"/>
          <ac:spMkLst>
            <pc:docMk/>
            <pc:sldMk cId="0" sldId="343"/>
            <ac:spMk id="10" creationId="{00000000-0000-0000-0000-000000000000}"/>
          </ac:spMkLst>
        </pc:spChg>
        <pc:spChg chg="mod">
          <ac:chgData name="Bryan Sun" userId="851caa7714272873" providerId="LiveId" clId="{1DF0C224-3A3E-55A6-A8D1-F8F2208D385B}" dt="2026-03-25T11:15:07.038" v="206" actId="20577"/>
          <ac:spMkLst>
            <pc:docMk/>
            <pc:sldMk cId="0" sldId="343"/>
            <ac:spMk id="11" creationId="{00000000-0000-0000-0000-000000000000}"/>
          </ac:spMkLst>
        </pc:spChg>
        <pc:graphicFrameChg chg="mod modGraphic">
          <ac:chgData name="Bryan Sun" userId="851caa7714272873" providerId="LiveId" clId="{1DF0C224-3A3E-55A6-A8D1-F8F2208D385B}" dt="2026-03-26T00:01:42.437" v="875" actId="1076"/>
          <ac:graphicFrameMkLst>
            <pc:docMk/>
            <pc:sldMk cId="0" sldId="343"/>
            <ac:graphicFrameMk id="2" creationId="{00000000-0000-0000-0000-000000000000}"/>
          </ac:graphicFrameMkLst>
        </pc:graphicFrameChg>
        <pc:graphicFrameChg chg="mod modGraphic">
          <ac:chgData name="Bryan Sun" userId="851caa7714272873" providerId="LiveId" clId="{1DF0C224-3A3E-55A6-A8D1-F8F2208D385B}" dt="2026-03-26T00:01:52.419" v="877" actId="1076"/>
          <ac:graphicFrameMkLst>
            <pc:docMk/>
            <pc:sldMk cId="0" sldId="343"/>
            <ac:graphicFrameMk id="12" creationId="{00000000-0000-0000-0000-000000000000}"/>
          </ac:graphicFrameMkLst>
        </pc:graphicFrameChg>
        <pc:graphicFrameChg chg="mod modGraphic">
          <ac:chgData name="Bryan Sun" userId="851caa7714272873" providerId="LiveId" clId="{1DF0C224-3A3E-55A6-A8D1-F8F2208D385B}" dt="2026-03-26T00:02:26.117" v="882" actId="14100"/>
          <ac:graphicFrameMkLst>
            <pc:docMk/>
            <pc:sldMk cId="0" sldId="343"/>
            <ac:graphicFrameMk id="13" creationId="{00000000-0000-0000-0000-000000000000}"/>
          </ac:graphicFrameMkLst>
        </pc:graphicFrameChg>
      </pc:sldChg>
      <pc:sldChg chg="modSp mod">
        <pc:chgData name="Bryan Sun" userId="851caa7714272873" providerId="LiveId" clId="{1DF0C224-3A3E-55A6-A8D1-F8F2208D385B}" dt="2026-03-26T00:49:13.600" v="1196" actId="14100"/>
        <pc:sldMkLst>
          <pc:docMk/>
          <pc:sldMk cId="0" sldId="345"/>
        </pc:sldMkLst>
        <pc:spChg chg="mod">
          <ac:chgData name="Bryan Sun" userId="851caa7714272873" providerId="LiveId" clId="{1DF0C224-3A3E-55A6-A8D1-F8F2208D385B}" dt="2026-03-26T00:49:13.600" v="1196" actId="14100"/>
          <ac:spMkLst>
            <pc:docMk/>
            <pc:sldMk cId="0" sldId="345"/>
            <ac:spMk id="3" creationId="{00000000-0000-0000-0000-000000000000}"/>
          </ac:spMkLst>
        </pc:spChg>
        <pc:spChg chg="mod">
          <ac:chgData name="Bryan Sun" userId="851caa7714272873" providerId="LiveId" clId="{1DF0C224-3A3E-55A6-A8D1-F8F2208D385B}" dt="2026-03-25T11:12:40.889" v="178" actId="20577"/>
          <ac:spMkLst>
            <pc:docMk/>
            <pc:sldMk cId="0" sldId="345"/>
            <ac:spMk id="4" creationId="{00000000-0000-0000-0000-000000000000}"/>
          </ac:spMkLst>
        </pc:spChg>
        <pc:spChg chg="mod">
          <ac:chgData name="Bryan Sun" userId="851caa7714272873" providerId="LiveId" clId="{1DF0C224-3A3E-55A6-A8D1-F8F2208D385B}" dt="2026-03-26T00:49:03.488" v="1194" actId="27636"/>
          <ac:spMkLst>
            <pc:docMk/>
            <pc:sldMk cId="0" sldId="345"/>
            <ac:spMk id="6" creationId="{00000000-0000-0000-0000-000000000000}"/>
          </ac:spMkLst>
        </pc:spChg>
        <pc:spChg chg="mod">
          <ac:chgData name="Bryan Sun" userId="851caa7714272873" providerId="LiveId" clId="{1DF0C224-3A3E-55A6-A8D1-F8F2208D385B}" dt="2026-03-26T00:49:00.346" v="1192" actId="14100"/>
          <ac:spMkLst>
            <pc:docMk/>
            <pc:sldMk cId="0" sldId="345"/>
            <ac:spMk id="7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03-26T00:49:56.633" v="1201" actId="14100"/>
        <pc:sldMkLst>
          <pc:docMk/>
          <pc:sldMk cId="0" sldId="346"/>
        </pc:sldMkLst>
        <pc:spChg chg="mod">
          <ac:chgData name="Bryan Sun" userId="851caa7714272873" providerId="LiveId" clId="{1DF0C224-3A3E-55A6-A8D1-F8F2208D385B}" dt="2026-03-26T00:49:56.633" v="1201" actId="14100"/>
          <ac:spMkLst>
            <pc:docMk/>
            <pc:sldMk cId="0" sldId="346"/>
            <ac:spMk id="3" creationId="{00000000-0000-0000-0000-000000000000}"/>
          </ac:spMkLst>
        </pc:spChg>
        <pc:spChg chg="mod">
          <ac:chgData name="Bryan Sun" userId="851caa7714272873" providerId="LiveId" clId="{1DF0C224-3A3E-55A6-A8D1-F8F2208D385B}" dt="2026-03-26T00:49:31.240" v="1199" actId="2711"/>
          <ac:spMkLst>
            <pc:docMk/>
            <pc:sldMk cId="0" sldId="346"/>
            <ac:spMk id="4" creationId="{00000000-0000-0000-0000-000000000000}"/>
          </ac:spMkLst>
        </pc:spChg>
      </pc:sldChg>
      <pc:sldChg chg="modSp mod modAnim">
        <pc:chgData name="Bryan Sun" userId="851caa7714272873" providerId="LiveId" clId="{1DF0C224-3A3E-55A6-A8D1-F8F2208D385B}" dt="2026-03-26T00:22:34.346" v="948"/>
        <pc:sldMkLst>
          <pc:docMk/>
          <pc:sldMk cId="0" sldId="347"/>
        </pc:sldMkLst>
        <pc:spChg chg="mod">
          <ac:chgData name="Bryan Sun" userId="851caa7714272873" providerId="LiveId" clId="{1DF0C224-3A3E-55A6-A8D1-F8F2208D385B}" dt="2026-03-25T10:59:45.309" v="32" actId="14100"/>
          <ac:spMkLst>
            <pc:docMk/>
            <pc:sldMk cId="0" sldId="347"/>
            <ac:spMk id="3" creationId="{00000000-0000-0000-0000-000000000000}"/>
          </ac:spMkLst>
        </pc:spChg>
        <pc:spChg chg="mod">
          <ac:chgData name="Bryan Sun" userId="851caa7714272873" providerId="LiveId" clId="{1DF0C224-3A3E-55A6-A8D1-F8F2208D385B}" dt="2026-03-25T11:05:39.082" v="129" actId="20577"/>
          <ac:spMkLst>
            <pc:docMk/>
            <pc:sldMk cId="0" sldId="347"/>
            <ac:spMk id="5" creationId="{00000000-0000-0000-0000-000000000000}"/>
          </ac:spMkLst>
        </pc:spChg>
        <pc:spChg chg="mod">
          <ac:chgData name="Bryan Sun" userId="851caa7714272873" providerId="LiveId" clId="{1DF0C224-3A3E-55A6-A8D1-F8F2208D385B}" dt="2026-03-25T11:15:58.938" v="284" actId="20577"/>
          <ac:spMkLst>
            <pc:docMk/>
            <pc:sldMk cId="0" sldId="347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6-03-25T11:05:47.999" v="130" actId="2711"/>
          <ac:spMkLst>
            <pc:docMk/>
            <pc:sldMk cId="0" sldId="347"/>
            <ac:spMk id="8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03-25T11:14:40.739" v="199" actId="20577"/>
        <pc:sldMkLst>
          <pc:docMk/>
          <pc:sldMk cId="0" sldId="348"/>
        </pc:sldMkLst>
        <pc:spChg chg="mod">
          <ac:chgData name="Bryan Sun" userId="851caa7714272873" providerId="LiveId" clId="{1DF0C224-3A3E-55A6-A8D1-F8F2208D385B}" dt="2026-03-25T11:14:40.739" v="199" actId="20577"/>
          <ac:spMkLst>
            <pc:docMk/>
            <pc:sldMk cId="0" sldId="348"/>
            <ac:spMk id="6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04-04T11:52:22.128" v="2105" actId="313"/>
        <pc:sldMkLst>
          <pc:docMk/>
          <pc:sldMk cId="0" sldId="349"/>
        </pc:sldMkLst>
        <pc:spChg chg="mod">
          <ac:chgData name="Bryan Sun" userId="851caa7714272873" providerId="LiveId" clId="{1DF0C224-3A3E-55A6-A8D1-F8F2208D385B}" dt="2026-04-04T11:52:22.128" v="2105" actId="313"/>
          <ac:spMkLst>
            <pc:docMk/>
            <pc:sldMk cId="0" sldId="349"/>
            <ac:spMk id="3" creationId="{00000000-0000-0000-0000-000000000000}"/>
          </ac:spMkLst>
        </pc:spChg>
        <pc:spChg chg="mod">
          <ac:chgData name="Bryan Sun" userId="851caa7714272873" providerId="LiveId" clId="{1DF0C224-3A3E-55A6-A8D1-F8F2208D385B}" dt="2026-03-25T10:59:20.344" v="29" actId="2711"/>
          <ac:spMkLst>
            <pc:docMk/>
            <pc:sldMk cId="0" sldId="349"/>
            <ac:spMk id="5" creationId="{00000000-0000-0000-0000-000000000000}"/>
          </ac:spMkLst>
        </pc:spChg>
      </pc:sldChg>
      <pc:sldChg chg="addSp delSp modSp mod modAnim">
        <pc:chgData name="Bryan Sun" userId="851caa7714272873" providerId="LiveId" clId="{1DF0C224-3A3E-55A6-A8D1-F8F2208D385B}" dt="2026-03-26T00:23:47.531" v="951"/>
        <pc:sldMkLst>
          <pc:docMk/>
          <pc:sldMk cId="0" sldId="353"/>
        </pc:sldMkLst>
        <pc:spChg chg="mod">
          <ac:chgData name="Bryan Sun" userId="851caa7714272873" providerId="LiveId" clId="{1DF0C224-3A3E-55A6-A8D1-F8F2208D385B}" dt="2026-03-26T00:15:49.084" v="920" actId="20577"/>
          <ac:spMkLst>
            <pc:docMk/>
            <pc:sldMk cId="0" sldId="353"/>
            <ac:spMk id="4" creationId="{00000000-0000-0000-0000-000000000000}"/>
          </ac:spMkLst>
        </pc:spChg>
        <pc:spChg chg="mod">
          <ac:chgData name="Bryan Sun" userId="851caa7714272873" providerId="LiveId" clId="{1DF0C224-3A3E-55A6-A8D1-F8F2208D385B}" dt="2026-03-25T11:15:01.039" v="203" actId="20577"/>
          <ac:spMkLst>
            <pc:docMk/>
            <pc:sldMk cId="0" sldId="353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6-03-25T11:09:27.557" v="150" actId="2711"/>
          <ac:spMkLst>
            <pc:docMk/>
            <pc:sldMk cId="0" sldId="353"/>
            <ac:spMk id="10" creationId="{00000000-0000-0000-0000-000000000000}"/>
          </ac:spMkLst>
        </pc:spChg>
        <pc:spChg chg="mod">
          <ac:chgData name="Bryan Sun" userId="851caa7714272873" providerId="LiveId" clId="{1DF0C224-3A3E-55A6-A8D1-F8F2208D385B}" dt="2026-03-25T11:09:57.923" v="155" actId="2711"/>
          <ac:spMkLst>
            <pc:docMk/>
            <pc:sldMk cId="0" sldId="353"/>
            <ac:spMk id="11" creationId="{00000000-0000-0000-0000-000000000000}"/>
          </ac:spMkLst>
        </pc:spChg>
        <pc:spChg chg="mod">
          <ac:chgData name="Bryan Sun" userId="851caa7714272873" providerId="LiveId" clId="{1DF0C224-3A3E-55A6-A8D1-F8F2208D385B}" dt="2026-03-25T11:09:52.388" v="154" actId="2711"/>
          <ac:spMkLst>
            <pc:docMk/>
            <pc:sldMk cId="0" sldId="353"/>
            <ac:spMk id="12" creationId="{00000000-0000-0000-0000-000000000000}"/>
          </ac:spMkLst>
        </pc:spChg>
        <pc:spChg chg="mod">
          <ac:chgData name="Bryan Sun" userId="851caa7714272873" providerId="LiveId" clId="{1DF0C224-3A3E-55A6-A8D1-F8F2208D385B}" dt="2026-03-25T11:09:27.557" v="150" actId="2711"/>
          <ac:spMkLst>
            <pc:docMk/>
            <pc:sldMk cId="0" sldId="353"/>
            <ac:spMk id="13" creationId="{00000000-0000-0000-0000-000000000000}"/>
          </ac:spMkLst>
        </pc:spChg>
        <pc:spChg chg="mod">
          <ac:chgData name="Bryan Sun" userId="851caa7714272873" providerId="LiveId" clId="{1DF0C224-3A3E-55A6-A8D1-F8F2208D385B}" dt="2026-03-25T11:09:27.557" v="150" actId="2711"/>
          <ac:spMkLst>
            <pc:docMk/>
            <pc:sldMk cId="0" sldId="353"/>
            <ac:spMk id="15" creationId="{00000000-0000-0000-0000-000000000000}"/>
          </ac:spMkLst>
        </pc:spChg>
        <pc:picChg chg="add mod">
          <ac:chgData name="Bryan Sun" userId="851caa7714272873" providerId="LiveId" clId="{1DF0C224-3A3E-55A6-A8D1-F8F2208D385B}" dt="2026-03-26T00:15:36.499" v="911" actId="1076"/>
          <ac:picMkLst>
            <pc:docMk/>
            <pc:sldMk cId="0" sldId="353"/>
            <ac:picMk id="5" creationId="{872B9F14-060F-A43A-14C1-2BE39178C2F8}"/>
          </ac:picMkLst>
        </pc:picChg>
        <pc:picChg chg="add mod">
          <ac:chgData name="Bryan Sun" userId="851caa7714272873" providerId="LiveId" clId="{1DF0C224-3A3E-55A6-A8D1-F8F2208D385B}" dt="2026-03-26T00:16:51.635" v="923" actId="1076"/>
          <ac:picMkLst>
            <pc:docMk/>
            <pc:sldMk cId="0" sldId="353"/>
            <ac:picMk id="6" creationId="{59A401F8-AF34-7214-5D48-1FAE3EFE83E5}"/>
          </ac:picMkLst>
        </pc:picChg>
        <pc:picChg chg="add mod">
          <ac:chgData name="Bryan Sun" userId="851caa7714272873" providerId="LiveId" clId="{1DF0C224-3A3E-55A6-A8D1-F8F2208D385B}" dt="2026-03-26T00:17:40.838" v="926" actId="1076"/>
          <ac:picMkLst>
            <pc:docMk/>
            <pc:sldMk cId="0" sldId="353"/>
            <ac:picMk id="8" creationId="{1AF1AFE9-4E23-DBFF-8F17-060F52526864}"/>
          </ac:picMkLst>
        </pc:picChg>
      </pc:sldChg>
      <pc:sldChg chg="modSp mod">
        <pc:chgData name="Bryan Sun" userId="851caa7714272873" providerId="LiveId" clId="{1DF0C224-3A3E-55A6-A8D1-F8F2208D385B}" dt="2026-03-26T00:24:25.781" v="953" actId="20577"/>
        <pc:sldMkLst>
          <pc:docMk/>
          <pc:sldMk cId="0" sldId="354"/>
        </pc:sldMkLst>
        <pc:spChg chg="mod">
          <ac:chgData name="Bryan Sun" userId="851caa7714272873" providerId="LiveId" clId="{1DF0C224-3A3E-55A6-A8D1-F8F2208D385B}" dt="2026-03-26T00:24:25.781" v="953" actId="20577"/>
          <ac:spMkLst>
            <pc:docMk/>
            <pc:sldMk cId="0" sldId="354"/>
            <ac:spMk id="5" creationId="{00000000-0000-0000-0000-000000000000}"/>
          </ac:spMkLst>
        </pc:spChg>
        <pc:spChg chg="mod">
          <ac:chgData name="Bryan Sun" userId="851caa7714272873" providerId="LiveId" clId="{1DF0C224-3A3E-55A6-A8D1-F8F2208D385B}" dt="2026-03-25T11:14:57.338" v="202" actId="20577"/>
          <ac:spMkLst>
            <pc:docMk/>
            <pc:sldMk cId="0" sldId="354"/>
            <ac:spMk id="7" creationId="{00000000-0000-0000-0000-000000000000}"/>
          </ac:spMkLst>
        </pc:spChg>
      </pc:sldChg>
      <pc:sldChg chg="addSp delSp modSp mod modAnim">
        <pc:chgData name="Bryan Sun" userId="851caa7714272873" providerId="LiveId" clId="{1DF0C224-3A3E-55A6-A8D1-F8F2208D385B}" dt="2026-03-26T00:52:13.776" v="1210" actId="20577"/>
        <pc:sldMkLst>
          <pc:docMk/>
          <pc:sldMk cId="0" sldId="357"/>
        </pc:sldMkLst>
        <pc:spChg chg="mod">
          <ac:chgData name="Bryan Sun" userId="851caa7714272873" providerId="LiveId" clId="{1DF0C224-3A3E-55A6-A8D1-F8F2208D385B}" dt="2026-03-26T00:52:05.679" v="1209" actId="20577"/>
          <ac:spMkLst>
            <pc:docMk/>
            <pc:sldMk cId="0" sldId="357"/>
            <ac:spMk id="4" creationId="{00000000-0000-0000-0000-000000000000}"/>
          </ac:spMkLst>
        </pc:spChg>
        <pc:spChg chg="mod">
          <ac:chgData name="Bryan Sun" userId="851caa7714272873" providerId="LiveId" clId="{1DF0C224-3A3E-55A6-A8D1-F8F2208D385B}" dt="2026-03-25T11:14:54.212" v="201" actId="20577"/>
          <ac:spMkLst>
            <pc:docMk/>
            <pc:sldMk cId="0" sldId="357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6-03-25T11:11:33.029" v="163" actId="2711"/>
          <ac:spMkLst>
            <pc:docMk/>
            <pc:sldMk cId="0" sldId="357"/>
            <ac:spMk id="10" creationId="{00000000-0000-0000-0000-000000000000}"/>
          </ac:spMkLst>
        </pc:spChg>
        <pc:spChg chg="mod">
          <ac:chgData name="Bryan Sun" userId="851caa7714272873" providerId="LiveId" clId="{1DF0C224-3A3E-55A6-A8D1-F8F2208D385B}" dt="2026-03-25T11:11:33.029" v="163" actId="2711"/>
          <ac:spMkLst>
            <pc:docMk/>
            <pc:sldMk cId="0" sldId="357"/>
            <ac:spMk id="11" creationId="{00000000-0000-0000-0000-000000000000}"/>
          </ac:spMkLst>
        </pc:spChg>
        <pc:spChg chg="mod">
          <ac:chgData name="Bryan Sun" userId="851caa7714272873" providerId="LiveId" clId="{1DF0C224-3A3E-55A6-A8D1-F8F2208D385B}" dt="2026-03-25T11:11:33.029" v="163" actId="2711"/>
          <ac:spMkLst>
            <pc:docMk/>
            <pc:sldMk cId="0" sldId="357"/>
            <ac:spMk id="15" creationId="{00000000-0000-0000-0000-000000000000}"/>
          </ac:spMkLst>
        </pc:spChg>
        <pc:spChg chg="mod">
          <ac:chgData name="Bryan Sun" userId="851caa7714272873" providerId="LiveId" clId="{1DF0C224-3A3E-55A6-A8D1-F8F2208D385B}" dt="2026-03-26T00:52:13.776" v="1210" actId="20577"/>
          <ac:spMkLst>
            <pc:docMk/>
            <pc:sldMk cId="0" sldId="357"/>
            <ac:spMk id="16" creationId="{00000000-0000-0000-0000-000000000000}"/>
          </ac:spMkLst>
        </pc:spChg>
        <pc:picChg chg="add mod">
          <ac:chgData name="Bryan Sun" userId="851caa7714272873" providerId="LiveId" clId="{1DF0C224-3A3E-55A6-A8D1-F8F2208D385B}" dt="2026-03-26T00:28:58.532" v="956" actId="1076"/>
          <ac:picMkLst>
            <pc:docMk/>
            <pc:sldMk cId="0" sldId="357"/>
            <ac:picMk id="2" creationId="{82754B86-570D-6F44-610F-937EE1333CE8}"/>
          </ac:picMkLst>
        </pc:picChg>
        <pc:picChg chg="add mod">
          <ac:chgData name="Bryan Sun" userId="851caa7714272873" providerId="LiveId" clId="{1DF0C224-3A3E-55A6-A8D1-F8F2208D385B}" dt="2026-03-26T00:32:32.191" v="1005" actId="1076"/>
          <ac:picMkLst>
            <pc:docMk/>
            <pc:sldMk cId="0" sldId="357"/>
            <ac:picMk id="6" creationId="{27A6E315-95F3-C852-E078-BA78D1212CAC}"/>
          </ac:picMkLst>
        </pc:picChg>
      </pc:sldChg>
      <pc:sldChg chg="addSp modSp mod ord">
        <pc:chgData name="Bryan Sun" userId="851caa7714272873" providerId="LiveId" clId="{1DF0C224-3A3E-55A6-A8D1-F8F2208D385B}" dt="2026-03-26T01:01:15.907" v="1716" actId="14100"/>
        <pc:sldMkLst>
          <pc:docMk/>
          <pc:sldMk cId="0" sldId="358"/>
        </pc:sldMkLst>
        <pc:spChg chg="add mod">
          <ac:chgData name="Bryan Sun" userId="851caa7714272873" providerId="LiveId" clId="{1DF0C224-3A3E-55A6-A8D1-F8F2208D385B}" dt="2026-03-26T01:01:05.775" v="1715" actId="14100"/>
          <ac:spMkLst>
            <pc:docMk/>
            <pc:sldMk cId="0" sldId="358"/>
            <ac:spMk id="2" creationId="{ABC34BFD-A298-5A74-211B-3825805E8C5B}"/>
          </ac:spMkLst>
        </pc:spChg>
        <pc:spChg chg="mod">
          <ac:chgData name="Bryan Sun" userId="851caa7714272873" providerId="LiveId" clId="{1DF0C224-3A3E-55A6-A8D1-F8F2208D385B}" dt="2026-03-26T00:55:16.703" v="1253" actId="2711"/>
          <ac:spMkLst>
            <pc:docMk/>
            <pc:sldMk cId="0" sldId="358"/>
            <ac:spMk id="5" creationId="{00000000-0000-0000-0000-000000000000}"/>
          </ac:spMkLst>
        </pc:spChg>
        <pc:spChg chg="add mod">
          <ac:chgData name="Bryan Sun" userId="851caa7714272873" providerId="LiveId" clId="{1DF0C224-3A3E-55A6-A8D1-F8F2208D385B}" dt="2026-03-26T01:01:15.907" v="1716" actId="14100"/>
          <ac:spMkLst>
            <pc:docMk/>
            <pc:sldMk cId="0" sldId="358"/>
            <ac:spMk id="6" creationId="{7F451C8C-B5C4-8545-9626-E6D4993B35AC}"/>
          </ac:spMkLst>
        </pc:spChg>
        <pc:spChg chg="mod">
          <ac:chgData name="Bryan Sun" userId="851caa7714272873" providerId="LiveId" clId="{1DF0C224-3A3E-55A6-A8D1-F8F2208D385B}" dt="2026-03-26T00:52:57.885" v="1214" actId="2711"/>
          <ac:spMkLst>
            <pc:docMk/>
            <pc:sldMk cId="0" sldId="358"/>
            <ac:spMk id="7" creationId="{00000000-0000-0000-0000-000000000000}"/>
          </ac:spMkLst>
        </pc:spChg>
      </pc:sldChg>
      <pc:sldChg chg="modSp mod ord">
        <pc:chgData name="Bryan Sun" userId="851caa7714272873" providerId="LiveId" clId="{1DF0C224-3A3E-55A6-A8D1-F8F2208D385B}" dt="2026-03-26T01:02:14.624" v="1717" actId="2711"/>
        <pc:sldMkLst>
          <pc:docMk/>
          <pc:sldMk cId="0" sldId="359"/>
        </pc:sldMkLst>
        <pc:spChg chg="mod">
          <ac:chgData name="Bryan Sun" userId="851caa7714272873" providerId="LiveId" clId="{1DF0C224-3A3E-55A6-A8D1-F8F2208D385B}" dt="2026-03-26T01:02:14.624" v="1717" actId="2711"/>
          <ac:spMkLst>
            <pc:docMk/>
            <pc:sldMk cId="0" sldId="359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6-03-25T11:13:57.554" v="185" actId="2711"/>
          <ac:spMkLst>
            <pc:docMk/>
            <pc:sldMk cId="0" sldId="359"/>
            <ac:spMk id="11" creationId="{00000000-0000-0000-0000-000000000000}"/>
          </ac:spMkLst>
        </pc:spChg>
        <pc:spChg chg="mod">
          <ac:chgData name="Bryan Sun" userId="851caa7714272873" providerId="LiveId" clId="{1DF0C224-3A3E-55A6-A8D1-F8F2208D385B}" dt="2026-03-25T11:14:06.333" v="186" actId="2711"/>
          <ac:spMkLst>
            <pc:docMk/>
            <pc:sldMk cId="0" sldId="359"/>
            <ac:spMk id="18" creationId="{00000000-0000-0000-0000-000000000000}"/>
          </ac:spMkLst>
        </pc:spChg>
      </pc:sldChg>
      <pc:sldChg chg="addSp modSp mod">
        <pc:chgData name="Bryan Sun" userId="851caa7714272873" providerId="LiveId" clId="{1DF0C224-3A3E-55A6-A8D1-F8F2208D385B}" dt="2026-03-26T01:07:39.700" v="2087" actId="2711"/>
        <pc:sldMkLst>
          <pc:docMk/>
          <pc:sldMk cId="0" sldId="360"/>
        </pc:sldMkLst>
        <pc:spChg chg="mod">
          <ac:chgData name="Bryan Sun" userId="851caa7714272873" providerId="LiveId" clId="{1DF0C224-3A3E-55A6-A8D1-F8F2208D385B}" dt="2026-03-25T11:16:23.323" v="285" actId="2711"/>
          <ac:spMkLst>
            <pc:docMk/>
            <pc:sldMk cId="0" sldId="360"/>
            <ac:spMk id="2" creationId="{00000000-0000-0000-0000-000000000000}"/>
          </ac:spMkLst>
        </pc:spChg>
        <pc:spChg chg="add mod">
          <ac:chgData name="Bryan Sun" userId="851caa7714272873" providerId="LiveId" clId="{1DF0C224-3A3E-55A6-A8D1-F8F2208D385B}" dt="2026-03-26T01:05:34.372" v="1874" actId="1035"/>
          <ac:spMkLst>
            <pc:docMk/>
            <pc:sldMk cId="0" sldId="360"/>
            <ac:spMk id="6" creationId="{31FBFA48-867E-AEFE-C0C3-2E48C5452B0D}"/>
          </ac:spMkLst>
        </pc:spChg>
        <pc:spChg chg="add mod">
          <ac:chgData name="Bryan Sun" userId="851caa7714272873" providerId="LiveId" clId="{1DF0C224-3A3E-55A6-A8D1-F8F2208D385B}" dt="2026-03-26T01:06:28.978" v="1982" actId="2711"/>
          <ac:spMkLst>
            <pc:docMk/>
            <pc:sldMk cId="0" sldId="360"/>
            <ac:spMk id="8" creationId="{9A0E06D3-5CA7-E398-5C83-F8DE9E2F919B}"/>
          </ac:spMkLst>
        </pc:spChg>
        <pc:spChg chg="add mod">
          <ac:chgData name="Bryan Sun" userId="851caa7714272873" providerId="LiveId" clId="{1DF0C224-3A3E-55A6-A8D1-F8F2208D385B}" dt="2026-03-26T01:07:03.657" v="2046" actId="1035"/>
          <ac:spMkLst>
            <pc:docMk/>
            <pc:sldMk cId="0" sldId="360"/>
            <ac:spMk id="9" creationId="{B9F4585C-D05E-F916-2527-E7FD35620107}"/>
          </ac:spMkLst>
        </pc:spChg>
        <pc:spChg chg="add mod">
          <ac:chgData name="Bryan Sun" userId="851caa7714272873" providerId="LiveId" clId="{1DF0C224-3A3E-55A6-A8D1-F8F2208D385B}" dt="2026-03-26T01:07:39.700" v="2087" actId="2711"/>
          <ac:spMkLst>
            <pc:docMk/>
            <pc:sldMk cId="0" sldId="360"/>
            <ac:spMk id="10" creationId="{C2B10EFC-7336-9AFE-C55C-2A34DD37D356}"/>
          </ac:spMkLst>
        </pc:spChg>
      </pc:sldChg>
      <pc:sldChg chg="addSp delSp modSp mod">
        <pc:chgData name="Bryan Sun" userId="851caa7714272873" providerId="LiveId" clId="{1DF0C224-3A3E-55A6-A8D1-F8F2208D385B}" dt="2026-03-25T23:30:40.595" v="367" actId="478"/>
        <pc:sldMkLst>
          <pc:docMk/>
          <pc:sldMk cId="0" sldId="361"/>
        </pc:sldMkLst>
        <pc:spChg chg="mod">
          <ac:chgData name="Bryan Sun" userId="851caa7714272873" providerId="LiveId" clId="{1DF0C224-3A3E-55A6-A8D1-F8F2208D385B}" dt="2026-03-25T11:06:15.530" v="131" actId="2711"/>
          <ac:spMkLst>
            <pc:docMk/>
            <pc:sldMk cId="0" sldId="361"/>
            <ac:spMk id="3" creationId="{00000000-0000-0000-0000-000000000000}"/>
          </ac:spMkLst>
        </pc:spChg>
        <pc:spChg chg="mod">
          <ac:chgData name="Bryan Sun" userId="851caa7714272873" providerId="LiveId" clId="{1DF0C224-3A3E-55A6-A8D1-F8F2208D385B}" dt="2026-03-25T11:15:55.887" v="283" actId="20577"/>
          <ac:spMkLst>
            <pc:docMk/>
            <pc:sldMk cId="0" sldId="361"/>
            <ac:spMk id="5" creationId="{00000000-0000-0000-0000-000000000000}"/>
          </ac:spMkLst>
        </pc:spChg>
        <pc:spChg chg="mod">
          <ac:chgData name="Bryan Sun" userId="851caa7714272873" providerId="LiveId" clId="{1DF0C224-3A3E-55A6-A8D1-F8F2208D385B}" dt="2026-03-25T11:06:15.530" v="131" actId="2711"/>
          <ac:spMkLst>
            <pc:docMk/>
            <pc:sldMk cId="0" sldId="361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6-03-25T23:28:12.285" v="355" actId="1076"/>
          <ac:spMkLst>
            <pc:docMk/>
            <pc:sldMk cId="0" sldId="361"/>
            <ac:spMk id="8" creationId="{00000000-0000-0000-0000-000000000000}"/>
          </ac:spMkLst>
        </pc:spChg>
        <pc:spChg chg="mod">
          <ac:chgData name="Bryan Sun" userId="851caa7714272873" providerId="LiveId" clId="{1DF0C224-3A3E-55A6-A8D1-F8F2208D385B}" dt="2026-03-25T11:06:15.530" v="131" actId="2711"/>
          <ac:spMkLst>
            <pc:docMk/>
            <pc:sldMk cId="0" sldId="361"/>
            <ac:spMk id="10" creationId="{00000000-0000-0000-0000-000000000000}"/>
          </ac:spMkLst>
        </pc:spChg>
        <pc:spChg chg="mod">
          <ac:chgData name="Bryan Sun" userId="851caa7714272873" providerId="LiveId" clId="{1DF0C224-3A3E-55A6-A8D1-F8F2208D385B}" dt="2026-03-25T23:30:39.367" v="366" actId="1076"/>
          <ac:spMkLst>
            <pc:docMk/>
            <pc:sldMk cId="0" sldId="361"/>
            <ac:spMk id="13" creationId="{00000000-0000-0000-0000-000000000000}"/>
          </ac:spMkLst>
        </pc:spChg>
        <pc:spChg chg="add mod">
          <ac:chgData name="Bryan Sun" userId="851caa7714272873" providerId="LiveId" clId="{1DF0C224-3A3E-55A6-A8D1-F8F2208D385B}" dt="2026-03-25T23:28:06.364" v="353" actId="1076"/>
          <ac:spMkLst>
            <pc:docMk/>
            <pc:sldMk cId="0" sldId="361"/>
            <ac:spMk id="14" creationId="{74F69E97-EC8D-E6B9-B5C1-EEB7C971F00F}"/>
          </ac:spMkLst>
        </pc:spChg>
        <pc:spChg chg="add mod">
          <ac:chgData name="Bryan Sun" userId="851caa7714272873" providerId="LiveId" clId="{1DF0C224-3A3E-55A6-A8D1-F8F2208D385B}" dt="2026-03-25T23:28:08.364" v="354" actId="1076"/>
          <ac:spMkLst>
            <pc:docMk/>
            <pc:sldMk cId="0" sldId="361"/>
            <ac:spMk id="15" creationId="{7A84950D-CCE4-6649-D29F-177F37E48BBC}"/>
          </ac:spMkLst>
        </pc:spChg>
        <pc:spChg chg="add mod">
          <ac:chgData name="Bryan Sun" userId="851caa7714272873" providerId="LiveId" clId="{1DF0C224-3A3E-55A6-A8D1-F8F2208D385B}" dt="2026-03-25T23:29:50.585" v="364" actId="1076"/>
          <ac:spMkLst>
            <pc:docMk/>
            <pc:sldMk cId="0" sldId="361"/>
            <ac:spMk id="18" creationId="{FDCF937E-B6BF-8A40-19E9-7B134A1B82EC}"/>
          </ac:spMkLst>
        </pc:spChg>
        <pc:picChg chg="add mod">
          <ac:chgData name="Bryan Sun" userId="851caa7714272873" providerId="LiveId" clId="{1DF0C224-3A3E-55A6-A8D1-F8F2208D385B}" dt="2026-03-25T23:27:50.616" v="350" actId="14100"/>
          <ac:picMkLst>
            <pc:docMk/>
            <pc:sldMk cId="0" sldId="361"/>
            <ac:picMk id="11" creationId="{6F9AB9CA-8495-C181-D906-2488205D67A2}"/>
          </ac:picMkLst>
        </pc:picChg>
        <pc:picChg chg="add mod">
          <ac:chgData name="Bryan Sun" userId="851caa7714272873" providerId="LiveId" clId="{1DF0C224-3A3E-55A6-A8D1-F8F2208D385B}" dt="2026-03-25T23:28:01.649" v="352" actId="167"/>
          <ac:picMkLst>
            <pc:docMk/>
            <pc:sldMk cId="0" sldId="361"/>
            <ac:picMk id="16" creationId="{759ED2EA-19EB-A4F9-7E4A-1A7E252763F3}"/>
          </ac:picMkLst>
        </pc:picChg>
        <pc:picChg chg="add mod">
          <ac:chgData name="Bryan Sun" userId="851caa7714272873" providerId="LiveId" clId="{1DF0C224-3A3E-55A6-A8D1-F8F2208D385B}" dt="2026-03-25T23:29:41.709" v="362" actId="167"/>
          <ac:picMkLst>
            <pc:docMk/>
            <pc:sldMk cId="0" sldId="361"/>
            <ac:picMk id="17" creationId="{FE859262-343F-496A-240B-8F4AF786E83D}"/>
          </ac:picMkLst>
        </pc:picChg>
      </pc:sldChg>
      <pc:sldChg chg="addSp delSp modSp mod">
        <pc:chgData name="Bryan Sun" userId="851caa7714272873" providerId="LiveId" clId="{1DF0C224-3A3E-55A6-A8D1-F8F2208D385B}" dt="2026-03-25T23:49:07.992" v="466" actId="167"/>
        <pc:sldMkLst>
          <pc:docMk/>
          <pc:sldMk cId="0" sldId="362"/>
        </pc:sldMkLst>
        <pc:spChg chg="mod">
          <ac:chgData name="Bryan Sun" userId="851caa7714272873" providerId="LiveId" clId="{1DF0C224-3A3E-55A6-A8D1-F8F2208D385B}" dt="2026-03-25T11:15:52.209" v="282" actId="20577"/>
          <ac:spMkLst>
            <pc:docMk/>
            <pc:sldMk cId="0" sldId="362"/>
            <ac:spMk id="5" creationId="{00000000-0000-0000-0000-000000000000}"/>
          </ac:spMkLst>
        </pc:spChg>
        <pc:spChg chg="mod">
          <ac:chgData name="Bryan Sun" userId="851caa7714272873" providerId="LiveId" clId="{1DF0C224-3A3E-55A6-A8D1-F8F2208D385B}" dt="2026-03-25T11:06:48.540" v="135" actId="2711"/>
          <ac:spMkLst>
            <pc:docMk/>
            <pc:sldMk cId="0" sldId="362"/>
            <ac:spMk id="7" creationId="{00000000-0000-0000-0000-000000000000}"/>
          </ac:spMkLst>
        </pc:spChg>
        <pc:spChg chg="mod">
          <ac:chgData name="Bryan Sun" userId="851caa7714272873" providerId="LiveId" clId="{1DF0C224-3A3E-55A6-A8D1-F8F2208D385B}" dt="2026-03-25T23:47:53.359" v="420" actId="1035"/>
          <ac:spMkLst>
            <pc:docMk/>
            <pc:sldMk cId="0" sldId="362"/>
            <ac:spMk id="8" creationId="{00000000-0000-0000-0000-000000000000}"/>
          </ac:spMkLst>
        </pc:spChg>
        <pc:spChg chg="mod">
          <ac:chgData name="Bryan Sun" userId="851caa7714272873" providerId="LiveId" clId="{1DF0C224-3A3E-55A6-A8D1-F8F2208D385B}" dt="2026-03-25T23:49:05.141" v="465" actId="1076"/>
          <ac:spMkLst>
            <pc:docMk/>
            <pc:sldMk cId="0" sldId="362"/>
            <ac:spMk id="9" creationId="{00000000-0000-0000-0000-000000000000}"/>
          </ac:spMkLst>
        </pc:spChg>
        <pc:spChg chg="add mod">
          <ac:chgData name="Bryan Sun" userId="851caa7714272873" providerId="LiveId" clId="{1DF0C224-3A3E-55A6-A8D1-F8F2208D385B}" dt="2026-03-25T23:44:39.477" v="393" actId="14100"/>
          <ac:spMkLst>
            <pc:docMk/>
            <pc:sldMk cId="0" sldId="362"/>
            <ac:spMk id="10" creationId="{5AA0668E-5768-F967-088B-6FA9816591F9}"/>
          </ac:spMkLst>
        </pc:spChg>
        <pc:spChg chg="add mod">
          <ac:chgData name="Bryan Sun" userId="851caa7714272873" providerId="LiveId" clId="{1DF0C224-3A3E-55A6-A8D1-F8F2208D385B}" dt="2026-03-25T23:48:14.030" v="436" actId="14100"/>
          <ac:spMkLst>
            <pc:docMk/>
            <pc:sldMk cId="0" sldId="362"/>
            <ac:spMk id="12" creationId="{E5B9FD79-E891-F6BA-349C-8E961FD70C95}"/>
          </ac:spMkLst>
        </pc:spChg>
        <pc:spChg chg="mod">
          <ac:chgData name="Bryan Sun" userId="851caa7714272873" providerId="LiveId" clId="{1DF0C224-3A3E-55A6-A8D1-F8F2208D385B}" dt="2026-03-25T23:44:18.526" v="388" actId="1076"/>
          <ac:spMkLst>
            <pc:docMk/>
            <pc:sldMk cId="0" sldId="362"/>
            <ac:spMk id="13" creationId="{00000000-0000-0000-0000-000000000000}"/>
          </ac:spMkLst>
        </pc:spChg>
        <pc:spChg chg="add mod">
          <ac:chgData name="Bryan Sun" userId="851caa7714272873" providerId="LiveId" clId="{1DF0C224-3A3E-55A6-A8D1-F8F2208D385B}" dt="2026-03-25T23:48:56.664" v="464" actId="1076"/>
          <ac:spMkLst>
            <pc:docMk/>
            <pc:sldMk cId="0" sldId="362"/>
            <ac:spMk id="17" creationId="{1D9927C7-1BA9-9CE3-D7F7-AE2AB63DB306}"/>
          </ac:spMkLst>
        </pc:spChg>
        <pc:picChg chg="add mod">
          <ac:chgData name="Bryan Sun" userId="851caa7714272873" providerId="LiveId" clId="{1DF0C224-3A3E-55A6-A8D1-F8F2208D385B}" dt="2026-03-25T23:31:57.861" v="372" actId="167"/>
          <ac:picMkLst>
            <pc:docMk/>
            <pc:sldMk cId="0" sldId="362"/>
            <ac:picMk id="2" creationId="{48C4E097-A2E3-ABEE-0028-5508CF2CB371}"/>
          </ac:picMkLst>
        </pc:picChg>
        <pc:picChg chg="add mod">
          <ac:chgData name="Bryan Sun" userId="851caa7714272873" providerId="LiveId" clId="{1DF0C224-3A3E-55A6-A8D1-F8F2208D385B}" dt="2026-03-25T23:47:48.573" v="410" actId="1036"/>
          <ac:picMkLst>
            <pc:docMk/>
            <pc:sldMk cId="0" sldId="362"/>
            <ac:picMk id="4" creationId="{F2F98A73-F7F7-49D2-2DD1-0543A7491618}"/>
          </ac:picMkLst>
        </pc:picChg>
        <pc:picChg chg="add mod">
          <ac:chgData name="Bryan Sun" userId="851caa7714272873" providerId="LiveId" clId="{1DF0C224-3A3E-55A6-A8D1-F8F2208D385B}" dt="2026-03-25T23:44:30.371" v="391" actId="1076"/>
          <ac:picMkLst>
            <pc:docMk/>
            <pc:sldMk cId="0" sldId="362"/>
            <ac:picMk id="6" creationId="{F18C3BFE-B766-06D8-F6DF-D55EE7511404}"/>
          </ac:picMkLst>
        </pc:picChg>
        <pc:picChg chg="add mod">
          <ac:chgData name="Bryan Sun" userId="851caa7714272873" providerId="LiveId" clId="{1DF0C224-3A3E-55A6-A8D1-F8F2208D385B}" dt="2026-03-25T23:49:07.992" v="466" actId="167"/>
          <ac:picMkLst>
            <pc:docMk/>
            <pc:sldMk cId="0" sldId="362"/>
            <ac:picMk id="11" creationId="{F2489B36-977B-57AD-E06E-A046E1E78DC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AEF43D-0357-4278-88A3-68E399B55887}" type="datetimeFigureOut">
              <a:rPr lang="zh-CN" altLang="en-US" smtClean="0"/>
              <a:t>2026/4/4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6E4075-04D0-4A01-9B80-B34031DE527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811B5F-5A72-4726-AC3F-C438D330BC78}" type="datetimeFigureOut">
              <a:rPr lang="zh-CN" altLang="en-US" smtClean="0"/>
              <a:t>2026/4/4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0F2C92-0232-4362-81DA-2203573C838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0F2C92-0232-4362-81DA-2203573C838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57131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0F2C92-0232-4362-81DA-2203573C8389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14932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0F2C92-0232-4362-81DA-2203573C8389}" type="slidenum">
              <a:rPr lang="zh-CN" altLang="en-US" smtClean="0"/>
              <a:t>4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0F2C92-0232-4362-81DA-2203573C8389}" type="slidenum">
              <a:rPr lang="zh-CN" altLang="en-US" smtClean="0"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0F2C92-0232-4362-81DA-2203573C8389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88976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0F2C92-0232-4362-81DA-2203573C8389}" type="slidenum">
              <a:rPr lang="zh-CN" altLang="en-US" smtClean="0"/>
              <a:t>7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0F2C92-0232-4362-81DA-2203573C8389}" type="slidenum">
              <a:rPr lang="zh-CN" altLang="en-US" smtClean="0"/>
              <a:t>8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0F2C92-0232-4362-81DA-2203573C8389}" type="slidenum">
              <a:rPr lang="zh-CN" altLang="en-US" smtClean="0"/>
              <a:t>9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0F2C92-0232-4362-81DA-2203573C8389}" type="slidenum">
              <a:rPr lang="zh-CN" altLang="en-US" smtClean="0"/>
              <a:t>10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0F2C92-0232-4362-81DA-2203573C8389}" type="slidenum">
              <a:rPr lang="zh-CN" altLang="en-US" smtClean="0"/>
              <a:t>11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0F2C92-0232-4362-81DA-2203573C8389}" type="slidenum">
              <a:rPr lang="zh-CN" altLang="en-US" smtClean="0"/>
              <a:t>12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12192000" cy="6857999"/>
          </a:xfrm>
          <a:prstGeom prst="rect">
            <a:avLst/>
          </a:prstGeom>
          <a:noFill/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4/4/26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  <a:prstGeom prst="rect">
            <a:avLst/>
          </a:prstGeom>
        </p:spPr>
        <p:txBody>
          <a:bodyPr/>
          <a:lstStyle/>
          <a:p>
            <a:r>
              <a:rPr lang="zh-CN" altLang="en-US" dirty="0">
                <a:latin typeface="+mj-ea"/>
              </a:rPr>
              <a:t>注意：请大家关闭自己的麦克风和摄像头</a:t>
            </a:r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4/4/26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zh-CN" altLang="en-US" dirty="0">
                <a:latin typeface="+mj-ea"/>
              </a:rPr>
              <a:t>注意：请大家关闭自己的麦克风和摄像头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4/4/26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zh-CN" altLang="en-US" dirty="0">
                <a:latin typeface="+mj-ea"/>
              </a:rPr>
              <a:t>注意：请大家关闭自己的麦克风和摄像头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4/4/26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zh-CN" altLang="en-US" dirty="0">
                <a:latin typeface="+mj-ea"/>
              </a:rPr>
              <a:t>注意：请大家关闭自己的麦克风和摄像头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4/4/26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zh-CN" altLang="en-US" dirty="0">
                <a:latin typeface="+mj-ea"/>
              </a:rPr>
              <a:t>注意：请大家关闭自己的麦克风和摄像头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4/4/26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zh-CN" altLang="en-US" dirty="0">
                <a:latin typeface="+mj-ea"/>
              </a:rPr>
              <a:t>注意：请大家关闭自己的麦克风和摄像头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4/4/26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zh-CN" altLang="en-US" dirty="0">
                <a:latin typeface="+mj-ea"/>
              </a:rPr>
              <a:t>注意：请大家关闭自己的麦克风和摄像头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4/4/26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4/4/26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4/4/26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4/4/26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4/4/26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 panose="020B0603020202020204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 panose="020B0603020202020204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4/4/26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4/4/26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图片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4/4/26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4/4/26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4/4/26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图片 52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8609" y="7541"/>
            <a:ext cx="10368800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8612" y="1486111"/>
            <a:ext cx="10368800" cy="51044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50" name="文本框 49"/>
          <p:cNvSpPr txBox="1"/>
          <p:nvPr userDrawn="1"/>
        </p:nvSpPr>
        <p:spPr>
          <a:xfrm>
            <a:off x="9212580" y="620649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高老师算法竞赛训练营</a:t>
            </a:r>
          </a:p>
        </p:txBody>
      </p:sp>
      <p:pic>
        <p:nvPicPr>
          <p:cNvPr id="51" name="图片 50"/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10812780" y="5361173"/>
            <a:ext cx="760094" cy="7659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" altLang="en-US" dirty="0"/>
              <a:t>First </a:t>
            </a:r>
            <a:r>
              <a:rPr lang="en-US" altLang="zh-CN" dirty="0"/>
              <a:t>Encounter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" altLang="zh-CN" dirty="0"/>
              <a:t>C++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9212579" y="6206490"/>
            <a:ext cx="29033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Mr.</a:t>
            </a:r>
            <a:r>
              <a:rPr lang="zh-CN" altLang="en-US" dirty="0">
                <a:latin typeface="华文楷体" panose="02010600040101010101" pitchFamily="2" charset="-122"/>
                <a:ea typeface="华文楷体" panose="02010600040101010101" pitchFamily="2" charset="-122"/>
              </a:rPr>
              <a:t> </a:t>
            </a:r>
            <a:r>
              <a:rPr lang="en" altLang="en-US" dirty="0">
                <a:latin typeface="华文楷体" panose="02010600040101010101" pitchFamily="2" charset="-122"/>
                <a:ea typeface="华文楷体" panose="02010600040101010101" pitchFamily="2" charset="-122"/>
              </a:rPr>
              <a:t>Gao</a:t>
            </a:r>
            <a:r>
              <a:rPr lang="en-US" altLang="en-US" dirty="0">
                <a:latin typeface="华文楷体" panose="02010600040101010101" pitchFamily="2" charset="-122"/>
                <a:ea typeface="华文楷体" panose="02010600040101010101" pitchFamily="2" charset="-122"/>
              </a:rPr>
              <a:t>’</a:t>
            </a:r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s</a:t>
            </a:r>
            <a:r>
              <a:rPr lang="en" altLang="en-US" dirty="0">
                <a:latin typeface="华文楷体" panose="02010600040101010101" pitchFamily="2" charset="-122"/>
                <a:ea typeface="华文楷体" panose="02010600040101010101" pitchFamily="2" charset="-122"/>
              </a:rPr>
              <a:t> Algorithm </a:t>
            </a:r>
          </a:p>
          <a:p>
            <a:pPr algn="r"/>
            <a:r>
              <a:rPr lang="en" altLang="en-US" dirty="0">
                <a:latin typeface="华文楷体" panose="02010600040101010101" pitchFamily="2" charset="-122"/>
                <a:ea typeface="华文楷体" panose="02010600040101010101" pitchFamily="2" charset="-122"/>
              </a:rPr>
              <a:t>Competition Training Camp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2780" y="5361173"/>
            <a:ext cx="760094" cy="7659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文本框 5"/>
          <p:cNvSpPr txBox="1"/>
          <p:nvPr/>
        </p:nvSpPr>
        <p:spPr>
          <a:xfrm>
            <a:off x="2564130" y="6206490"/>
            <a:ext cx="38779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en-US" sz="1600" dirty="0">
                <a:latin typeface="+mj-ea"/>
                <a:ea typeface="+mj-ea"/>
              </a:rPr>
              <a:t>Note: Please turn off your microphone and camera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678609" y="1486111"/>
            <a:ext cx="7621936" cy="20505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342900" indent="-342900" algn="just" defTabSz="914400">
              <a:lnSpc>
                <a:spcPct val="150000"/>
              </a:lnSpc>
              <a:buFont typeface="+mj-lt"/>
              <a:buAutoNum type="arabicPeriod"/>
              <a:defRPr sz="1400" kern="10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" altLang="en-US" sz="1800" dirty="0">
                <a:latin typeface="Aptos Display" panose="020B0004020202020204" pitchFamily="34" charset="0"/>
                <a:ea typeface="微软雅黑" panose="020B0503020204020204" pitchFamily="34" charset="-122"/>
              </a:rPr>
              <a:t>Machine language, binary, programming language</a:t>
            </a:r>
            <a:endParaRPr lang="en-US" altLang="zh-CN" sz="1800" dirty="0"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r>
              <a:rPr lang="en" altLang="en-US" sz="1800" dirty="0">
                <a:latin typeface="Aptos Display" panose="020B0004020202020204" pitchFamily="34" charset="0"/>
                <a:ea typeface="微软雅黑" panose="020B0503020204020204" pitchFamily="34" charset="-122"/>
              </a:rPr>
              <a:t>Compilation vs interpretation</a:t>
            </a:r>
            <a:endParaRPr lang="en-US" altLang="zh-CN" sz="1800" dirty="0"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r>
              <a:rPr lang="en" altLang="en-US" sz="18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Integrated development environment </a:t>
            </a:r>
            <a:r>
              <a:rPr lang="en" altLang="zh-CN" sz="18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IDE</a:t>
            </a:r>
          </a:p>
          <a:p>
            <a:r>
              <a:rPr lang="en" altLang="en-US" sz="18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Source program, source code, code, writing code, </a:t>
            </a:r>
            <a:r>
              <a:rPr lang="en-US" altLang="zh-CN" sz="18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‘punching’</a:t>
            </a:r>
            <a:r>
              <a:rPr lang="en" altLang="en-US" sz="18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 code</a:t>
            </a:r>
            <a:endParaRPr lang="en-US" altLang="zh-CN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endParaRPr lang="zh-CN" altLang="en-US" dirty="0">
              <a:latin typeface="Aptos Display" panose="020B00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678608" y="1311010"/>
            <a:ext cx="461291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342900" indent="-342900" algn="just" defTabSz="914400">
              <a:lnSpc>
                <a:spcPct val="150000"/>
              </a:lnSpc>
              <a:buFont typeface="+mj-lt"/>
              <a:buAutoNum type="arabicPeriod"/>
              <a:defRPr sz="1400" kern="10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marL="0" indent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20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 </a:t>
            </a:r>
            <a:r>
              <a:rPr lang="en" altLang="zh-CN" sz="20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</a:t>
            </a:r>
            <a:r>
              <a:rPr lang="en" altLang="en-US" sz="20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Example </a:t>
            </a:r>
            <a:r>
              <a:rPr lang="en" altLang="zh-CN" sz="20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Hello World</a:t>
            </a:r>
            <a:endParaRPr lang="en-US" altLang="zh-CN" sz="2000" dirty="0">
              <a:solidFill>
                <a:srgbClr val="80808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20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 #include &lt;bits/stdc++.h&gt;</a:t>
            </a:r>
            <a:endParaRPr lang="zh-CN" altLang="zh-CN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20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  <a:r>
              <a:rPr lang="en" altLang="zh-CN" sz="20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using</a:t>
            </a:r>
            <a:r>
              <a:rPr lang="en" altLang="zh-CN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namespace</a:t>
            </a:r>
            <a:r>
              <a:rPr lang="en" altLang="zh-CN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std;</a:t>
            </a:r>
            <a:endParaRPr lang="zh-CN" altLang="zh-CN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20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 int</a:t>
            </a:r>
            <a:r>
              <a:rPr lang="en" altLang="zh-CN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main(){</a:t>
            </a:r>
            <a:endParaRPr lang="zh-CN" altLang="zh-CN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20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" altLang="zh-CN" sz="20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    </a:t>
            </a:r>
            <a:r>
              <a:rPr lang="en" altLang="zh-CN" sz="20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cout&lt;&lt; </a:t>
            </a:r>
            <a:r>
              <a:rPr lang="en" altLang="zh-CN" sz="20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"Hello, World!"</a:t>
            </a:r>
            <a:r>
              <a:rPr lang="en" altLang="zh-CN" sz="20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zh-CN" altLang="zh-CN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20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6</a:t>
            </a:r>
            <a:r>
              <a:rPr lang="en" altLang="zh-CN" sz="20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    </a:t>
            </a:r>
            <a:r>
              <a:rPr lang="en" altLang="zh-CN" sz="20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" altLang="zh-CN" sz="20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0;</a:t>
            </a:r>
            <a:endParaRPr lang="zh-CN" altLang="zh-CN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20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7</a:t>
            </a:r>
            <a:r>
              <a:rPr lang="en" altLang="zh-CN" sz="20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}</a:t>
            </a:r>
            <a:endParaRPr lang="zh-CN" altLang="zh-CN" sz="20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581823" y="1311009"/>
            <a:ext cx="5931567" cy="49504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4625" indent="-17462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“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#include</a:t>
            </a:r>
            <a:r>
              <a:rPr lang="en-US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”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is followed by the header file, no semicolon is needed at the end of the line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174625" indent="-17462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Universal header file </a:t>
            </a: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“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bits/stdc++.h</a:t>
            </a:r>
            <a:r>
              <a:rPr lang="en-US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”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: Just </a:t>
            </a: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include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this header file, add angle brackets at both ends</a:t>
            </a:r>
          </a:p>
          <a:p>
            <a:pPr marL="174625" indent="-17462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“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using namespace</a:t>
            </a:r>
            <a:r>
              <a:rPr lang="en-US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”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is followed by the namespace, </a:t>
            </a: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ending</a:t>
            </a:r>
            <a:r>
              <a:rPr lang="zh-C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with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a semicolon.</a:t>
            </a:r>
          </a:p>
          <a:p>
            <a:pPr marL="174625" indent="-17462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 </a:t>
            </a: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“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main</a:t>
            </a:r>
            <a:r>
              <a:rPr lang="en-US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()”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function is the main part of the program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447675" lvl="1" indent="-17462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 function content is enclosed between a pair of curly braces</a:t>
            </a:r>
          </a:p>
          <a:p>
            <a:pPr marL="447675" lvl="1" indent="-17462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Inside the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main</a:t>
            </a:r>
            <a:r>
              <a:rPr lang="en-US" altLang="zh-CN" sz="12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()</a:t>
            </a:r>
            <a:r>
              <a:rPr lang="en" altLang="zh-CN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function, each statement must end with a </a:t>
            </a:r>
            <a:r>
              <a:rPr lang="en" altLang="en-US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semicolon</a:t>
            </a:r>
            <a:r>
              <a:rPr lang="en" altLang="zh-CN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</a:p>
          <a:p>
            <a:pPr marL="447675" lvl="1" indent="-17462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 last statement </a:t>
            </a:r>
            <a:r>
              <a:rPr lang="en" altLang="zh-CN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returns 0;</a:t>
            </a:r>
          </a:p>
          <a:p>
            <a:pPr marL="174625" indent="-17462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“</a:t>
            </a:r>
            <a:r>
              <a:rPr lang="en" altLang="zh-CN" sz="1600" dirty="0" err="1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cout</a:t>
            </a:r>
            <a:r>
              <a:rPr lang="en-US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”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is used to output content to the console. Contents between </a:t>
            </a:r>
            <a:r>
              <a:rPr lang="en" altLang="en-US" sz="16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double quotes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will be output as is.</a:t>
            </a:r>
          </a:p>
          <a:p>
            <a:pPr marL="174625" indent="-17462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Lines beg</a:t>
            </a: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inn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ing with </a:t>
            </a:r>
            <a:r>
              <a:rPr lang="en" altLang="en-US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“//”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are comments, written for humans</a:t>
            </a:r>
          </a:p>
          <a:p>
            <a:pPr>
              <a:lnSpc>
                <a:spcPct val="150000"/>
              </a:lnSpc>
            </a:pPr>
            <a:r>
              <a:rPr lang="zh-C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to read, and will be ignored by computers.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Program 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en-US" sz="40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tructure</a:t>
            </a:r>
            <a:endParaRPr lang="en" altLang="en-US" sz="40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678609" y="4014982"/>
            <a:ext cx="4612918" cy="21298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Line 2</a:t>
            </a:r>
            <a:r>
              <a:rPr lang="en" altLang="zh-CN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3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</a:t>
            </a:r>
            <a:r>
              <a:rPr lang="en" altLang="zh-CN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4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</a:t>
            </a:r>
            <a:r>
              <a:rPr lang="en" altLang="zh-CN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6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and </a:t>
            </a:r>
            <a:r>
              <a:rPr lang="en" altLang="zh-CN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7 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are fixed content, must be present in each program</a:t>
            </a:r>
            <a:endParaRPr lang="en-US" altLang="zh-CN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Line </a:t>
            </a:r>
            <a:r>
              <a:rPr lang="en" altLang="zh-CN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1 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is a comment, optional</a:t>
            </a:r>
            <a:endParaRPr lang="en-US" altLang="zh-CN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Line </a:t>
            </a:r>
            <a:r>
              <a:rPr lang="en" altLang="zh-CN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5 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is the specific program content, each program is different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FE859262-343F-496A-240B-8F4AF786E8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779" y="4262310"/>
            <a:ext cx="7772400" cy="216192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59ED2EA-19EB-A4F9-7E4A-1A7E252763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5566" y="1487135"/>
            <a:ext cx="4203948" cy="269052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F9AB9CA-8495-C181-D906-2488205D67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779" y="2016715"/>
            <a:ext cx="6516370" cy="190246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440442" y="1401414"/>
            <a:ext cx="2813559" cy="467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342900" indent="-342900" algn="just" defTabSz="914400">
              <a:lnSpc>
                <a:spcPct val="150000"/>
              </a:lnSpc>
              <a:buFont typeface="+mj-lt"/>
              <a:buAutoNum type="arabicPeriod"/>
              <a:defRPr sz="1400" kern="10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marL="0" indent="0">
              <a:buNone/>
            </a:pPr>
            <a:r>
              <a:rPr lang="en" altLang="en-US" sz="1800" dirty="0">
                <a:latin typeface="Aptos Display" panose="020B0004020202020204" pitchFamily="34" charset="0"/>
                <a:ea typeface="微软雅黑" panose="020B0503020204020204" pitchFamily="34" charset="-122"/>
              </a:rPr>
              <a:t>Online practice system:</a:t>
            </a:r>
            <a:endParaRPr lang="en-US" altLang="zh-CN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Training 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S</a:t>
            </a:r>
            <a:r>
              <a:rPr lang="en" altLang="en-US" sz="40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ite</a:t>
            </a:r>
            <a:endParaRPr lang="zh-CN" altLang="en-US" sz="40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429804" y="2649685"/>
            <a:ext cx="1019563" cy="13258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" altLang="en-US" sz="60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①</a:t>
            </a:r>
            <a:endParaRPr lang="en-US" altLang="zh-CN" sz="6000" dirty="0">
              <a:solidFill>
                <a:srgbClr val="FF00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7511447" y="2593299"/>
            <a:ext cx="1019563" cy="13258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" altLang="en-US" sz="60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②</a:t>
            </a:r>
            <a:endParaRPr lang="en-US" altLang="zh-CN" sz="6000" dirty="0">
              <a:solidFill>
                <a:srgbClr val="FF00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3338285" y="1275117"/>
            <a:ext cx="4682944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altLang="zh-CN" sz="40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http://xmoj.tech</a:t>
            </a:r>
            <a:endParaRPr lang="zh-CN" altLang="en-US" sz="4000" dirty="0">
              <a:solidFill>
                <a:srgbClr val="FF0000"/>
              </a:solidFill>
              <a:latin typeface="Aptos Display" panose="020B0004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440442" y="5050228"/>
            <a:ext cx="1019563" cy="13258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" altLang="en-US" sz="60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③</a:t>
            </a:r>
            <a:endParaRPr lang="en-US" altLang="zh-CN" sz="6000" dirty="0">
              <a:solidFill>
                <a:srgbClr val="FF00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F69E97-EC8D-E6B9-B5C1-EEB7C971F00F}"/>
              </a:ext>
            </a:extLst>
          </p:cNvPr>
          <p:cNvSpPr/>
          <p:nvPr/>
        </p:nvSpPr>
        <p:spPr>
          <a:xfrm>
            <a:off x="6039622" y="2781688"/>
            <a:ext cx="1019563" cy="349569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84950D-CCE4-6649-D29F-177F37E48BBC}"/>
              </a:ext>
            </a:extLst>
          </p:cNvPr>
          <p:cNvSpPr/>
          <p:nvPr/>
        </p:nvSpPr>
        <p:spPr>
          <a:xfrm>
            <a:off x="5303942" y="3147768"/>
            <a:ext cx="1019563" cy="349569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DCF937E-B6BF-8A40-19E9-7B134A1B82EC}"/>
              </a:ext>
            </a:extLst>
          </p:cNvPr>
          <p:cNvSpPr/>
          <p:nvPr/>
        </p:nvSpPr>
        <p:spPr>
          <a:xfrm>
            <a:off x="4256183" y="5091589"/>
            <a:ext cx="1019563" cy="349569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2489B36-977B-57AD-E06E-A046E1E78D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927" y="3309257"/>
            <a:ext cx="4094789" cy="3556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18C3BFE-B766-06D8-F6DF-D55EE75114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512" y="1229313"/>
            <a:ext cx="6360534" cy="362955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2F98A73-F7F7-49D2-2DD1-0543A74916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019" y="2310765"/>
            <a:ext cx="4332497" cy="97192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8C4E097-A2E3-ABEE-0028-5508CF2CB3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020" y="1126620"/>
            <a:ext cx="3582670" cy="109347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Training 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S</a:t>
            </a:r>
            <a:r>
              <a:rPr lang="en" altLang="en-US" sz="40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ite</a:t>
            </a:r>
            <a:endParaRPr lang="zh-CN" altLang="en-US" sz="40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977769" y="817017"/>
            <a:ext cx="1019563" cy="13258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" altLang="en-US" sz="60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①</a:t>
            </a:r>
            <a:endParaRPr lang="en-US" altLang="zh-CN" sz="6000" dirty="0">
              <a:solidFill>
                <a:srgbClr val="FF00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683765" y="1855730"/>
            <a:ext cx="1019563" cy="13258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" altLang="en-US" sz="60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②</a:t>
            </a:r>
            <a:endParaRPr lang="en-US" altLang="zh-CN" sz="6000" dirty="0">
              <a:solidFill>
                <a:srgbClr val="FF00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6026299" y="1557152"/>
            <a:ext cx="1019563" cy="13258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" altLang="en-US" sz="60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③</a:t>
            </a:r>
            <a:endParaRPr lang="en-US" altLang="zh-CN" sz="6000" dirty="0">
              <a:solidFill>
                <a:srgbClr val="FF00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595170" y="4627518"/>
            <a:ext cx="1019563" cy="13258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" altLang="en-US" sz="6000" dirty="0">
                <a:solidFill>
                  <a:srgbClr val="FF000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④</a:t>
            </a:r>
            <a:endParaRPr lang="en-US" altLang="zh-CN" sz="6000" dirty="0">
              <a:solidFill>
                <a:srgbClr val="FF0000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A0668E-5768-F967-088B-6FA9816591F9}"/>
              </a:ext>
            </a:extLst>
          </p:cNvPr>
          <p:cNvSpPr/>
          <p:nvPr/>
        </p:nvSpPr>
        <p:spPr>
          <a:xfrm>
            <a:off x="8175812" y="2774344"/>
            <a:ext cx="595609" cy="363303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5B9FD79-E891-F6BA-349C-8E961FD70C95}"/>
              </a:ext>
            </a:extLst>
          </p:cNvPr>
          <p:cNvSpPr/>
          <p:nvPr/>
        </p:nvSpPr>
        <p:spPr>
          <a:xfrm>
            <a:off x="1981200" y="6556433"/>
            <a:ext cx="624067" cy="363303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9927C7-1BA9-9CE3-D7F7-AE2AB63DB306}"/>
              </a:ext>
            </a:extLst>
          </p:cNvPr>
          <p:cNvSpPr txBox="1"/>
          <p:nvPr/>
        </p:nvSpPr>
        <p:spPr>
          <a:xfrm>
            <a:off x="784074" y="4304353"/>
            <a:ext cx="32376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600" dirty="0">
                <a:solidFill>
                  <a:srgbClr val="FF0000"/>
                </a:solidFill>
                <a:latin typeface="Aptos Display" panose="020B0004020202020204" pitchFamily="34" charset="0"/>
              </a:rPr>
              <a:t>Paste code here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78609" y="423660"/>
            <a:ext cx="10368800" cy="646331"/>
          </a:xfr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Common</a:t>
            </a:r>
            <a:r>
              <a:rPr lang="zh-C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Mistakes</a:t>
            </a:r>
            <a:endParaRPr lang="en" altLang="en-US" sz="40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130" y="1486111"/>
            <a:ext cx="3771900" cy="4762500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0030" y="1486111"/>
            <a:ext cx="3771900" cy="1571625"/>
          </a:xfrm>
          <a:prstGeom prst="rect">
            <a:avLst/>
          </a:prstGeom>
        </p:spPr>
      </p:pic>
      <p:pic>
        <p:nvPicPr>
          <p:cNvPr id="3" name="图片 18">
            <a:extLst>
              <a:ext uri="{FF2B5EF4-FFF2-40B4-BE49-F238E27FC236}">
                <a16:creationId xmlns:a16="http://schemas.microsoft.com/office/drawing/2014/main" id="{2C376B32-212C-DD77-53E8-60C4DC3372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630" y="1486111"/>
            <a:ext cx="4000500" cy="47625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D60E5D6-3CB7-9EF8-3EBE-04F559AA9022}"/>
              </a:ext>
            </a:extLst>
          </p:cNvPr>
          <p:cNvSpPr txBox="1"/>
          <p:nvPr/>
        </p:nvSpPr>
        <p:spPr>
          <a:xfrm>
            <a:off x="2542460" y="2628900"/>
            <a:ext cx="1865670" cy="30777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AU" sz="1400" dirty="0">
                <a:solidFill>
                  <a:srgbClr val="FF0000"/>
                </a:solidFill>
              </a:rPr>
              <a:t>Use correct punctuation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383037-B709-5ED0-439C-CB557BE48466}"/>
              </a:ext>
            </a:extLst>
          </p:cNvPr>
          <p:cNvSpPr txBox="1"/>
          <p:nvPr/>
        </p:nvSpPr>
        <p:spPr>
          <a:xfrm>
            <a:off x="2542460" y="4092878"/>
            <a:ext cx="1724740" cy="52322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AU" sz="1400" dirty="0">
                <a:solidFill>
                  <a:srgbClr val="FF0000"/>
                </a:solidFill>
              </a:rPr>
              <a:t>Incorrect punctuation have different colour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202337-BB9B-49F5-DC10-15BDD5970389}"/>
              </a:ext>
            </a:extLst>
          </p:cNvPr>
          <p:cNvSpPr txBox="1"/>
          <p:nvPr/>
        </p:nvSpPr>
        <p:spPr>
          <a:xfrm>
            <a:off x="2542460" y="5725391"/>
            <a:ext cx="1724740" cy="52322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AU" sz="1400" dirty="0">
                <a:solidFill>
                  <a:srgbClr val="FF0000"/>
                </a:solidFill>
              </a:rPr>
              <a:t>Punctuation between quotation marks.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F8FD62-4F15-D766-A5A6-4DC9951693A2}"/>
              </a:ext>
            </a:extLst>
          </p:cNvPr>
          <p:cNvSpPr txBox="1"/>
          <p:nvPr/>
        </p:nvSpPr>
        <p:spPr>
          <a:xfrm>
            <a:off x="7369690" y="1723303"/>
            <a:ext cx="810340" cy="307777"/>
          </a:xfrm>
          <a:prstGeom prst="rect">
            <a:avLst/>
          </a:prstGeom>
          <a:solidFill>
            <a:schemeClr val="tx1"/>
          </a:solidFill>
        </p:spPr>
        <p:txBody>
          <a:bodyPr wrap="square" lIns="36000" tIns="46800" rIns="36000" rtlCol="0">
            <a:spAutoFit/>
          </a:bodyPr>
          <a:lstStyle/>
          <a:p>
            <a:r>
              <a:rPr lang="en-AU" sz="1400" dirty="0">
                <a:solidFill>
                  <a:srgbClr val="FF0000"/>
                </a:solidFill>
              </a:rPr>
              <a:t>Missed .h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E6E4F6-EF09-37B5-51B9-49EE5BF82CBB}"/>
              </a:ext>
            </a:extLst>
          </p:cNvPr>
          <p:cNvSpPr txBox="1"/>
          <p:nvPr/>
        </p:nvSpPr>
        <p:spPr>
          <a:xfrm>
            <a:off x="7369690" y="5012613"/>
            <a:ext cx="810340" cy="307777"/>
          </a:xfrm>
          <a:prstGeom prst="rect">
            <a:avLst/>
          </a:prstGeom>
          <a:solidFill>
            <a:schemeClr val="tx1"/>
          </a:solidFill>
        </p:spPr>
        <p:txBody>
          <a:bodyPr wrap="square" lIns="36000" tIns="46800" rIns="36000" rtlCol="0">
            <a:spAutoFit/>
          </a:bodyPr>
          <a:lstStyle/>
          <a:p>
            <a:r>
              <a:rPr lang="en-AU" sz="1400" dirty="0">
                <a:solidFill>
                  <a:srgbClr val="FF0000"/>
                </a:solidFill>
              </a:rPr>
              <a:t>Missed </a:t>
            </a:r>
            <a:r>
              <a:rPr lang="en-US" altLang="zh-CN" sz="1400" dirty="0">
                <a:solidFill>
                  <a:srgbClr val="FF0000"/>
                </a:solidFill>
              </a:rPr>
              <a:t>;</a:t>
            </a:r>
            <a:endParaRPr lang="en-AU" sz="14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F96E3D-4D7E-5E7C-D73B-0D0BB7C8B4CC}"/>
              </a:ext>
            </a:extLst>
          </p:cNvPr>
          <p:cNvSpPr txBox="1"/>
          <p:nvPr/>
        </p:nvSpPr>
        <p:spPr>
          <a:xfrm>
            <a:off x="8715890" y="2749960"/>
            <a:ext cx="1901310" cy="308867"/>
          </a:xfrm>
          <a:prstGeom prst="rect">
            <a:avLst/>
          </a:prstGeom>
          <a:solidFill>
            <a:schemeClr val="tx1"/>
          </a:solidFill>
        </p:spPr>
        <p:txBody>
          <a:bodyPr wrap="square" lIns="36000" tIns="46800" rIns="36000" rtlCol="0">
            <a:spAutoFit/>
          </a:bodyPr>
          <a:lstStyle/>
          <a:p>
            <a:r>
              <a:rPr lang="en-US" altLang="zh-CN" sz="1400" dirty="0">
                <a:solidFill>
                  <a:srgbClr val="FF0000"/>
                </a:solidFill>
              </a:rPr>
              <a:t>Missed</a:t>
            </a:r>
            <a:r>
              <a:rPr lang="zh-CN" altLang="en-US" sz="1400" dirty="0">
                <a:solidFill>
                  <a:srgbClr val="FF0000"/>
                </a:solidFill>
              </a:rPr>
              <a:t> </a:t>
            </a:r>
            <a:r>
              <a:rPr lang="en-US" altLang="zh-CN" sz="1400" dirty="0">
                <a:solidFill>
                  <a:srgbClr val="FF0000"/>
                </a:solidFill>
              </a:rPr>
              <a:t>right</a:t>
            </a:r>
            <a:r>
              <a:rPr lang="zh-CN" altLang="en-US" sz="1400" dirty="0">
                <a:solidFill>
                  <a:srgbClr val="FF0000"/>
                </a:solidFill>
              </a:rPr>
              <a:t> </a:t>
            </a:r>
            <a:r>
              <a:rPr lang="en-US" altLang="zh-CN" sz="1400" dirty="0">
                <a:solidFill>
                  <a:srgbClr val="FF0000"/>
                </a:solidFill>
              </a:rPr>
              <a:t>curly</a:t>
            </a:r>
            <a:r>
              <a:rPr lang="zh-CN" altLang="en-US" sz="1400" dirty="0">
                <a:solidFill>
                  <a:srgbClr val="FF0000"/>
                </a:solidFill>
              </a:rPr>
              <a:t> </a:t>
            </a:r>
            <a:r>
              <a:rPr lang="en-US" altLang="zh-CN" sz="1400" dirty="0">
                <a:solidFill>
                  <a:srgbClr val="FF0000"/>
                </a:solidFill>
              </a:rPr>
              <a:t>bracket</a:t>
            </a:r>
            <a:endParaRPr lang="en-AU" sz="14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内容占位符 2"/>
          <p:cNvSpPr txBox="1"/>
          <p:nvPr/>
        </p:nvSpPr>
        <p:spPr>
          <a:xfrm>
            <a:off x="332889" y="1360377"/>
            <a:ext cx="2996928" cy="350860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U" altLang="en-US" sz="18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Integer operations</a:t>
            </a:r>
            <a:endParaRPr lang="en-US" altLang="zh-CN" sz="1800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+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(addition), </a:t>
            </a: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-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(subtraction), *(multiplication), </a:t>
            </a: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/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(division), </a:t>
            </a:r>
            <a:br>
              <a:rPr lang="en-US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</a:br>
            <a:r>
              <a:rPr lang="en" altLang="zh-CN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% 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(modulo operation)</a:t>
            </a:r>
            <a:endParaRPr lang="en-US" altLang="zh-CN" sz="1600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 quotient obtained by division is an integer with no decimal part (instead of rounding, the decimal part is discarded)</a:t>
            </a:r>
            <a:endParaRPr lang="en-US" altLang="zh-CN" sz="1600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9" name="内容占位符 2"/>
          <p:cNvSpPr txBox="1"/>
          <p:nvPr/>
        </p:nvSpPr>
        <p:spPr>
          <a:xfrm>
            <a:off x="5715931" y="1360377"/>
            <a:ext cx="2834853" cy="306120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" altLang="en-US" sz="18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Operations of real numbers:</a:t>
            </a:r>
            <a:endParaRPr lang="en-US" altLang="zh-CN" sz="18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+ 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(addition), 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- 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(subtraction), * (multiplication), 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/ 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(division)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No modulo operation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 quotient obtained by division includes the decimal part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0" name="内容占位符 2"/>
          <p:cNvSpPr txBox="1"/>
          <p:nvPr/>
        </p:nvSpPr>
        <p:spPr>
          <a:xfrm>
            <a:off x="1721287" y="4398158"/>
            <a:ext cx="5066424" cy="19308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Multiplication and division are written differently compared to mathematical operators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  <a:p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The multiplication operator cannot be omitted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  <a:p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Just write the expression directly to get the answer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  <a:p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urier New" panose="02070309020205020404" pitchFamily="49" charset="0"/>
              </a:rPr>
              <a:t>The order of operations: From left to right, multiplication, division and modulo first, then addition and subtraction. Parentheses take precedence over all others.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Operators and 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E</a:t>
            </a:r>
            <a:r>
              <a:rPr lang="en" altLang="en-US" sz="40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xpressions</a:t>
            </a:r>
            <a:endParaRPr lang="en" altLang="en-US" sz="40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</p:txBody>
      </p:sp>
      <p:graphicFrame>
        <p:nvGraphicFramePr>
          <p:cNvPr id="2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791549"/>
              </p:ext>
            </p:extLst>
          </p:nvPr>
        </p:nvGraphicFramePr>
        <p:xfrm>
          <a:off x="3052838" y="1710772"/>
          <a:ext cx="2623455" cy="204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60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7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837">
                <a:tc>
                  <a:txBody>
                    <a:bodyPr/>
                    <a:lstStyle/>
                    <a:p>
                      <a:pPr algn="ctr"/>
                      <a:r>
                        <a:rPr lang="en" altLang="en-US" sz="1400" b="0" i="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altLang="en-US" sz="1400" b="0" i="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Console output</a:t>
                      </a:r>
                      <a:endParaRPr lang="en" altLang="en-US" sz="1400" b="0" i="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837">
                <a:tc>
                  <a:txBody>
                    <a:bodyPr/>
                    <a:lstStyle/>
                    <a:p>
                      <a:r>
                        <a:rPr lang="en" altLang="zh-CN" sz="1400" b="0" i="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cout </a:t>
                      </a:r>
                      <a:r>
                        <a:rPr lang="en" altLang="zh-CN" sz="1400" b="0" i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&lt;&lt;6+7;</a:t>
                      </a:r>
                      <a:endParaRPr lang="zh-CN" altLang="en-US" sz="1400" b="0" i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400" b="0" i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13</a:t>
                      </a:r>
                      <a:endParaRPr lang="zh-CN" altLang="en-US" sz="1400" b="0" i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837">
                <a:tc>
                  <a:txBody>
                    <a:bodyPr/>
                    <a:lstStyle/>
                    <a:p>
                      <a:r>
                        <a:rPr lang="en" altLang="zh-CN" sz="1400" b="0" i="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cout </a:t>
                      </a:r>
                      <a:r>
                        <a:rPr lang="en" altLang="zh-CN" sz="1400" b="0" i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&lt;&lt;15-3;</a:t>
                      </a:r>
                      <a:endParaRPr lang="zh-CN" altLang="en-US" sz="1400" b="0" i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400" b="0" i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12</a:t>
                      </a:r>
                      <a:endParaRPr lang="zh-CN" altLang="en-US" sz="1400" b="0" i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837">
                <a:tc>
                  <a:txBody>
                    <a:bodyPr/>
                    <a:lstStyle/>
                    <a:p>
                      <a:r>
                        <a:rPr lang="en" altLang="zh-CN" sz="1400" b="0" i="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cout </a:t>
                      </a:r>
                      <a:r>
                        <a:rPr lang="en" altLang="zh-CN" sz="1400" b="0" i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&lt;&lt;10/3;</a:t>
                      </a:r>
                      <a:endParaRPr lang="zh-CN" altLang="en-US" sz="1400" b="0" i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400" b="0" i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  <a:endParaRPr lang="zh-CN" altLang="en-US" sz="1400" b="0" i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837">
                <a:tc>
                  <a:txBody>
                    <a:bodyPr/>
                    <a:lstStyle/>
                    <a:p>
                      <a:r>
                        <a:rPr lang="en" altLang="zh-CN" sz="1400" b="0" i="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cout </a:t>
                      </a:r>
                      <a:r>
                        <a:rPr lang="en" altLang="zh-CN" sz="1400" b="0" i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&lt;&lt;11/3;</a:t>
                      </a:r>
                      <a:endParaRPr lang="zh-CN" altLang="en-US" sz="1400" b="0" i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400" b="0" i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  <a:endParaRPr lang="zh-CN" altLang="en-US" sz="1400" b="0" i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837">
                <a:tc>
                  <a:txBody>
                    <a:bodyPr/>
                    <a:lstStyle/>
                    <a:p>
                      <a:r>
                        <a:rPr lang="en" altLang="zh-CN" sz="1400" b="0" i="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cout </a:t>
                      </a:r>
                      <a:r>
                        <a:rPr lang="en" altLang="zh-CN" sz="1400" b="0" i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&lt;&lt;11%3;</a:t>
                      </a:r>
                      <a:endParaRPr lang="zh-CN" altLang="en-US" sz="1400" b="0" i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400" b="0" i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endParaRPr lang="zh-CN" altLang="en-US" sz="1400" b="0" i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2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293951"/>
              </p:ext>
            </p:extLst>
          </p:nvPr>
        </p:nvGraphicFramePr>
        <p:xfrm>
          <a:off x="8590422" y="1710772"/>
          <a:ext cx="32983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2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837">
                <a:tc>
                  <a:txBody>
                    <a:bodyPr/>
                    <a:lstStyle/>
                    <a:p>
                      <a:pPr algn="ctr"/>
                      <a:r>
                        <a:rPr lang="en" altLang="en-US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altLang="en-US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C</a:t>
                      </a:r>
                      <a:r>
                        <a:rPr lang="en" altLang="en-US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onsole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837">
                <a:tc>
                  <a:txBody>
                    <a:bodyPr/>
                    <a:lstStyle/>
                    <a:p>
                      <a:r>
                        <a:rPr lang="en" altLang="zh-CN" sz="14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cout </a:t>
                      </a:r>
                      <a:r>
                        <a:rPr lang="en" altLang="zh-C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&lt;&lt; </a:t>
                      </a:r>
                      <a:r>
                        <a:rPr lang="en" altLang="zh-CN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6.5+7.6;</a:t>
                      </a:r>
                      <a:endParaRPr lang="zh-CN" altLang="en-US" sz="14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14.1</a:t>
                      </a:r>
                      <a:endParaRPr lang="zh-CN" altLang="en-US" sz="14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837">
                <a:tc>
                  <a:txBody>
                    <a:bodyPr/>
                    <a:lstStyle/>
                    <a:p>
                      <a:r>
                        <a:rPr lang="en" altLang="zh-CN" sz="14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cout </a:t>
                      </a:r>
                      <a:r>
                        <a:rPr lang="en" altLang="zh-C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&lt;&lt; </a:t>
                      </a:r>
                      <a:r>
                        <a:rPr lang="en" altLang="zh-CN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15.7-3.3*2.5;</a:t>
                      </a:r>
                      <a:endParaRPr lang="zh-CN" altLang="en-US" sz="14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7.45</a:t>
                      </a:r>
                      <a:endParaRPr lang="zh-CN" altLang="en-US" sz="14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837">
                <a:tc>
                  <a:txBody>
                    <a:bodyPr/>
                    <a:lstStyle/>
                    <a:p>
                      <a:r>
                        <a:rPr lang="en" altLang="zh-CN" sz="14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cout </a:t>
                      </a:r>
                      <a:r>
                        <a:rPr lang="en" altLang="zh-C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&lt;&lt; </a:t>
                      </a:r>
                      <a:r>
                        <a:rPr lang="en" altLang="zh-CN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11.45/3.2;</a:t>
                      </a:r>
                      <a:endParaRPr lang="zh-CN" altLang="en-US" sz="14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3.578125</a:t>
                      </a:r>
                      <a:endParaRPr lang="zh-CN" altLang="en-US" sz="14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837">
                <a:tc>
                  <a:txBody>
                    <a:bodyPr/>
                    <a:lstStyle/>
                    <a:p>
                      <a:r>
                        <a:rPr lang="en" altLang="zh-CN" sz="140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cout </a:t>
                      </a:r>
                      <a:r>
                        <a:rPr lang="en" altLang="zh-C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&lt;&lt; </a:t>
                      </a:r>
                      <a:r>
                        <a:rPr lang="en" altLang="zh-CN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11.45%3.2;</a:t>
                      </a:r>
                      <a:endParaRPr lang="zh-CN" altLang="en-US" sz="14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en-US" sz="14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error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3172121"/>
              </p:ext>
            </p:extLst>
          </p:nvPr>
        </p:nvGraphicFramePr>
        <p:xfrm>
          <a:off x="6787711" y="4398158"/>
          <a:ext cx="368300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1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1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837">
                <a:tc>
                  <a:txBody>
                    <a:bodyPr/>
                    <a:lstStyle/>
                    <a:p>
                      <a:pPr algn="ctr"/>
                      <a:r>
                        <a:rPr lang="en" altLang="en-US" sz="1400" b="0" i="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altLang="en-US" sz="1400" b="0" i="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C</a:t>
                      </a:r>
                      <a:r>
                        <a:rPr lang="en" altLang="en-US" sz="1400" b="0" i="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onsole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837">
                <a:tc>
                  <a:txBody>
                    <a:bodyPr/>
                    <a:lstStyle/>
                    <a:p>
                      <a:r>
                        <a:rPr lang="en" altLang="zh-CN" sz="1400" b="0" i="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cout </a:t>
                      </a:r>
                      <a:r>
                        <a:rPr lang="en" altLang="zh-CN" sz="1400" b="0" i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&lt;&lt;6+7+8%3-8/3;</a:t>
                      </a:r>
                      <a:endParaRPr lang="zh-CN" altLang="en-US" sz="1400" b="0" i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400" b="0" i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13</a:t>
                      </a:r>
                      <a:endParaRPr lang="zh-CN" altLang="en-US" sz="1400" b="0" i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837">
                <a:tc>
                  <a:txBody>
                    <a:bodyPr/>
                    <a:lstStyle/>
                    <a:p>
                      <a:r>
                        <a:rPr lang="en" altLang="zh-CN" sz="1400" b="0" i="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cout </a:t>
                      </a:r>
                      <a:r>
                        <a:rPr lang="en" altLang="zh-CN" sz="1400" b="0" i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&lt;&lt;15-3*2;</a:t>
                      </a:r>
                      <a:endParaRPr lang="zh-CN" altLang="en-US" sz="1400" b="0" i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400" b="0" i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9</a:t>
                      </a:r>
                      <a:endParaRPr lang="zh-CN" altLang="en-US" sz="1400" b="0" i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837">
                <a:tc>
                  <a:txBody>
                    <a:bodyPr/>
                    <a:lstStyle/>
                    <a:p>
                      <a:r>
                        <a:rPr lang="en" altLang="zh-CN" sz="1400" b="0" i="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cout </a:t>
                      </a:r>
                      <a:r>
                        <a:rPr lang="en" altLang="zh-CN" sz="1400" b="0" i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&lt;&lt;(15-3)*2;</a:t>
                      </a:r>
                      <a:endParaRPr lang="zh-CN" altLang="en-US" sz="1400" b="0" i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400" b="0" i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24</a:t>
                      </a:r>
                      <a:endParaRPr lang="zh-CN" altLang="en-US" sz="1400" b="0" i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837">
                <a:tc>
                  <a:txBody>
                    <a:bodyPr/>
                    <a:lstStyle/>
                    <a:p>
                      <a:r>
                        <a:rPr lang="en" altLang="zh-CN" sz="1400" b="0" i="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cout </a:t>
                      </a:r>
                      <a:r>
                        <a:rPr lang="en" altLang="zh-CN" sz="1400" b="0" i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&lt;&lt;(5-2)*(5+2)/4;</a:t>
                      </a:r>
                      <a:endParaRPr lang="zh-CN" altLang="en-US" sz="1400" b="0" i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400" b="0" i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5</a:t>
                      </a:r>
                      <a:endParaRPr lang="zh-CN" altLang="en-US" sz="1400" b="0" i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2"/>
          <p:cNvSpPr txBox="1"/>
          <p:nvPr/>
        </p:nvSpPr>
        <p:spPr>
          <a:xfrm>
            <a:off x="532696" y="1276842"/>
            <a:ext cx="4623504" cy="24121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</a:t>
            </a:r>
            <a:r>
              <a:rPr lang="en" altLang="en-US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Example </a:t>
            </a:r>
            <a:r>
              <a:rPr lang="en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en-US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area of a trapezoid</a:t>
            </a:r>
            <a:endParaRPr lang="en-US" altLang="zh-CN" sz="1400" dirty="0">
              <a:solidFill>
                <a:srgbClr val="80808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#include &lt;bits/stdc++.h&gt;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using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namespace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main(){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cout&lt;&lt; 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" altLang="en-US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Top edge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" 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&lt;&lt; 3 &lt;&lt; endl;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cout&lt;&lt; 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" altLang="en-US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Bottom edge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" 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&lt;&lt; 5 &lt;&lt; endl;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cout&lt;&lt; 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"H</a:t>
            </a:r>
            <a:r>
              <a:rPr lang="en" altLang="en-US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eight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" 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&lt;&lt; 4 &lt;&lt; endl;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cout&lt;&lt; 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"A</a:t>
            </a:r>
            <a:r>
              <a:rPr lang="en" altLang="en-US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" 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&lt;&lt; (3+5)*4/2 &lt;&lt; endl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altLang="zh-CN" sz="1400" dirty="0"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Output: </a:t>
            </a:r>
            <a:r>
              <a:rPr lang="en" altLang="zh-CN" sz="40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cout</a:t>
            </a:r>
            <a:r>
              <a:rPr lang="en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en-US" sz="40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tatement</a:t>
            </a:r>
            <a:endParaRPr lang="en" altLang="en-US" sz="40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4821424" y="1194817"/>
            <a:ext cx="1915438" cy="42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Console window 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:</a:t>
            </a:r>
          </a:p>
        </p:txBody>
      </p:sp>
      <p:sp>
        <p:nvSpPr>
          <p:cNvPr id="12" name="内容占位符 2"/>
          <p:cNvSpPr txBox="1"/>
          <p:nvPr/>
        </p:nvSpPr>
        <p:spPr>
          <a:xfrm>
            <a:off x="532694" y="3956430"/>
            <a:ext cx="4288730" cy="26000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</a:t>
            </a:r>
            <a:r>
              <a:rPr lang="en" altLang="en-US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Example </a:t>
            </a:r>
            <a:r>
              <a:rPr lang="en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en-US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area of a circle</a:t>
            </a:r>
            <a:endParaRPr lang="en-US" altLang="zh-CN" sz="1400" dirty="0">
              <a:solidFill>
                <a:srgbClr val="80808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#include &lt;bits/stdc++.h&gt;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using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namespace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main(){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cout&lt;&lt; 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 </a:t>
            </a:r>
            <a:r>
              <a:rPr lang="en" altLang="en-US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Circle radius 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" 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&lt;&lt;1.5&lt;&lt; endl;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cout&lt;&lt; 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 </a:t>
            </a:r>
            <a:r>
              <a:rPr lang="en" altLang="en-US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Circle area 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" 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&lt;&lt;fixed&lt;&lt; setprecision (4)&lt;&lt;1.5*1.5*3.1415927&lt;&lt; endl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altLang="zh-CN" sz="1400" dirty="0"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4823746" y="3893322"/>
            <a:ext cx="2045977" cy="42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Console window 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:</a:t>
            </a:r>
          </a:p>
        </p:txBody>
      </p:sp>
      <p:sp>
        <p:nvSpPr>
          <p:cNvPr id="11" name="内容占位符 2"/>
          <p:cNvSpPr txBox="1"/>
          <p:nvPr/>
        </p:nvSpPr>
        <p:spPr>
          <a:xfrm>
            <a:off x="7360595" y="1276842"/>
            <a:ext cx="2956040" cy="24121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</a:t>
            </a:r>
            <a:r>
              <a:rPr lang="en" altLang="en-US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Example </a:t>
            </a:r>
            <a:r>
              <a:rPr lang="en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en-US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Output character triangle</a:t>
            </a:r>
            <a:endParaRPr lang="en-US" altLang="zh-CN" sz="1400" dirty="0">
              <a:solidFill>
                <a:srgbClr val="80808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#include &lt;bits/stdc++.h&gt;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using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namespace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main(){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cout&lt;&lt; 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 * " 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&lt;&lt; endl;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cout&lt;&lt; 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 ** " 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&lt;&lt; endl;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cout&lt;&lt; 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 *** " 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&lt;&lt; endl;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cout&lt;&lt; 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 **** " 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&lt;&lt; endl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altLang="zh-CN" sz="1400" dirty="0"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0276563" y="1194817"/>
            <a:ext cx="1915438" cy="42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Console window 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2B9F14-060F-A43A-14C1-2BE39178C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5325" y="1652314"/>
            <a:ext cx="2260600" cy="1041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9A401F8-AF34-7214-5D48-1FAE3EFE83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5325" y="4331902"/>
            <a:ext cx="1816100" cy="50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F1AFE9-4E23-DBFF-8F17-060F525268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4120" y="1804714"/>
            <a:ext cx="965200" cy="88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0" grpId="0"/>
      <p:bldP spid="12" grpId="0"/>
      <p:bldP spid="13" grpId="0"/>
      <p:bldP spid="11" grpId="0"/>
      <p:bldP spid="1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Output: </a:t>
            </a:r>
            <a:r>
              <a:rPr lang="en" altLang="zh-CN" sz="40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cout</a:t>
            </a:r>
            <a:r>
              <a:rPr lang="en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en-US" sz="40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tatement</a:t>
            </a:r>
            <a:endParaRPr lang="zh-CN" altLang="en-US" sz="4000" dirty="0">
              <a:solidFill>
                <a:schemeClr val="bg1"/>
              </a:solidFill>
              <a:latin typeface="Aptos Display" panose="020B0004020202020204" pitchFamily="34" charset="0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678609" y="1442078"/>
            <a:ext cx="10380160" cy="31038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" altLang="zh-CN" sz="20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cout</a:t>
            </a:r>
            <a:r>
              <a:rPr lang="en" altLang="zh-CN" sz="2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2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statement is used to output content to the </a:t>
            </a:r>
            <a:r>
              <a:rPr lang="en-AU" altLang="en-US" sz="2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console window</a:t>
            </a:r>
            <a:endParaRPr lang="en-US" altLang="zh-CN" sz="20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273050" indent="-2730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cout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is at the beginning of a line, followed by 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&lt;&lt;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and then followed by the content to be output.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273050" indent="-2730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 content enclosed in double quotes will be output to the </a:t>
            </a:r>
            <a:r>
              <a:rPr lang="en-AU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console window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as-is.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273050" lvl="1" indent="-2730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zh-CN" sz="1600" dirty="0">
                <a:solidFill>
                  <a:srgbClr val="00B050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endl</a:t>
            </a:r>
            <a:r>
              <a:rPr lang="en" altLang="zh-CN" sz="1600" dirty="0">
                <a:solidFill>
                  <a:srgbClr val="00B050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outputs a newline to the </a:t>
            </a:r>
            <a:r>
              <a:rPr lang="en-AU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console window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. </a:t>
            </a:r>
            <a:r>
              <a:rPr lang="en" altLang="zh-CN" sz="16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The computer will not automatically wrap the line. You must write the output </a:t>
            </a:r>
            <a:r>
              <a:rPr lang="en" altLang="zh-CN" sz="1600" dirty="0" err="1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endl</a:t>
            </a:r>
            <a:r>
              <a:rPr lang="en" altLang="zh-CN" sz="16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 the program to make it wrap.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273050" lvl="1" indent="-2730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If there are multiple contents to output, use multiple 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&lt;&lt;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to connect them.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273050" lvl="1" indent="-2730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How many decimal places should be kept (rounded):</a:t>
            </a:r>
          </a:p>
          <a:p>
            <a:pPr marL="273050" lvl="1">
              <a:lnSpc>
                <a:spcPct val="150000"/>
              </a:lnSpc>
            </a:pPr>
            <a:r>
              <a:rPr lang="en" altLang="zh-CN" sz="1600" dirty="0" err="1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cout </a:t>
            </a:r>
            <a:r>
              <a:rPr lang="en" altLang="zh-CN" sz="1600" dirty="0">
                <a:solidFill>
                  <a:srgbClr val="00B050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&lt;&lt;fixed&lt;&lt; </a:t>
            </a:r>
            <a:r>
              <a:rPr lang="en" altLang="zh-CN" sz="1600" dirty="0" err="1">
                <a:solidFill>
                  <a:srgbClr val="00B050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setprecision </a:t>
            </a:r>
            <a:r>
              <a:rPr lang="en" altLang="zh-CN" sz="1600" dirty="0">
                <a:solidFill>
                  <a:srgbClr val="00B050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( </a:t>
            </a:r>
            <a:r>
              <a:rPr lang="en" altLang="zh-CN" sz="1600" dirty="0">
                <a:solidFill>
                  <a:srgbClr val="FF0000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3 </a:t>
            </a:r>
            <a:r>
              <a:rPr lang="en" altLang="zh-CN" sz="1600" dirty="0">
                <a:solidFill>
                  <a:srgbClr val="00B050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) 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&lt;&lt;3.1415926;</a:t>
            </a:r>
            <a:endParaRPr lang="zh-CN" altLang="en-US" sz="1400" dirty="0">
              <a:solidFill>
                <a:schemeClr val="bg1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2"/>
          <p:cNvSpPr txBox="1"/>
          <p:nvPr/>
        </p:nvSpPr>
        <p:spPr>
          <a:xfrm>
            <a:off x="532695" y="1276842"/>
            <a:ext cx="5649273" cy="3568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 </a:t>
            </a:r>
            <a:r>
              <a:rPr lang="en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</a:t>
            </a:r>
            <a:r>
              <a:rPr lang="en" altLang="en-US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Example </a:t>
            </a:r>
            <a:r>
              <a:rPr lang="en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en-US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area of the trapezoid</a:t>
            </a:r>
            <a:endParaRPr lang="en-US" altLang="zh-CN" sz="1400" dirty="0">
              <a:solidFill>
                <a:srgbClr val="80808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 #include &lt;bits/stdc++.h&gt;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 </a:t>
            </a: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using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namespace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 int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main(){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 </a:t>
            </a: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a,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b,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6</a:t>
            </a: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 </a:t>
            </a:r>
            <a:r>
              <a:rPr lang="en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cin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&gt;&gt;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&gt;&gt;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&gt;&gt;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7</a:t>
            </a: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 </a:t>
            </a:r>
            <a:r>
              <a:rPr lang="en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" altLang="en-US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Top edge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" 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&lt;&lt; a &lt;&lt; </a:t>
            </a:r>
            <a:r>
              <a:rPr lang="en" altLang="zh-CN" sz="1400" dirty="0" err="1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endl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8</a:t>
            </a: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 </a:t>
            </a:r>
            <a:r>
              <a:rPr lang="en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"B</a:t>
            </a:r>
            <a:r>
              <a:rPr lang="en" altLang="en-US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ottom edge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" 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&lt;&lt; b &lt;&lt; </a:t>
            </a:r>
            <a:r>
              <a:rPr lang="en" altLang="zh-CN" sz="1400" dirty="0" err="1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endl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9</a:t>
            </a: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 </a:t>
            </a:r>
            <a:r>
              <a:rPr lang="en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"H</a:t>
            </a:r>
            <a:r>
              <a:rPr lang="en" altLang="en-US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eight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" 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&lt;&lt; c &lt;&lt; </a:t>
            </a:r>
            <a:r>
              <a:rPr lang="en" altLang="zh-CN" sz="1400" dirty="0" err="1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endl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10</a:t>
            </a: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cout&lt;&lt; 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"A</a:t>
            </a:r>
            <a:r>
              <a:rPr lang="en" altLang="en-US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</a:t>
            </a:r>
            <a:r>
              <a:rPr lang="en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" 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&lt;&lt;( </a:t>
            </a:r>
            <a:r>
              <a:rPr lang="en" altLang="zh-CN" sz="1400" dirty="0" err="1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a+b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)*c/2&lt;&lt; </a:t>
            </a:r>
            <a:r>
              <a:rPr lang="en" altLang="zh-CN" sz="1400" dirty="0" err="1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endl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</a:t>
            </a: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12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altLang="zh-CN" sz="1400" dirty="0"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Input: </a:t>
            </a:r>
            <a:r>
              <a:rPr lang="en" altLang="zh-CN" sz="40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cin</a:t>
            </a:r>
            <a:r>
              <a:rPr lang="en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en-US" sz="40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tatement</a:t>
            </a:r>
            <a:endParaRPr lang="en" altLang="en-US" sz="40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4821424" y="1194817"/>
            <a:ext cx="2118638" cy="42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console window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:</a:t>
            </a:r>
          </a:p>
        </p:txBody>
      </p:sp>
      <p:sp>
        <p:nvSpPr>
          <p:cNvPr id="11" name="内容占位符 2"/>
          <p:cNvSpPr txBox="1"/>
          <p:nvPr/>
        </p:nvSpPr>
        <p:spPr>
          <a:xfrm>
            <a:off x="532695" y="4654563"/>
            <a:ext cx="3478090" cy="27990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zh-CN" sz="1600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0420197" y="1194817"/>
            <a:ext cx="2118638" cy="42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AU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console window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:</a:t>
            </a:r>
          </a:p>
        </p:txBody>
      </p:sp>
      <p:sp>
        <p:nvSpPr>
          <p:cNvPr id="16" name="内容占位符 2"/>
          <p:cNvSpPr txBox="1"/>
          <p:nvPr/>
        </p:nvSpPr>
        <p:spPr>
          <a:xfrm>
            <a:off x="7057519" y="1293654"/>
            <a:ext cx="4499481" cy="31103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 </a:t>
            </a:r>
            <a:r>
              <a:rPr lang="en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</a:t>
            </a:r>
            <a:r>
              <a:rPr lang="en" altLang="en-US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Example </a:t>
            </a:r>
            <a:r>
              <a:rPr lang="en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en-US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character triangle</a:t>
            </a:r>
            <a:endParaRPr lang="en-US" altLang="zh-CN" sz="1400" dirty="0">
              <a:solidFill>
                <a:srgbClr val="80808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 #include &lt;bits/stdc++.h&gt;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 </a:t>
            </a: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using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namespace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 int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main(){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     char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c;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6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cin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&gt;&gt; c;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7</a:t>
            </a: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 </a:t>
            </a:r>
            <a:r>
              <a:rPr lang="en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c 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&lt;&lt; </a:t>
            </a:r>
            <a:r>
              <a:rPr lang="en" altLang="zh-CN" sz="1400" dirty="0" err="1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endl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8</a:t>
            </a: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 </a:t>
            </a:r>
            <a:r>
              <a:rPr lang="en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c&lt;&lt; c 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&lt;&lt; </a:t>
            </a:r>
            <a:r>
              <a:rPr lang="en" altLang="zh-CN" sz="1400" dirty="0" err="1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endl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9</a:t>
            </a: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 </a:t>
            </a:r>
            <a:r>
              <a:rPr lang="en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c &lt;&lt; c &lt;&lt; c 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&lt;&lt; </a:t>
            </a:r>
            <a:r>
              <a:rPr lang="en" altLang="zh-CN" sz="1400" dirty="0" err="1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endl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10</a:t>
            </a: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c &lt;&lt; c &lt;&lt; c &lt;&lt; c 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&lt;&lt; </a:t>
            </a:r>
            <a:r>
              <a:rPr lang="en" altLang="zh-CN" sz="1400" dirty="0" err="1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endl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</a:t>
            </a: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12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altLang="zh-CN" sz="1400" dirty="0"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2754B86-570D-6F44-610F-937EE1333C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162" y="1616920"/>
            <a:ext cx="1993900" cy="12319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7A6E315-95F3-C852-E078-BA78D1212C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5610" y="1616920"/>
            <a:ext cx="1143000" cy="1193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0" grpId="0"/>
      <p:bldP spid="15" grpId="0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Input: </a:t>
            </a:r>
            <a:r>
              <a:rPr lang="en" altLang="zh-CN" sz="4000" dirty="0" err="1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cin</a:t>
            </a:r>
            <a:r>
              <a:rPr lang="en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en-US" sz="40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tatement</a:t>
            </a:r>
            <a:endParaRPr lang="zh-CN" altLang="en-US" sz="4000" dirty="0">
              <a:solidFill>
                <a:schemeClr val="bg1"/>
              </a:solidFill>
              <a:latin typeface="Aptos Display" panose="020B0004020202020204" pitchFamily="34" charset="0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678609" y="1225765"/>
            <a:ext cx="5145248" cy="42118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" altLang="zh-CN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cin</a:t>
            </a:r>
            <a:r>
              <a:rPr lang="en" altLang="zh-CN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statement is used to read data from the </a:t>
            </a:r>
            <a:r>
              <a:rPr lang="en-AU" altLang="en-US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console window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and assign it to variables</a:t>
            </a:r>
            <a:endParaRPr lang="en-US" altLang="zh-CN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273050" indent="-2730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cin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is at the beginning of a line, followed by 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&gt;&gt;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and then followed by the variable to be assigned.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273050" indent="-2730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If you want to read multiple values, use multiple 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&gt;&gt;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to connect different variables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273050" lvl="1" indent="-2730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Key</a:t>
            </a:r>
            <a:r>
              <a:rPr lang="zh-C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in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SPACE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or ENTER in the </a:t>
            </a:r>
            <a:r>
              <a:rPr lang="en-AU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console window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to separate multiple values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273050" lvl="1" indent="-2730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If the number of variables after 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cin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is less than the number of values entered in the </a:t>
            </a:r>
            <a:r>
              <a:rPr lang="en-AU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console window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</a:t>
            </a:r>
            <a:r>
              <a:rPr lang="en" altLang="en-US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cin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takes the first </a:t>
            </a: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several</a:t>
            </a:r>
            <a:r>
              <a:rPr lang="zh-C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values and ignores the rest.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3857" y="4720318"/>
            <a:ext cx="3400425" cy="223837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6543" y="1310368"/>
            <a:ext cx="4276725" cy="340995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C34BFD-A298-5A74-211B-3825805E8C5B}"/>
              </a:ext>
            </a:extLst>
          </p:cNvPr>
          <p:cNvSpPr txBox="1"/>
          <p:nvPr/>
        </p:nvSpPr>
        <p:spPr>
          <a:xfrm>
            <a:off x="7213601" y="3340100"/>
            <a:ext cx="2667000" cy="1278363"/>
          </a:xfrm>
          <a:prstGeom prst="rect">
            <a:avLst/>
          </a:prstGeom>
          <a:solidFill>
            <a:schemeClr val="tx1"/>
          </a:solidFill>
        </p:spPr>
        <p:txBody>
          <a:bodyPr wrap="square" lIns="36000" tIns="46800" rIns="36000" rtlCol="0">
            <a:spAutoFit/>
          </a:bodyPr>
          <a:lstStyle/>
          <a:p>
            <a:r>
              <a:rPr lang="en-US" altLang="zh-CN" sz="1100" dirty="0" err="1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cin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in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the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start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of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the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line,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followed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by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 err="1">
                <a:solidFill>
                  <a:srgbClr val="FF0000"/>
                </a:solidFill>
                <a:latin typeface="Aptos Display" panose="020B0004020202020204" pitchFamily="34" charset="0"/>
              </a:rPr>
              <a:t>mulitple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variables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if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necessary,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separated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by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&gt;&gt;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;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when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 err="1">
                <a:solidFill>
                  <a:srgbClr val="FF0000"/>
                </a:solidFill>
                <a:latin typeface="Aptos Display" panose="020B0004020202020204" pitchFamily="34" charset="0"/>
              </a:rPr>
              <a:t>inputing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in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the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console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window,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use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spaces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to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separate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3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numbers.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The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program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starts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to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get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the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numbers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after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ENTER.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First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number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3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is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put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in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a,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second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number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4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in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b,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third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number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5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in</a:t>
            </a:r>
            <a:r>
              <a:rPr lang="zh-CN" altLang="en-US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sz="1100" dirty="0">
                <a:solidFill>
                  <a:srgbClr val="FF0000"/>
                </a:solidFill>
                <a:latin typeface="Aptos Display" panose="020B0004020202020204" pitchFamily="34" charset="0"/>
              </a:rPr>
              <a:t>c.</a:t>
            </a:r>
            <a:endParaRPr lang="en-AU" sz="1100" dirty="0">
              <a:solidFill>
                <a:srgbClr val="FF0000"/>
              </a:solidFill>
              <a:latin typeface="Aptos Display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451C8C-B5C4-8545-9626-E6D4993B35AC}"/>
              </a:ext>
            </a:extLst>
          </p:cNvPr>
          <p:cNvSpPr txBox="1"/>
          <p:nvPr/>
        </p:nvSpPr>
        <p:spPr>
          <a:xfrm>
            <a:off x="6515101" y="6265650"/>
            <a:ext cx="1358900" cy="647421"/>
          </a:xfrm>
          <a:prstGeom prst="rect">
            <a:avLst/>
          </a:prstGeom>
          <a:solidFill>
            <a:schemeClr val="tx1"/>
          </a:solidFill>
        </p:spPr>
        <p:txBody>
          <a:bodyPr wrap="square" lIns="36000" tIns="46800" rIns="36000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A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gets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3,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b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gets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4,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remaining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5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and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6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are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discarded</a:t>
            </a:r>
            <a:endParaRPr lang="en-AU" sz="1200" dirty="0">
              <a:solidFill>
                <a:srgbClr val="FF0000"/>
              </a:solidFill>
              <a:latin typeface="Aptos Display" panose="020B00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sz="4000" dirty="0" err="1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cin</a:t>
            </a:r>
            <a:r>
              <a:rPr lang="en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</a:t>
            </a:r>
            <a:r>
              <a:rPr lang="en" altLang="en-US" sz="40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ommon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Mistakes</a:t>
            </a:r>
            <a:endParaRPr lang="en" altLang="en-US" sz="40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1" name="内容占位符 2"/>
          <p:cNvSpPr txBox="1"/>
          <p:nvPr/>
        </p:nvSpPr>
        <p:spPr>
          <a:xfrm>
            <a:off x="532695" y="4654563"/>
            <a:ext cx="3478090" cy="27990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zh-CN" sz="1600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609" y="1333500"/>
            <a:ext cx="7810500" cy="4191000"/>
          </a:xfrm>
          <a:prstGeom prst="rect">
            <a:avLst/>
          </a:prstGeom>
        </p:spPr>
      </p:pic>
      <p:sp>
        <p:nvSpPr>
          <p:cNvPr id="18" name="矩形 17"/>
          <p:cNvSpPr/>
          <p:nvPr/>
        </p:nvSpPr>
        <p:spPr>
          <a:xfrm>
            <a:off x="9093266" y="2096623"/>
            <a:ext cx="2220002" cy="878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" altLang="en-US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Correct:</a:t>
            </a:r>
            <a:endParaRPr lang="en-US" altLang="zh-CN" dirty="0">
              <a:solidFill>
                <a:schemeClr val="bg1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" altLang="zh-CN" dirty="0">
                <a:solidFill>
                  <a:srgbClr val="FF0000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cin&gt;&gt;a&gt;&gt;b&gt;&gt;c;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5557737" y="1207935"/>
            <a:ext cx="6189763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342900" indent="-342900" algn="just" defTabSz="914400">
              <a:lnSpc>
                <a:spcPct val="150000"/>
              </a:lnSpc>
              <a:buFont typeface="+mj-lt"/>
              <a:buAutoNum type="arabicPeriod"/>
              <a:defRPr sz="1400" kern="10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marL="174625" indent="-174625">
              <a:buFont typeface="Arial" panose="020B0604020202020204" pitchFamily="34" charset="0"/>
              <a:buChar char="•"/>
            </a:pP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</a:rPr>
              <a:t>A variable is equivalent to a room where data is placed</a:t>
            </a:r>
            <a:endParaRPr lang="en-US" altLang="zh-CN" sz="1600" dirty="0"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pPr marL="447675" lvl="1" indent="-174625">
              <a:buFont typeface="Arial" panose="020B0604020202020204" pitchFamily="34" charset="0"/>
              <a:buChar char="•"/>
            </a:pPr>
            <a:r>
              <a:rPr lang="en" altLang="en-US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Put one data in one room</a:t>
            </a:r>
            <a:endParaRPr lang="en-US" altLang="zh-CN" sz="12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pPr marL="447675" lvl="1" indent="-174625">
              <a:buFont typeface="Arial" panose="020B0604020202020204" pitchFamily="34" charset="0"/>
              <a:buChar char="•"/>
            </a:pPr>
            <a:r>
              <a:rPr lang="en" altLang="en-US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It must be defined before it can be used (unregistered rooms cannot be checked in)</a:t>
            </a:r>
            <a:endParaRPr lang="en-US" altLang="zh-CN" sz="12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pPr marL="174625" indent="-174625">
              <a:buFont typeface="Arial" panose="020B0604020202020204" pitchFamily="34" charset="0"/>
              <a:buChar char="•"/>
            </a:pP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</a:rPr>
              <a:t>The data type must be specified when defining a variable</a:t>
            </a:r>
            <a:endParaRPr lang="en-US" altLang="zh-CN" sz="1600" dirty="0"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pPr marL="447675" lvl="1" indent="-174625">
              <a:buFont typeface="Arial" panose="020B0604020202020204" pitchFamily="34" charset="0"/>
              <a:buChar char="•"/>
            </a:pPr>
            <a:r>
              <a:rPr lang="en" altLang="en-US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You need to specify the room type, which determines how much data can be placed in the room.</a:t>
            </a:r>
            <a:endParaRPr lang="en-US" altLang="zh-CN" sz="12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pPr marL="174625" indent="-174625">
              <a:buFont typeface="Arial" panose="020B0604020202020204" pitchFamily="34" charset="0"/>
              <a:buChar char="•"/>
            </a:pP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Variable names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pPr marL="447675" lvl="1" indent="-174625">
              <a:buFont typeface="Arial" panose="020B0604020202020204" pitchFamily="34" charset="0"/>
              <a:buChar char="•"/>
            </a:pPr>
            <a:r>
              <a:rPr lang="en" altLang="en-US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Call a specific room by room number</a:t>
            </a:r>
            <a:endParaRPr lang="en-US" altLang="zh-CN" sz="12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pPr marL="447675" lvl="1" indent="-174625">
              <a:buFont typeface="Arial" panose="020B0604020202020204" pitchFamily="34" charset="0"/>
              <a:buChar char="•"/>
            </a:pPr>
            <a:r>
              <a:rPr lang="en" altLang="en-US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Composed of letters, numbers, and underscores</a:t>
            </a:r>
            <a:endParaRPr lang="en-US" altLang="zh-CN" sz="12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pPr marL="447675" lvl="1" indent="-174625">
              <a:buFont typeface="Arial" panose="020B0604020202020204" pitchFamily="34" charset="0"/>
              <a:buChar char="•"/>
            </a:pPr>
            <a:r>
              <a:rPr lang="en" altLang="en-US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Cannot start</a:t>
            </a:r>
            <a:r>
              <a:rPr lang="zh-CN" altLang="en-US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numeral</a:t>
            </a:r>
          </a:p>
          <a:p>
            <a:pPr marL="447675" lvl="1" indent="-174625">
              <a:buFont typeface="Arial" panose="020B0604020202020204" pitchFamily="34" charset="0"/>
              <a:buChar char="•"/>
            </a:pPr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C</a:t>
            </a:r>
            <a:r>
              <a:rPr lang="en" altLang="en-US" sz="12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ase</a:t>
            </a:r>
            <a:r>
              <a:rPr lang="en" altLang="en-US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 sensitive</a:t>
            </a:r>
            <a:endParaRPr lang="en-US" altLang="zh-CN" sz="12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pPr marL="447675" lvl="1" indent="-174625">
              <a:buFont typeface="Arial" panose="020B0604020202020204" pitchFamily="34" charset="0"/>
              <a:buChar char="•"/>
            </a:pPr>
            <a:r>
              <a:rPr lang="en" altLang="en-US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Cannot be a keyword</a:t>
            </a:r>
            <a:endParaRPr lang="en-US" altLang="zh-CN" sz="12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pPr marL="174625" indent="-174625">
              <a:buFont typeface="Arial" panose="020B0604020202020204" pitchFamily="34" charset="0"/>
              <a:buChar char="•"/>
            </a:pPr>
            <a:r>
              <a:rPr lang="en-AU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M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ultiple variables can be defined together</a:t>
            </a:r>
            <a:r>
              <a:rPr lang="en" altLang="en-US" sz="1600" dirty="0">
                <a:latin typeface="Aptos Display" panose="020B0004020202020204" pitchFamily="34" charset="0"/>
                <a:ea typeface="微软雅黑" panose="020B0503020204020204" pitchFamily="34" charset="-122"/>
              </a:rPr>
              <a:t>, separated by commas</a:t>
            </a:r>
            <a:endParaRPr lang="en-US" altLang="zh-CN" sz="1600" dirty="0"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pPr marL="174625" indent="-174625">
              <a:buFont typeface="Arial" panose="020B0604020202020204" pitchFamily="34" charset="0"/>
              <a:buChar char="•"/>
            </a:pP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A</a:t>
            </a:r>
            <a:r>
              <a:rPr lang="en" altLang="en-US" sz="16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ssignment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 statements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pPr marL="447675" lvl="1" indent="-174625">
              <a:buFont typeface="Arial" panose="020B0604020202020204" pitchFamily="34" charset="0"/>
              <a:buChar char="•"/>
            </a:pPr>
            <a:r>
              <a:rPr lang="en" altLang="en-US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The left side of the equal sign is the variable name, and the right side is the expression.</a:t>
            </a:r>
            <a:endParaRPr lang="en-US" altLang="zh-CN" sz="12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pPr marL="447675" lvl="1" indent="-174625">
              <a:buFont typeface="Arial" panose="020B0604020202020204" pitchFamily="34" charset="0"/>
              <a:buChar char="•"/>
            </a:pPr>
            <a:r>
              <a:rPr lang="en" altLang="en-US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First evaluate the expression on the right, resulting in a </a:t>
            </a:r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value</a:t>
            </a:r>
            <a:r>
              <a:rPr lang="en" altLang="en-US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, and then place the </a:t>
            </a:r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value</a:t>
            </a:r>
            <a:r>
              <a:rPr lang="en" altLang="en-US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 into the room represented by the variable on the left</a:t>
            </a:r>
            <a:endParaRPr lang="en-US" altLang="zh-CN" sz="12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pPr marL="447675" lvl="1" indent="-174625">
              <a:buFont typeface="Arial" panose="020B0604020202020204" pitchFamily="34" charset="0"/>
              <a:buChar char="•"/>
            </a:pPr>
            <a:r>
              <a:rPr lang="en" altLang="en-US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Can be assigned </a:t>
            </a:r>
            <a:r>
              <a:rPr lang="en-US" altLang="zh-CN" sz="12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consecutively</a:t>
            </a:r>
          </a:p>
          <a:p>
            <a:pPr marL="174625" indent="-174625">
              <a:buFont typeface="Arial" panose="020B0604020202020204" pitchFamily="34" charset="0"/>
              <a:buChar char="•"/>
            </a:pP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A</a:t>
            </a:r>
            <a:r>
              <a:rPr lang="en" altLang="zh-CN" sz="16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ccessing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pPr marL="447675" lvl="1" indent="-174625">
              <a:buFont typeface="Arial" panose="020B0604020202020204" pitchFamily="34" charset="0"/>
              <a:buChar char="•"/>
            </a:pPr>
            <a:r>
              <a:rPr lang="en" altLang="en-US" sz="12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The variable name in the expression represents the value of the variable</a:t>
            </a:r>
            <a:endParaRPr lang="en-US" altLang="zh-CN" sz="1200" dirty="0">
              <a:solidFill>
                <a:prstClr val="black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  <a:p>
            <a:pPr marL="447675" lvl="1" indent="-174625">
              <a:buFont typeface="Arial" panose="020B0604020202020204" pitchFamily="34" charset="0"/>
              <a:buChar char="•"/>
            </a:pPr>
            <a:r>
              <a:rPr lang="en" altLang="en-US" sz="1200" dirty="0">
                <a:solidFill>
                  <a:prstClr val="black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Expression with variable name: Read the current value of the variable and perform calculations</a:t>
            </a:r>
            <a:endParaRPr lang="en-US" altLang="zh-CN" sz="1200" dirty="0">
              <a:solidFill>
                <a:prstClr val="black"/>
              </a:solidFill>
              <a:latin typeface="Aptos Display" panose="020B00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黑体" panose="02010609060101010101" pitchFamily="49" charset="-122"/>
              </a:rPr>
              <a:t>V</a:t>
            </a:r>
            <a:r>
              <a:rPr lang="en" altLang="en-US" sz="4000" dirty="0" err="1">
                <a:solidFill>
                  <a:schemeClr val="bg1"/>
                </a:solidFill>
                <a:latin typeface="Aptos Display" panose="020B0004020202020204" pitchFamily="34" charset="0"/>
                <a:ea typeface="黑体" panose="02010609060101010101" pitchFamily="49" charset="-122"/>
              </a:rPr>
              <a:t>ariables</a:t>
            </a:r>
            <a:endParaRPr lang="en" altLang="en-US" sz="4000" dirty="0">
              <a:solidFill>
                <a:schemeClr val="bg1"/>
              </a:solidFill>
              <a:latin typeface="Aptos Display" panose="020B0004020202020204" pitchFamily="34" charset="0"/>
              <a:ea typeface="黑体" panose="02010609060101010101" pitchFamily="49" charset="-122"/>
            </a:endParaRPr>
          </a:p>
        </p:txBody>
      </p:sp>
      <p:sp>
        <p:nvSpPr>
          <p:cNvPr id="6" name="内容占位符 2"/>
          <p:cNvSpPr txBox="1"/>
          <p:nvPr/>
        </p:nvSpPr>
        <p:spPr>
          <a:xfrm>
            <a:off x="622570" y="1228202"/>
            <a:ext cx="5329343" cy="257531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 </a:t>
            </a:r>
            <a:r>
              <a:rPr lang="en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</a:t>
            </a:r>
            <a:r>
              <a:rPr lang="en" altLang="en-US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Example</a:t>
            </a:r>
            <a:r>
              <a:rPr lang="en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en-US" sz="1400" dirty="0" err="1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Defini</a:t>
            </a:r>
            <a:r>
              <a:rPr lang="en-US" altLang="zh-CN" sz="1400" dirty="0" err="1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tion</a:t>
            </a:r>
            <a:r>
              <a:rPr lang="en" altLang="en-US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and assign</a:t>
            </a:r>
            <a:r>
              <a:rPr lang="en-US" altLang="zh-CN" sz="1400" dirty="0" err="1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ment</a:t>
            </a:r>
            <a:endParaRPr lang="en-US" altLang="zh-CN" sz="1400" dirty="0">
              <a:solidFill>
                <a:srgbClr val="80808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 #include &lt;bits/stdc++.h&gt;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 </a:t>
            </a: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using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namespace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 int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main(){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zh-CN" altLang="en-US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1,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b,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c,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 </a:t>
            </a:r>
            <a:r>
              <a:rPr lang="en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</a:t>
            </a:r>
            <a:r>
              <a:rPr lang="en" altLang="en-US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assignment on definition</a:t>
            </a:r>
            <a:endParaRPr lang="en-US" altLang="zh-CN" sz="1400" dirty="0"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6</a:t>
            </a: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zh-CN" altLang="en-US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7</a:t>
            </a: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zh-CN" altLang="en-US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</a:t>
            </a:r>
            <a:r>
              <a:rPr lang="zh-CN" altLang="en-US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d</a:t>
            </a:r>
            <a:r>
              <a:rPr lang="zh-CN" altLang="en-US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3; </a:t>
            </a:r>
            <a:r>
              <a:rPr lang="en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</a:t>
            </a:r>
            <a:r>
              <a:rPr lang="en" altLang="en-US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multiple assignments</a:t>
            </a:r>
            <a:endParaRPr lang="en-US" altLang="zh-CN" sz="1400" dirty="0"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8</a:t>
            </a: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zh-CN" altLang="en-US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 </a:t>
            </a:r>
            <a:r>
              <a:rPr lang="en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a+b+c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*d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 </a:t>
            </a:r>
            <a:r>
              <a:rPr lang="en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</a:t>
            </a:r>
            <a:r>
              <a:rPr lang="en-US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output</a:t>
            </a:r>
            <a:r>
              <a:rPr lang="en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using cu</a:t>
            </a:r>
            <a:r>
              <a:rPr lang="en" altLang="en-US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rrent values of a,b,c </a:t>
            </a:r>
            <a:endParaRPr lang="en-US" altLang="zh-CN" sz="1400" dirty="0"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9</a:t>
            </a: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zh-CN" altLang="en-US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10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altLang="zh-CN" sz="1400" dirty="0"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7" name="内容占位符 2"/>
          <p:cNvSpPr txBox="1"/>
          <p:nvPr/>
        </p:nvSpPr>
        <p:spPr>
          <a:xfrm>
            <a:off x="622570" y="3931758"/>
            <a:ext cx="5168630" cy="25753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 </a:t>
            </a:r>
            <a:r>
              <a:rPr lang="en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</a:t>
            </a:r>
            <a:r>
              <a:rPr lang="en" altLang="en-US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Example</a:t>
            </a:r>
            <a:r>
              <a:rPr lang="en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" altLang="en-US" sz="1400" dirty="0" err="1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Defini</a:t>
            </a:r>
            <a:r>
              <a:rPr lang="en-US" altLang="zh-CN" sz="1400" dirty="0" err="1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tion</a:t>
            </a:r>
            <a:r>
              <a:rPr lang="zh-CN" altLang="en-US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</a:t>
            </a:r>
            <a:r>
              <a:rPr lang="zh-CN" altLang="en-US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assignment</a:t>
            </a:r>
            <a:endParaRPr lang="en-US" altLang="zh-CN" sz="1400" dirty="0">
              <a:solidFill>
                <a:srgbClr val="80808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 #include &lt;bits/stdc++.h&gt;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 </a:t>
            </a: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using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namespace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 int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main(){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zh-CN" altLang="en-US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'*',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6</a:t>
            </a: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zh-CN" altLang="en-US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'&amp;'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7</a:t>
            </a: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zh-CN" altLang="en-US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zh-CN" alt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" altLang="zh-CN" sz="14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 </a:t>
            </a:r>
            <a:r>
              <a:rPr lang="en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</a:t>
            </a:r>
            <a:r>
              <a:rPr lang="en-US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output</a:t>
            </a:r>
            <a:r>
              <a:rPr lang="en" altLang="zh-CN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using cu</a:t>
            </a:r>
            <a:r>
              <a:rPr lang="en" altLang="en-US" sz="1400" dirty="0">
                <a:solidFill>
                  <a:srgbClr val="0082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rrent values of a,b,c</a:t>
            </a:r>
            <a:endParaRPr lang="en-US" altLang="zh-CN" sz="1400" dirty="0"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8</a:t>
            </a:r>
            <a:r>
              <a:rPr lang="en" altLang="zh-CN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zh-CN" altLang="en-US" sz="1400" dirty="0">
                <a:solidFill>
                  <a:srgbClr val="C7254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669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" altLang="zh-CN" sz="14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0;</a:t>
            </a:r>
            <a:endParaRPr lang="zh-CN" altLang="zh-CN" sz="14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altLang="zh-CN" sz="14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9 </a:t>
            </a:r>
            <a:r>
              <a:rPr lang="en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altLang="zh-CN" sz="1400" dirty="0"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678608" y="1486111"/>
            <a:ext cx="9494091" cy="4262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342900" indent="-342900" algn="just" defTabSz="914400">
              <a:lnSpc>
                <a:spcPct val="150000"/>
              </a:lnSpc>
              <a:buFont typeface="+mj-lt"/>
              <a:buAutoNum type="arabicPeriod"/>
              <a:defRPr sz="1400" kern="10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marL="273050" indent="-273050">
              <a:buFont typeface="Arial" panose="020B0604020202020204" pitchFamily="34" charset="0"/>
              <a:buChar char="•"/>
            </a:pPr>
            <a:r>
              <a:rPr lang="en" altLang="zh-CN" sz="20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int</a:t>
            </a:r>
          </a:p>
          <a:p>
            <a:pPr marL="535305" lvl="1" indent="-26225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I</a:t>
            </a:r>
            <a:r>
              <a:rPr lang="en" altLang="en-US" sz="16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nteger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 type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535305" lvl="1" indent="-26225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Occupies 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4 bytes</a:t>
            </a:r>
            <a:endParaRPr lang="en" altLang="en-US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535305" lvl="1" indent="-26225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Value range: 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-2</a:t>
            </a:r>
            <a:r>
              <a:rPr lang="en" altLang="zh-CN" sz="1600" baseline="30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31 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~ 2</a:t>
            </a:r>
            <a:r>
              <a:rPr lang="en" altLang="zh-CN" sz="1600" baseline="30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31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-1 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around 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-2.1 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billion 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~ 2.1 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billion, 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-2×10</a:t>
            </a:r>
            <a:r>
              <a:rPr lang="en" altLang="zh-CN" sz="1600" baseline="30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9 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~2×10</a:t>
            </a:r>
            <a:r>
              <a:rPr lang="en" altLang="zh-CN" sz="1600" baseline="30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9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, 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2 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followed by 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9 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zeros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273050" indent="-273050">
              <a:buFont typeface="Arial" panose="020B0604020202020204" pitchFamily="34" charset="0"/>
              <a:buChar char="•"/>
            </a:pPr>
            <a:r>
              <a:rPr lang="en" altLang="zh-CN" sz="20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char</a:t>
            </a:r>
          </a:p>
          <a:p>
            <a:pPr marL="535305" lvl="1" indent="-26225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Character type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535305" lvl="1" indent="-26225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Occupies 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1 byte</a:t>
            </a:r>
            <a:endParaRPr lang="en" altLang="en-US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535305" lvl="1" indent="-26225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Data range: 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-128~127</a:t>
            </a:r>
          </a:p>
          <a:p>
            <a:pPr marL="535305" lvl="1" indent="-26225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 character enclosed in single quotes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535305" lvl="1" indent="-262255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Each character in the </a:t>
            </a:r>
            <a:r>
              <a:rPr lang="en" altLang="zh-CN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ASCII table is represented by a number, which is the ASCII </a:t>
            </a:r>
            <a:r>
              <a:rPr lang="en" altLang="en-US" sz="16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code (internal code)</a:t>
            </a:r>
            <a:endParaRPr lang="en-US" altLang="zh-CN" sz="1600" dirty="0">
              <a:solidFill>
                <a:schemeClr val="bg1"/>
              </a:solidFill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zh-CN" altLang="en-US" dirty="0">
              <a:latin typeface="Aptos Display" panose="020B0004020202020204" pitchFamily="34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Data 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T</a:t>
            </a:r>
            <a:r>
              <a:rPr lang="en" altLang="en-US" sz="4000" dirty="0" err="1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ype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s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: </a:t>
            </a:r>
            <a:r>
              <a:rPr lang="en" altLang="zh-CN" sz="40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int</a:t>
            </a:r>
            <a:r>
              <a:rPr lang="en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 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</a:rPr>
              <a:t>and </a:t>
            </a:r>
            <a:r>
              <a:rPr lang="en" altLang="zh-CN" sz="40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char</a:t>
            </a:r>
            <a:endParaRPr lang="zh-CN" altLang="en-US" sz="4000" dirty="0">
              <a:solidFill>
                <a:schemeClr val="bg1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图片包含 文字&#10;&#10;自动生成的说明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681" y="1232491"/>
            <a:ext cx="7909849" cy="5398610"/>
          </a:xfrm>
          <a:prstGeom prst="rect">
            <a:avLst/>
          </a:prstGeom>
        </p:spPr>
      </p:pic>
      <p:sp>
        <p:nvSpPr>
          <p:cNvPr id="6" name="文本框 23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ASCII 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ode </a:t>
            </a:r>
            <a:r>
              <a:rPr lang="en-US" altLang="zh-CN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T</a:t>
            </a:r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able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78609" y="421865"/>
            <a:ext cx="10368800" cy="649922"/>
          </a:xfrm>
          <a:noFill/>
        </p:spPr>
        <p:txBody>
          <a:bodyPr wrap="square" rtlCol="0">
            <a:spAutoFit/>
          </a:bodyPr>
          <a:lstStyle/>
          <a:p>
            <a:pPr defTabSz="457200"/>
            <a:r>
              <a:rPr lang="en" altLang="en-US" sz="4000" dirty="0">
                <a:solidFill>
                  <a:schemeClr val="bg1"/>
                </a:solidFill>
                <a:latin typeface="Aptos Display" panose="020B0004020202020204" pitchFamily="34" charset="0"/>
                <a:ea typeface="微软雅黑" panose="020B0503020204020204" pitchFamily="34" charset="-122"/>
                <a:cs typeface="Consolas" panose="020B0609020204030204" pitchFamily="49" charset="0"/>
              </a:rPr>
              <a:t>Common mistakes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38" y="1286256"/>
            <a:ext cx="4229100" cy="210502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38" y="3622246"/>
            <a:ext cx="4038600" cy="20955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5848" y="1286256"/>
            <a:ext cx="5476875" cy="286702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5848" y="4389008"/>
            <a:ext cx="3514725" cy="20859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1FBFA48-867E-AEFE-C0C3-2E48C5452B0D}"/>
              </a:ext>
            </a:extLst>
          </p:cNvPr>
          <p:cNvSpPr txBox="1"/>
          <p:nvPr/>
        </p:nvSpPr>
        <p:spPr>
          <a:xfrm>
            <a:off x="2523431" y="1951557"/>
            <a:ext cx="2499112" cy="647421"/>
          </a:xfrm>
          <a:prstGeom prst="rect">
            <a:avLst/>
          </a:prstGeom>
          <a:solidFill>
            <a:schemeClr val="tx1"/>
          </a:solidFill>
        </p:spPr>
        <p:txBody>
          <a:bodyPr wrap="square" lIns="36000" tIns="46800" rIns="36000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Use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commas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to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separate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multiple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variables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when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defining.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Not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needed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when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there’s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only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one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variable.</a:t>
            </a:r>
            <a:endParaRPr lang="en-AU" sz="1200" dirty="0">
              <a:solidFill>
                <a:srgbClr val="FF0000"/>
              </a:solidFill>
              <a:latin typeface="Aptos Display" panose="020B00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0E06D3-5CA7-E398-5C83-F8DE9E2F919B}"/>
              </a:ext>
            </a:extLst>
          </p:cNvPr>
          <p:cNvSpPr txBox="1"/>
          <p:nvPr/>
        </p:nvSpPr>
        <p:spPr>
          <a:xfrm>
            <a:off x="2523431" y="4438618"/>
            <a:ext cx="2499112" cy="462755"/>
          </a:xfrm>
          <a:prstGeom prst="rect">
            <a:avLst/>
          </a:prstGeom>
          <a:solidFill>
            <a:schemeClr val="tx1"/>
          </a:solidFill>
        </p:spPr>
        <p:txBody>
          <a:bodyPr wrap="square" lIns="36000" tIns="46800" rIns="36000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Want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to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output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3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times?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Use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zh-CN" alt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zh-CN" alt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zh-CN" alt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zh-CN" alt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zh-CN" alt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zh-CN" alt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zh-CN" alt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</a:t>
            </a:r>
            <a:r>
              <a:rPr lang="zh-CN" alt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2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;</a:t>
            </a:r>
            <a:endParaRPr lang="en-AU" sz="1200" dirty="0">
              <a:solidFill>
                <a:srgbClr val="FF0000"/>
              </a:solidFill>
              <a:latin typeface="Aptos Display" panose="020B00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F4585C-D05E-F916-2527-E7FD35620107}"/>
              </a:ext>
            </a:extLst>
          </p:cNvPr>
          <p:cNvSpPr txBox="1"/>
          <p:nvPr/>
        </p:nvSpPr>
        <p:spPr>
          <a:xfrm>
            <a:off x="8047930" y="2249867"/>
            <a:ext cx="3115369" cy="278089"/>
          </a:xfrm>
          <a:prstGeom prst="rect">
            <a:avLst/>
          </a:prstGeom>
          <a:solidFill>
            <a:schemeClr val="tx1"/>
          </a:solidFill>
        </p:spPr>
        <p:txBody>
          <a:bodyPr wrap="square" lIns="36000" tIns="46800" rIns="36000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It’s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not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necessary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to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output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spaces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at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end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of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lines.</a:t>
            </a:r>
            <a:endParaRPr lang="en-AU" sz="1200" dirty="0">
              <a:solidFill>
                <a:srgbClr val="FF0000"/>
              </a:solidFill>
              <a:latin typeface="Aptos Display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B10EFC-7336-9AFE-C55C-2A34DD37D356}"/>
              </a:ext>
            </a:extLst>
          </p:cNvPr>
          <p:cNvSpPr txBox="1"/>
          <p:nvPr/>
        </p:nvSpPr>
        <p:spPr>
          <a:xfrm>
            <a:off x="7787354" y="5153906"/>
            <a:ext cx="3115369" cy="462755"/>
          </a:xfrm>
          <a:prstGeom prst="rect">
            <a:avLst/>
          </a:prstGeom>
          <a:solidFill>
            <a:schemeClr val="tx1"/>
          </a:solidFill>
        </p:spPr>
        <p:txBody>
          <a:bodyPr wrap="square" lIns="36000" tIns="46800" rIns="36000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Should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be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endl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,</a:t>
            </a:r>
          </a:p>
          <a:p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not</a:t>
            </a:r>
            <a:r>
              <a:rPr lang="zh-CN" altLang="en-US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-US" altLang="zh-CN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end1</a:t>
            </a:r>
            <a:r>
              <a:rPr lang="en-US" altLang="zh-CN" sz="1200" dirty="0">
                <a:solidFill>
                  <a:srgbClr val="FF0000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.</a:t>
            </a:r>
            <a:endParaRPr lang="en-AU" sz="1200" dirty="0">
              <a:solidFill>
                <a:srgbClr val="FF0000"/>
              </a:solidFill>
              <a:latin typeface="Aptos Display" panose="020B00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" altLang="en-US" dirty="0"/>
              <a:t>thank you all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9212580" y="6206490"/>
            <a:ext cx="2961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M</a:t>
            </a:r>
            <a:r>
              <a:rPr lang="en" altLang="en-US" dirty="0">
                <a:latin typeface="华文楷体" panose="02010600040101010101" pitchFamily="2" charset="-122"/>
                <a:ea typeface="华文楷体" panose="02010600040101010101" pitchFamily="2" charset="-122"/>
              </a:rPr>
              <a:t>r</a:t>
            </a:r>
            <a:r>
              <a:rPr lang="en-US" altLang="zh-CN">
                <a:latin typeface="华文楷体" panose="02010600040101010101" pitchFamily="2" charset="-122"/>
                <a:ea typeface="华文楷体" panose="02010600040101010101" pitchFamily="2" charset="-122"/>
              </a:rPr>
              <a:t>.</a:t>
            </a:r>
            <a:r>
              <a:rPr lang="en" altLang="en-US">
                <a:latin typeface="华文楷体" panose="02010600040101010101" pitchFamily="2" charset="-122"/>
                <a:ea typeface="华文楷体" panose="02010600040101010101" pitchFamily="2" charset="-122"/>
              </a:rPr>
              <a:t> </a:t>
            </a:r>
            <a:r>
              <a:rPr lang="en" altLang="en-US" dirty="0">
                <a:latin typeface="华文楷体" panose="02010600040101010101" pitchFamily="2" charset="-122"/>
                <a:ea typeface="华文楷体" panose="02010600040101010101" pitchFamily="2" charset="-122"/>
              </a:rPr>
              <a:t>Gao</a:t>
            </a:r>
            <a:r>
              <a:rPr lang="en-US" altLang="zh-CN" dirty="0">
                <a:latin typeface="华文楷体" panose="02010600040101010101" pitchFamily="2" charset="-122"/>
                <a:ea typeface="华文楷体" panose="02010600040101010101" pitchFamily="2" charset="-122"/>
              </a:rPr>
              <a:t>’s</a:t>
            </a:r>
            <a:r>
              <a:rPr lang="en" altLang="en-US" dirty="0">
                <a:latin typeface="华文楷体" panose="02010600040101010101" pitchFamily="2" charset="-122"/>
                <a:ea typeface="华文楷体" panose="02010600040101010101" pitchFamily="2" charset="-122"/>
              </a:rPr>
              <a:t> Algorithm</a:t>
            </a:r>
          </a:p>
          <a:p>
            <a:pPr algn="r"/>
            <a:r>
              <a:rPr lang="en" altLang="en-US" dirty="0">
                <a:latin typeface="华文楷体" panose="02010600040101010101" pitchFamily="2" charset="-122"/>
                <a:ea typeface="华文楷体" panose="02010600040101010101" pitchFamily="2" charset="-122"/>
              </a:rPr>
              <a:t> Competition Training Camp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5361173"/>
            <a:ext cx="760094" cy="7659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副标题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2564130" y="6206490"/>
            <a:ext cx="38779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en-US" sz="1600" dirty="0">
                <a:latin typeface="+mj-ea"/>
                <a:ea typeface="+mj-ea"/>
              </a:rPr>
              <a:t>Note: Please turn off your microphone and camera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电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</TotalTime>
  <Words>1783</Words>
  <Application>Microsoft Macintosh PowerPoint</Application>
  <PresentationFormat>Widescreen</PresentationFormat>
  <Paragraphs>243</Paragraphs>
  <Slides>17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等线</vt:lpstr>
      <vt:lpstr>华文楷体</vt:lpstr>
      <vt:lpstr>Aptos Display</vt:lpstr>
      <vt:lpstr>Arial</vt:lpstr>
      <vt:lpstr>Consolas</vt:lpstr>
      <vt:lpstr>Tw Cen MT</vt:lpstr>
      <vt:lpstr>电路</vt:lpstr>
      <vt:lpstr>First Encounter with C++</vt:lpstr>
      <vt:lpstr>PowerPoint Presentation</vt:lpstr>
      <vt:lpstr>PowerPoint Presentation</vt:lpstr>
      <vt:lpstr>PowerPoint Presentation</vt:lpstr>
      <vt:lpstr>PowerPoint Presentation</vt:lpstr>
      <vt:lpstr>Common Mistakes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Common mistakes</vt:lpstr>
      <vt:lpstr>thank you all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NOIP 入门习题精讲 - 09</dc:title>
  <dc:creator>Gao Kai</dc:creator>
  <cp:lastModifiedBy>Bryan Sun</cp:lastModifiedBy>
  <cp:revision>384</cp:revision>
  <dcterms:created xsi:type="dcterms:W3CDTF">2018-08-09T00:16:00Z</dcterms:created>
  <dcterms:modified xsi:type="dcterms:W3CDTF">2026-04-04T11:52:28Z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D1F5DB4B0FD34000B15BD761914F0D09</vt:lpwstr>
  </property>
  <property fmtid="{D5CDD505-2E9C-101B-9397-08002B2CF9AE}" pid="3" name="KSOProductBuildVer">
    <vt:lpwstr>2052-11.1.0.10578</vt:lpwstr>
  </property>
</Properties>
</file>