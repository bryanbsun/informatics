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362" r:id="rId3"/>
    <p:sldId id="341" r:id="rId4"/>
    <p:sldId id="367" r:id="rId5"/>
    <p:sldId id="363" r:id="rId6"/>
    <p:sldId id="346" r:id="rId7"/>
    <p:sldId id="356" r:id="rId8"/>
    <p:sldId id="345" r:id="rId9"/>
    <p:sldId id="366" r:id="rId10"/>
    <p:sldId id="261" r:id="rId11"/>
    <p:sldId id="365" r:id="rId12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96" autoAdjust="0"/>
    <p:restoredTop sz="82344" autoAdjust="0"/>
  </p:normalViewPr>
  <p:slideViewPr>
    <p:cSldViewPr snapToGrid="0">
      <p:cViewPr>
        <p:scale>
          <a:sx n="115" d="100"/>
          <a:sy n="115" d="100"/>
        </p:scale>
        <p:origin x="240" y="1768"/>
      </p:cViewPr>
      <p:guideLst>
        <p:guide orient="horz" pos="216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undo custSel modSld">
      <pc:chgData name="Bryan Sun" userId="851caa7714272873" providerId="LiveId" clId="{1DF0C224-3A3E-55A6-A8D1-F8F2208D385B}" dt="2026-10-24T04:28:30.938" v="3096" actId="1036"/>
      <pc:docMkLst>
        <pc:docMk/>
      </pc:docMkLst>
      <pc:sldChg chg="modSp mod">
        <pc:chgData name="Bryan Sun" userId="851caa7714272873" providerId="LiveId" clId="{1DF0C224-3A3E-55A6-A8D1-F8F2208D385B}" dt="2026-09-26T07:26:18.482" v="5" actId="121"/>
        <pc:sldMkLst>
          <pc:docMk/>
          <pc:sldMk cId="0" sldId="256"/>
        </pc:sldMkLst>
        <pc:spChg chg="mod">
          <ac:chgData name="Bryan Sun" userId="851caa7714272873" providerId="LiveId" clId="{1DF0C224-3A3E-55A6-A8D1-F8F2208D385B}" dt="2026-09-26T07:26:03.833" v="0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Bryan Sun" userId="851caa7714272873" providerId="LiveId" clId="{1DF0C224-3A3E-55A6-A8D1-F8F2208D385B}" dt="2026-09-26T07:26:18.482" v="5" actId="121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17T09:06:26.971" v="2600" actId="121"/>
        <pc:sldMkLst>
          <pc:docMk/>
          <pc:sldMk cId="0" sldId="261"/>
        </pc:sldMkLst>
        <pc:spChg chg="mod">
          <ac:chgData name="Bryan Sun" userId="851caa7714272873" providerId="LiveId" clId="{1DF0C224-3A3E-55A6-A8D1-F8F2208D385B}" dt="2026-10-17T09:06:26.971" v="2600" actId="121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24T04:28:30.938" v="3096" actId="1036"/>
        <pc:sldMkLst>
          <pc:docMk/>
          <pc:sldMk cId="0" sldId="341"/>
        </pc:sldMkLst>
        <pc:spChg chg="mod">
          <ac:chgData name="Bryan Sun" userId="851caa7714272873" providerId="LiveId" clId="{1DF0C224-3A3E-55A6-A8D1-F8F2208D385B}" dt="2026-09-26T07:43:05.139" v="312" actId="20577"/>
          <ac:spMkLst>
            <pc:docMk/>
            <pc:sldMk cId="0" sldId="341"/>
            <ac:spMk id="2" creationId="{00000000-0000-0000-0000-000000000000}"/>
          </ac:spMkLst>
        </pc:spChg>
        <pc:spChg chg="mod">
          <ac:chgData name="Bryan Sun" userId="851caa7714272873" providerId="LiveId" clId="{1DF0C224-3A3E-55A6-A8D1-F8F2208D385B}" dt="2026-09-26T07:40:13.534" v="267" actId="20577"/>
          <ac:spMkLst>
            <pc:docMk/>
            <pc:sldMk cId="0" sldId="341"/>
            <ac:spMk id="3" creationId="{00000000-0000-0000-0000-000000000000}"/>
          </ac:spMkLst>
        </pc:spChg>
        <pc:spChg chg="mod">
          <ac:chgData name="Bryan Sun" userId="851caa7714272873" providerId="LiveId" clId="{1DF0C224-3A3E-55A6-A8D1-F8F2208D385B}" dt="2026-09-26T07:42:30.809" v="305" actId="20577"/>
          <ac:spMkLst>
            <pc:docMk/>
            <pc:sldMk cId="0" sldId="341"/>
            <ac:spMk id="4" creationId="{00000000-0000-0000-0000-000000000000}"/>
          </ac:spMkLst>
        </pc:spChg>
        <pc:spChg chg="mod">
          <ac:chgData name="Bryan Sun" userId="851caa7714272873" providerId="LiveId" clId="{1DF0C224-3A3E-55A6-A8D1-F8F2208D385B}" dt="2026-09-26T07:46:35.577" v="377" actId="20577"/>
          <ac:spMkLst>
            <pc:docMk/>
            <pc:sldMk cId="0" sldId="341"/>
            <ac:spMk id="5" creationId="{00000000-0000-0000-0000-000000000000}"/>
          </ac:spMkLst>
        </pc:spChg>
        <pc:spChg chg="mod">
          <ac:chgData name="Bryan Sun" userId="851caa7714272873" providerId="LiveId" clId="{1DF0C224-3A3E-55A6-A8D1-F8F2208D385B}" dt="2026-09-26T09:40:51.425" v="506" actId="2711"/>
          <ac:spMkLst>
            <pc:docMk/>
            <pc:sldMk cId="0" sldId="341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09-26T07:40:48.224" v="282" actId="20577"/>
          <ac:spMkLst>
            <pc:docMk/>
            <pc:sldMk cId="0" sldId="341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6-09-26T07:36:06.198" v="179" actId="20577"/>
          <ac:spMkLst>
            <pc:docMk/>
            <pc:sldMk cId="0" sldId="341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6-09-26T07:47:05.522" v="383" actId="14100"/>
          <ac:spMkLst>
            <pc:docMk/>
            <pc:sldMk cId="0" sldId="341"/>
            <ac:spMk id="10" creationId="{00000000-0000-0000-0000-000000000000}"/>
          </ac:spMkLst>
        </pc:spChg>
        <pc:spChg chg="mod">
          <ac:chgData name="Bryan Sun" userId="851caa7714272873" providerId="LiveId" clId="{1DF0C224-3A3E-55A6-A8D1-F8F2208D385B}" dt="2026-09-26T07:43:00.585" v="311" actId="20577"/>
          <ac:spMkLst>
            <pc:docMk/>
            <pc:sldMk cId="0" sldId="341"/>
            <ac:spMk id="11" creationId="{00000000-0000-0000-0000-000000000000}"/>
          </ac:spMkLst>
        </pc:spChg>
        <pc:spChg chg="mod">
          <ac:chgData name="Bryan Sun" userId="851caa7714272873" providerId="LiveId" clId="{1DF0C224-3A3E-55A6-A8D1-F8F2208D385B}" dt="2026-09-26T07:42:21.285" v="299" actId="20577"/>
          <ac:spMkLst>
            <pc:docMk/>
            <pc:sldMk cId="0" sldId="341"/>
            <ac:spMk id="12" creationId="{00000000-0000-0000-0000-000000000000}"/>
          </ac:spMkLst>
        </pc:spChg>
        <pc:spChg chg="mod">
          <ac:chgData name="Bryan Sun" userId="851caa7714272873" providerId="LiveId" clId="{1DF0C224-3A3E-55A6-A8D1-F8F2208D385B}" dt="2026-09-26T07:42:27.094" v="300" actId="20577"/>
          <ac:spMkLst>
            <pc:docMk/>
            <pc:sldMk cId="0" sldId="341"/>
            <ac:spMk id="13" creationId="{00000000-0000-0000-0000-000000000000}"/>
          </ac:spMkLst>
        </pc:spChg>
        <pc:spChg chg="mod">
          <ac:chgData name="Bryan Sun" userId="851caa7714272873" providerId="LiveId" clId="{1DF0C224-3A3E-55A6-A8D1-F8F2208D385B}" dt="2026-09-26T07:33:12.928" v="155" actId="20577"/>
          <ac:spMkLst>
            <pc:docMk/>
            <pc:sldMk cId="0" sldId="341"/>
            <ac:spMk id="14" creationId="{00000000-0000-0000-0000-000000000000}"/>
          </ac:spMkLst>
        </pc:spChg>
        <pc:spChg chg="mod">
          <ac:chgData name="Bryan Sun" userId="851caa7714272873" providerId="LiveId" clId="{1DF0C224-3A3E-55A6-A8D1-F8F2208D385B}" dt="2026-09-26T07:39:37.254" v="253" actId="113"/>
          <ac:spMkLst>
            <pc:docMk/>
            <pc:sldMk cId="0" sldId="341"/>
            <ac:spMk id="15" creationId="{00000000-0000-0000-0000-000000000000}"/>
          </ac:spMkLst>
        </pc:spChg>
        <pc:spChg chg="mod">
          <ac:chgData name="Bryan Sun" userId="851caa7714272873" providerId="LiveId" clId="{1DF0C224-3A3E-55A6-A8D1-F8F2208D385B}" dt="2026-09-26T07:46:56.115" v="381" actId="113"/>
          <ac:spMkLst>
            <pc:docMk/>
            <pc:sldMk cId="0" sldId="341"/>
            <ac:spMk id="16" creationId="{00000000-0000-0000-0000-000000000000}"/>
          </ac:spMkLst>
        </pc:spChg>
        <pc:spChg chg="mod">
          <ac:chgData name="Bryan Sun" userId="851caa7714272873" providerId="LiveId" clId="{1DF0C224-3A3E-55A6-A8D1-F8F2208D385B}" dt="2026-10-13T09:51:12.295" v="601" actId="6549"/>
          <ac:spMkLst>
            <pc:docMk/>
            <pc:sldMk cId="0" sldId="341"/>
            <ac:spMk id="17" creationId="{00000000-0000-0000-0000-000000000000}"/>
          </ac:spMkLst>
        </pc:spChg>
        <pc:spChg chg="mod">
          <ac:chgData name="Bryan Sun" userId="851caa7714272873" providerId="LiveId" clId="{1DF0C224-3A3E-55A6-A8D1-F8F2208D385B}" dt="2026-09-26T07:42:14.036" v="298" actId="14100"/>
          <ac:spMkLst>
            <pc:docMk/>
            <pc:sldMk cId="0" sldId="341"/>
            <ac:spMk id="18" creationId="{00000000-0000-0000-0000-000000000000}"/>
          </ac:spMkLst>
        </pc:spChg>
        <pc:spChg chg="mod">
          <ac:chgData name="Bryan Sun" userId="851caa7714272873" providerId="LiveId" clId="{1DF0C224-3A3E-55A6-A8D1-F8F2208D385B}" dt="2026-09-26T09:44:10.605" v="578" actId="1076"/>
          <ac:spMkLst>
            <pc:docMk/>
            <pc:sldMk cId="0" sldId="341"/>
            <ac:spMk id="19" creationId="{00000000-0000-0000-0000-000000000000}"/>
          </ac:spMkLst>
        </pc:spChg>
        <pc:spChg chg="mod">
          <ac:chgData name="Bryan Sun" userId="851caa7714272873" providerId="LiveId" clId="{1DF0C224-3A3E-55A6-A8D1-F8F2208D385B}" dt="2026-10-24T04:28:30.938" v="3096" actId="1036"/>
          <ac:spMkLst>
            <pc:docMk/>
            <pc:sldMk cId="0" sldId="341"/>
            <ac:spMk id="20" creationId="{68B52CF4-2F1E-4716-B31F-174245FE2053}"/>
          </ac:spMkLst>
        </pc:spChg>
      </pc:sldChg>
      <pc:sldChg chg="modSp mod">
        <pc:chgData name="Bryan Sun" userId="851caa7714272873" providerId="LiveId" clId="{1DF0C224-3A3E-55A6-A8D1-F8F2208D385B}" dt="2026-10-17T09:23:46.058" v="3051" actId="6549"/>
        <pc:sldMkLst>
          <pc:docMk/>
          <pc:sldMk cId="0" sldId="345"/>
        </pc:sldMkLst>
        <pc:spChg chg="mod">
          <ac:chgData name="Bryan Sun" userId="851caa7714272873" providerId="LiveId" clId="{1DF0C224-3A3E-55A6-A8D1-F8F2208D385B}" dt="2026-10-17T09:23:46.058" v="3051" actId="6549"/>
          <ac:spMkLst>
            <pc:docMk/>
            <pc:sldMk cId="0" sldId="345"/>
            <ac:spMk id="3" creationId="{00000000-0000-0000-0000-000000000000}"/>
          </ac:spMkLst>
        </pc:spChg>
        <pc:spChg chg="mod">
          <ac:chgData name="Bryan Sun" userId="851caa7714272873" providerId="LiveId" clId="{1DF0C224-3A3E-55A6-A8D1-F8F2208D385B}" dt="2026-10-13T10:46:51.627" v="2066" actId="403"/>
          <ac:spMkLst>
            <pc:docMk/>
            <pc:sldMk cId="0" sldId="345"/>
            <ac:spMk id="4" creationId="{00000000-0000-0000-0000-000000000000}"/>
          </ac:spMkLst>
        </pc:spChg>
        <pc:spChg chg="mod">
          <ac:chgData name="Bryan Sun" userId="851caa7714272873" providerId="LiveId" clId="{1DF0C224-3A3E-55A6-A8D1-F8F2208D385B}" dt="2026-10-13T10:45:10.396" v="2022" actId="20577"/>
          <ac:spMkLst>
            <pc:docMk/>
            <pc:sldMk cId="0" sldId="345"/>
            <ac:spMk id="6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13T10:24:25.487" v="1414" actId="20577"/>
        <pc:sldMkLst>
          <pc:docMk/>
          <pc:sldMk cId="0" sldId="346"/>
        </pc:sldMkLst>
        <pc:spChg chg="mod">
          <ac:chgData name="Bryan Sun" userId="851caa7714272873" providerId="LiveId" clId="{1DF0C224-3A3E-55A6-A8D1-F8F2208D385B}" dt="2026-10-13T10:22:36.162" v="1368" actId="1076"/>
          <ac:spMkLst>
            <pc:docMk/>
            <pc:sldMk cId="0" sldId="346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10-13T10:07:58.818" v="970" actId="20577"/>
          <ac:spMkLst>
            <pc:docMk/>
            <pc:sldMk cId="0" sldId="346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10-13T10:22:44.110" v="1369" actId="2711"/>
          <ac:spMkLst>
            <pc:docMk/>
            <pc:sldMk cId="0" sldId="346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6-10-13T10:23:27.768" v="1385" actId="6549"/>
          <ac:spMkLst>
            <pc:docMk/>
            <pc:sldMk cId="0" sldId="346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6-10-13T10:17:04.353" v="1202" actId="20577"/>
          <ac:spMkLst>
            <pc:docMk/>
            <pc:sldMk cId="0" sldId="346"/>
            <ac:spMk id="10" creationId="{00000000-0000-0000-0000-000000000000}"/>
          </ac:spMkLst>
        </pc:spChg>
        <pc:spChg chg="mod">
          <ac:chgData name="Bryan Sun" userId="851caa7714272873" providerId="LiveId" clId="{1DF0C224-3A3E-55A6-A8D1-F8F2208D385B}" dt="2026-10-13T10:21:17.144" v="1332" actId="1036"/>
          <ac:spMkLst>
            <pc:docMk/>
            <pc:sldMk cId="0" sldId="346"/>
            <ac:spMk id="11" creationId="{00000000-0000-0000-0000-000000000000}"/>
          </ac:spMkLst>
        </pc:spChg>
        <pc:spChg chg="mod">
          <ac:chgData name="Bryan Sun" userId="851caa7714272873" providerId="LiveId" clId="{1DF0C224-3A3E-55A6-A8D1-F8F2208D385B}" dt="2026-10-13T10:24:18.607" v="1412" actId="20577"/>
          <ac:spMkLst>
            <pc:docMk/>
            <pc:sldMk cId="0" sldId="346"/>
            <ac:spMk id="12" creationId="{00000000-0000-0000-0000-000000000000}"/>
          </ac:spMkLst>
        </pc:spChg>
        <pc:spChg chg="mod">
          <ac:chgData name="Bryan Sun" userId="851caa7714272873" providerId="LiveId" clId="{1DF0C224-3A3E-55A6-A8D1-F8F2208D385B}" dt="2026-10-13T10:24:25.487" v="1414" actId="20577"/>
          <ac:spMkLst>
            <pc:docMk/>
            <pc:sldMk cId="0" sldId="346"/>
            <ac:spMk id="16" creationId="{00000000-0000-0000-0000-000000000000}"/>
          </ac:spMkLst>
        </pc:spChg>
        <pc:spChg chg="mod">
          <ac:chgData name="Bryan Sun" userId="851caa7714272873" providerId="LiveId" clId="{1DF0C224-3A3E-55A6-A8D1-F8F2208D385B}" dt="2026-10-13T10:22:27.629" v="1366" actId="20577"/>
          <ac:spMkLst>
            <pc:docMk/>
            <pc:sldMk cId="0" sldId="346"/>
            <ac:spMk id="19" creationId="{00000000-0000-0000-0000-000000000000}"/>
          </ac:spMkLst>
        </pc:spChg>
        <pc:spChg chg="mod">
          <ac:chgData name="Bryan Sun" userId="851caa7714272873" providerId="LiveId" clId="{1DF0C224-3A3E-55A6-A8D1-F8F2208D385B}" dt="2026-10-13T10:22:44.110" v="1369" actId="2711"/>
          <ac:spMkLst>
            <pc:docMk/>
            <pc:sldMk cId="0" sldId="346"/>
            <ac:spMk id="20" creationId="{00000000-0000-0000-0000-000000000000}"/>
          </ac:spMkLst>
        </pc:spChg>
        <pc:spChg chg="mod">
          <ac:chgData name="Bryan Sun" userId="851caa7714272873" providerId="LiveId" clId="{1DF0C224-3A3E-55A6-A8D1-F8F2208D385B}" dt="2026-10-13T10:23:17.571" v="1382" actId="6549"/>
          <ac:spMkLst>
            <pc:docMk/>
            <pc:sldMk cId="0" sldId="346"/>
            <ac:spMk id="21" creationId="{00000000-0000-0000-0000-000000000000}"/>
          </ac:spMkLst>
        </pc:spChg>
        <pc:spChg chg="mod">
          <ac:chgData name="Bryan Sun" userId="851caa7714272873" providerId="LiveId" clId="{1DF0C224-3A3E-55A6-A8D1-F8F2208D385B}" dt="2026-10-13T10:23:55.180" v="1398" actId="6549"/>
          <ac:spMkLst>
            <pc:docMk/>
            <pc:sldMk cId="0" sldId="346"/>
            <ac:spMk id="22" creationId="{00000000-0000-0000-0000-000000000000}"/>
          </ac:spMkLst>
        </pc:spChg>
        <pc:spChg chg="mod">
          <ac:chgData name="Bryan Sun" userId="851caa7714272873" providerId="LiveId" clId="{1DF0C224-3A3E-55A6-A8D1-F8F2208D385B}" dt="2026-10-13T10:22:54.496" v="1375" actId="1076"/>
          <ac:spMkLst>
            <pc:docMk/>
            <pc:sldMk cId="0" sldId="346"/>
            <ac:spMk id="23" creationId="{00000000-0000-0000-0000-000000000000}"/>
          </ac:spMkLst>
        </pc:spChg>
        <pc:spChg chg="mod">
          <ac:chgData name="Bryan Sun" userId="851caa7714272873" providerId="LiveId" clId="{1DF0C224-3A3E-55A6-A8D1-F8F2208D385B}" dt="2026-10-13T10:23:24.842" v="1384" actId="20577"/>
          <ac:spMkLst>
            <pc:docMk/>
            <pc:sldMk cId="0" sldId="346"/>
            <ac:spMk id="25" creationId="{00000000-0000-0000-0000-000000000000}"/>
          </ac:spMkLst>
        </pc:spChg>
        <pc:picChg chg="mod">
          <ac:chgData name="Bryan Sun" userId="851caa7714272873" providerId="LiveId" clId="{1DF0C224-3A3E-55A6-A8D1-F8F2208D385B}" dt="2026-10-13T10:22:44.110" v="1369" actId="2711"/>
          <ac:picMkLst>
            <pc:docMk/>
            <pc:sldMk cId="0" sldId="346"/>
            <ac:picMk id="18" creationId="{00000000-0000-0000-0000-000000000000}"/>
          </ac:picMkLst>
        </pc:picChg>
        <pc:picChg chg="mod">
          <ac:chgData name="Bryan Sun" userId="851caa7714272873" providerId="LiveId" clId="{1DF0C224-3A3E-55A6-A8D1-F8F2208D385B}" dt="2026-10-13T10:24:04.656" v="1410" actId="1037"/>
          <ac:picMkLst>
            <pc:docMk/>
            <pc:sldMk cId="0" sldId="346"/>
            <ac:picMk id="24" creationId="{00000000-0000-0000-0000-000000000000}"/>
          </ac:picMkLst>
        </pc:picChg>
      </pc:sldChg>
      <pc:sldChg chg="modSp mod modAnim">
        <pc:chgData name="Bryan Sun" userId="851caa7714272873" providerId="LiveId" clId="{1DF0C224-3A3E-55A6-A8D1-F8F2208D385B}" dt="2026-10-17T09:25:00.232" v="3068" actId="6549"/>
        <pc:sldMkLst>
          <pc:docMk/>
          <pc:sldMk cId="0" sldId="356"/>
        </pc:sldMkLst>
        <pc:spChg chg="mod">
          <ac:chgData name="Bryan Sun" userId="851caa7714272873" providerId="LiveId" clId="{1DF0C224-3A3E-55A6-A8D1-F8F2208D385B}" dt="2026-10-13T10:42:47.722" v="1933" actId="1076"/>
          <ac:spMkLst>
            <pc:docMk/>
            <pc:sldMk cId="0" sldId="356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10-13T10:27:09.949" v="1451" actId="6549"/>
          <ac:spMkLst>
            <pc:docMk/>
            <pc:sldMk cId="0" sldId="356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6-10-13T10:40:43.630" v="1893" actId="20577"/>
          <ac:spMkLst>
            <pc:docMk/>
            <pc:sldMk cId="0" sldId="356"/>
            <ac:spMk id="10" creationId="{00000000-0000-0000-0000-000000000000}"/>
          </ac:spMkLst>
        </pc:spChg>
        <pc:spChg chg="mod">
          <ac:chgData name="Bryan Sun" userId="851caa7714272873" providerId="LiveId" clId="{1DF0C224-3A3E-55A6-A8D1-F8F2208D385B}" dt="2026-10-13T10:43:48.108" v="1970" actId="1035"/>
          <ac:spMkLst>
            <pc:docMk/>
            <pc:sldMk cId="0" sldId="356"/>
            <ac:spMk id="11" creationId="{00000000-0000-0000-0000-000000000000}"/>
          </ac:spMkLst>
        </pc:spChg>
        <pc:spChg chg="mod">
          <ac:chgData name="Bryan Sun" userId="851caa7714272873" providerId="LiveId" clId="{1DF0C224-3A3E-55A6-A8D1-F8F2208D385B}" dt="2026-10-13T10:43:33.490" v="1953" actId="1076"/>
          <ac:spMkLst>
            <pc:docMk/>
            <pc:sldMk cId="0" sldId="356"/>
            <ac:spMk id="12" creationId="{00000000-0000-0000-0000-000000000000}"/>
          </ac:spMkLst>
        </pc:spChg>
        <pc:spChg chg="mod">
          <ac:chgData name="Bryan Sun" userId="851caa7714272873" providerId="LiveId" clId="{1DF0C224-3A3E-55A6-A8D1-F8F2208D385B}" dt="2026-10-17T09:24:41.779" v="3066" actId="6549"/>
          <ac:spMkLst>
            <pc:docMk/>
            <pc:sldMk cId="0" sldId="356"/>
            <ac:spMk id="13" creationId="{00000000-0000-0000-0000-000000000000}"/>
          </ac:spMkLst>
        </pc:spChg>
        <pc:spChg chg="mod">
          <ac:chgData name="Bryan Sun" userId="851caa7714272873" providerId="LiveId" clId="{1DF0C224-3A3E-55A6-A8D1-F8F2208D385B}" dt="2026-10-13T10:44:32.720" v="1994" actId="1076"/>
          <ac:spMkLst>
            <pc:docMk/>
            <pc:sldMk cId="0" sldId="356"/>
            <ac:spMk id="14" creationId="{00000000-0000-0000-0000-000000000000}"/>
          </ac:spMkLst>
        </pc:spChg>
        <pc:spChg chg="mod">
          <ac:chgData name="Bryan Sun" userId="851caa7714272873" providerId="LiveId" clId="{1DF0C224-3A3E-55A6-A8D1-F8F2208D385B}" dt="2026-10-17T09:25:00.232" v="3068" actId="6549"/>
          <ac:spMkLst>
            <pc:docMk/>
            <pc:sldMk cId="0" sldId="356"/>
            <ac:spMk id="16" creationId="{B41A1983-380E-4677-82A2-5783291369F2}"/>
          </ac:spMkLst>
        </pc:spChg>
      </pc:sldChg>
      <pc:sldChg chg="modSp mod">
        <pc:chgData name="Bryan Sun" userId="851caa7714272873" providerId="LiveId" clId="{1DF0C224-3A3E-55A6-A8D1-F8F2208D385B}" dt="2026-10-13T09:47:27.685" v="580" actId="114"/>
        <pc:sldMkLst>
          <pc:docMk/>
          <pc:sldMk cId="0" sldId="362"/>
        </pc:sldMkLst>
        <pc:spChg chg="mod">
          <ac:chgData name="Bryan Sun" userId="851caa7714272873" providerId="LiveId" clId="{1DF0C224-3A3E-55A6-A8D1-F8F2208D385B}" dt="2026-09-26T07:32:36.123" v="151" actId="14100"/>
          <ac:spMkLst>
            <pc:docMk/>
            <pc:sldMk cId="0" sldId="362"/>
            <ac:spMk id="2" creationId="{F9EE74E0-8D06-93AD-D4AB-D39B99D8C438}"/>
          </ac:spMkLst>
        </pc:spChg>
        <pc:spChg chg="mod">
          <ac:chgData name="Bryan Sun" userId="851caa7714272873" providerId="LiveId" clId="{1DF0C224-3A3E-55A6-A8D1-F8F2208D385B}" dt="2026-09-26T07:31:33.367" v="127" actId="2711"/>
          <ac:spMkLst>
            <pc:docMk/>
            <pc:sldMk cId="0" sldId="362"/>
            <ac:spMk id="3" creationId="{F3FFFAB2-F997-2F1C-CB9A-8D7D909F1670}"/>
          </ac:spMkLst>
        </pc:spChg>
        <pc:spChg chg="mod">
          <ac:chgData name="Bryan Sun" userId="851caa7714272873" providerId="LiveId" clId="{1DF0C224-3A3E-55A6-A8D1-F8F2208D385B}" dt="2026-10-13T09:47:27.685" v="580" actId="114"/>
          <ac:spMkLst>
            <pc:docMk/>
            <pc:sldMk cId="0" sldId="362"/>
            <ac:spMk id="5" creationId="{00000000-0000-0000-0000-000000000000}"/>
          </ac:spMkLst>
        </pc:spChg>
        <pc:spChg chg="mod">
          <ac:chgData name="Bryan Sun" userId="851caa7714272873" providerId="LiveId" clId="{1DF0C224-3A3E-55A6-A8D1-F8F2208D385B}" dt="2026-09-26T07:26:37.629" v="18" actId="20577"/>
          <ac:spMkLst>
            <pc:docMk/>
            <pc:sldMk cId="0" sldId="362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09-26T07:31:17.489" v="126" actId="20577"/>
          <ac:spMkLst>
            <pc:docMk/>
            <pc:sldMk cId="0" sldId="362"/>
            <ac:spMk id="8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13T10:06:49.316" v="964" actId="14100"/>
        <pc:sldMkLst>
          <pc:docMk/>
          <pc:sldMk cId="0" sldId="363"/>
        </pc:sldMkLst>
        <pc:spChg chg="mod">
          <ac:chgData name="Bryan Sun" userId="851caa7714272873" providerId="LiveId" clId="{1DF0C224-3A3E-55A6-A8D1-F8F2208D385B}" dt="2026-10-13T10:04:38.183" v="893" actId="20577"/>
          <ac:spMkLst>
            <pc:docMk/>
            <pc:sldMk cId="0" sldId="363"/>
            <ac:spMk id="5" creationId="{00000000-0000-0000-0000-000000000000}"/>
          </ac:spMkLst>
        </pc:spChg>
        <pc:spChg chg="mod">
          <ac:chgData name="Bryan Sun" userId="851caa7714272873" providerId="LiveId" clId="{1DF0C224-3A3E-55A6-A8D1-F8F2208D385B}" dt="2026-10-13T10:03:53.065" v="854" actId="14100"/>
          <ac:spMkLst>
            <pc:docMk/>
            <pc:sldMk cId="0" sldId="363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10-13T09:55:53.720" v="718" actId="20577"/>
          <ac:spMkLst>
            <pc:docMk/>
            <pc:sldMk cId="0" sldId="363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10-13T10:02:54.657" v="821" actId="1037"/>
          <ac:spMkLst>
            <pc:docMk/>
            <pc:sldMk cId="0" sldId="363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6-10-13T10:01:40.034" v="790" actId="20577"/>
          <ac:spMkLst>
            <pc:docMk/>
            <pc:sldMk cId="0" sldId="363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6-10-13T10:01:18.533" v="788" actId="113"/>
          <ac:spMkLst>
            <pc:docMk/>
            <pc:sldMk cId="0" sldId="363"/>
            <ac:spMk id="11" creationId="{00000000-0000-0000-0000-000000000000}"/>
          </ac:spMkLst>
        </pc:spChg>
        <pc:spChg chg="mod">
          <ac:chgData name="Bryan Sun" userId="851caa7714272873" providerId="LiveId" clId="{1DF0C224-3A3E-55A6-A8D1-F8F2208D385B}" dt="2026-10-13T10:06:36.594" v="963" actId="20577"/>
          <ac:spMkLst>
            <pc:docMk/>
            <pc:sldMk cId="0" sldId="363"/>
            <ac:spMk id="12" creationId="{00000000-0000-0000-0000-000000000000}"/>
          </ac:spMkLst>
        </pc:spChg>
        <pc:spChg chg="mod">
          <ac:chgData name="Bryan Sun" userId="851caa7714272873" providerId="LiveId" clId="{1DF0C224-3A3E-55A6-A8D1-F8F2208D385B}" dt="2026-10-13T10:06:49.316" v="964" actId="14100"/>
          <ac:spMkLst>
            <pc:docMk/>
            <pc:sldMk cId="0" sldId="363"/>
            <ac:spMk id="13" creationId="{00000000-0000-0000-0000-000000000000}"/>
          </ac:spMkLst>
        </pc:spChg>
        <pc:spChg chg="mod">
          <ac:chgData name="Bryan Sun" userId="851caa7714272873" providerId="LiveId" clId="{1DF0C224-3A3E-55A6-A8D1-F8F2208D385B}" dt="2026-10-13T09:56:04.308" v="727" actId="20577"/>
          <ac:spMkLst>
            <pc:docMk/>
            <pc:sldMk cId="0" sldId="363"/>
            <ac:spMk id="14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17T09:06:01.609" v="2593" actId="14100"/>
        <pc:sldMkLst>
          <pc:docMk/>
          <pc:sldMk cId="0" sldId="365"/>
        </pc:sldMkLst>
        <pc:spChg chg="mod">
          <ac:chgData name="Bryan Sun" userId="851caa7714272873" providerId="LiveId" clId="{1DF0C224-3A3E-55A6-A8D1-F8F2208D385B}" dt="2026-10-17T09:05:51.259" v="2589" actId="14100"/>
          <ac:spMkLst>
            <pc:docMk/>
            <pc:sldMk cId="0" sldId="365"/>
            <ac:spMk id="4" creationId="{00000000-0000-0000-0000-000000000000}"/>
          </ac:spMkLst>
        </pc:spChg>
        <pc:spChg chg="mod">
          <ac:chgData name="Bryan Sun" userId="851caa7714272873" providerId="LiveId" clId="{1DF0C224-3A3E-55A6-A8D1-F8F2208D385B}" dt="2026-10-17T09:06:01.609" v="2593" actId="14100"/>
          <ac:spMkLst>
            <pc:docMk/>
            <pc:sldMk cId="0" sldId="365"/>
            <ac:spMk id="5" creationId="{00000000-0000-0000-0000-000000000000}"/>
          </ac:spMkLst>
        </pc:spChg>
        <pc:spChg chg="mod">
          <ac:chgData name="Bryan Sun" userId="851caa7714272873" providerId="LiveId" clId="{1DF0C224-3A3E-55A6-A8D1-F8F2208D385B}" dt="2026-10-17T07:06:29.601" v="2370" actId="27636"/>
          <ac:spMkLst>
            <pc:docMk/>
            <pc:sldMk cId="0" sldId="365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10-17T09:02:08.864" v="2444" actId="20577"/>
          <ac:spMkLst>
            <pc:docMk/>
            <pc:sldMk cId="0" sldId="365"/>
            <ac:spMk id="8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17T09:22:26.978" v="3050" actId="14100"/>
        <pc:sldMkLst>
          <pc:docMk/>
          <pc:sldMk cId="0" sldId="366"/>
        </pc:sldMkLst>
        <pc:spChg chg="mod">
          <ac:chgData name="Bryan Sun" userId="851caa7714272873" providerId="LiveId" clId="{1DF0C224-3A3E-55A6-A8D1-F8F2208D385B}" dt="2026-10-17T09:15:52.889" v="293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Bryan Sun" userId="851caa7714272873" providerId="LiveId" clId="{1DF0C224-3A3E-55A6-A8D1-F8F2208D385B}" dt="2026-10-17T09:21:35.804" v="3043" actId="6549"/>
          <ac:spMkLst>
            <pc:docMk/>
            <pc:sldMk cId="0" sldId="366"/>
            <ac:spMk id="3" creationId="{00000000-0000-0000-0000-000000000000}"/>
          </ac:spMkLst>
        </pc:spChg>
        <pc:spChg chg="mod">
          <ac:chgData name="Bryan Sun" userId="851caa7714272873" providerId="LiveId" clId="{1DF0C224-3A3E-55A6-A8D1-F8F2208D385B}" dt="2026-10-17T09:22:26.978" v="3050" actId="14100"/>
          <ac:spMkLst>
            <pc:docMk/>
            <pc:sldMk cId="0" sldId="366"/>
            <ac:spMk id="4" creationId="{00000000-0000-0000-0000-000000000000}"/>
          </ac:spMkLst>
        </pc:spChg>
        <pc:spChg chg="mod">
          <ac:chgData name="Bryan Sun" userId="851caa7714272873" providerId="LiveId" clId="{1DF0C224-3A3E-55A6-A8D1-F8F2208D385B}" dt="2026-10-17T09:19:11.045" v="3007" actId="14100"/>
          <ac:spMkLst>
            <pc:docMk/>
            <pc:sldMk cId="0" sldId="366"/>
            <ac:spMk id="5" creationId="{00000000-0000-0000-0000-000000000000}"/>
          </ac:spMkLst>
        </pc:spChg>
        <pc:spChg chg="mod">
          <ac:chgData name="Bryan Sun" userId="851caa7714272873" providerId="LiveId" clId="{1DF0C224-3A3E-55A6-A8D1-F8F2208D385B}" dt="2026-10-17T09:13:48.994" v="2777" actId="14100"/>
          <ac:spMkLst>
            <pc:docMk/>
            <pc:sldMk cId="0" sldId="366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10-13T10:47:28.840" v="2097" actId="6549"/>
          <ac:spMkLst>
            <pc:docMk/>
            <pc:sldMk cId="0" sldId="366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10-17T09:13:38.246" v="2768" actId="14100"/>
          <ac:spMkLst>
            <pc:docMk/>
            <pc:sldMk cId="0" sldId="366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6-10-17T09:22:20.302" v="3049" actId="14100"/>
          <ac:spMkLst>
            <pc:docMk/>
            <pc:sldMk cId="0" sldId="366"/>
            <ac:spMk id="10" creationId="{00000000-0000-0000-0000-000000000000}"/>
          </ac:spMkLst>
        </pc:spChg>
        <pc:spChg chg="mod">
          <ac:chgData name="Bryan Sun" userId="851caa7714272873" providerId="LiveId" clId="{1DF0C224-3A3E-55A6-A8D1-F8F2208D385B}" dt="2026-10-17T09:21:16.165" v="3040" actId="14100"/>
          <ac:spMkLst>
            <pc:docMk/>
            <pc:sldMk cId="0" sldId="366"/>
            <ac:spMk id="11" creationId="{00000000-0000-0000-0000-000000000000}"/>
          </ac:spMkLst>
        </pc:spChg>
        <pc:spChg chg="mod">
          <ac:chgData name="Bryan Sun" userId="851caa7714272873" providerId="LiveId" clId="{1DF0C224-3A3E-55A6-A8D1-F8F2208D385B}" dt="2026-10-17T09:21:22.562" v="3042" actId="14100"/>
          <ac:spMkLst>
            <pc:docMk/>
            <pc:sldMk cId="0" sldId="366"/>
            <ac:spMk id="12" creationId="{00000000-0000-0000-0000-000000000000}"/>
          </ac:spMkLst>
        </pc:spChg>
        <pc:spChg chg="mod">
          <ac:chgData name="Bryan Sun" userId="851caa7714272873" providerId="LiveId" clId="{1DF0C224-3A3E-55A6-A8D1-F8F2208D385B}" dt="2026-10-17T09:22:15.146" v="3048" actId="1076"/>
          <ac:spMkLst>
            <pc:docMk/>
            <pc:sldMk cId="0" sldId="366"/>
            <ac:spMk id="14" creationId="{00000000-0000-0000-0000-000000000000}"/>
          </ac:spMkLst>
        </pc:spChg>
        <pc:spChg chg="mod">
          <ac:chgData name="Bryan Sun" userId="851caa7714272873" providerId="LiveId" clId="{1DF0C224-3A3E-55A6-A8D1-F8F2208D385B}" dt="2026-10-17T09:17:51.609" v="2981" actId="14100"/>
          <ac:spMkLst>
            <pc:docMk/>
            <pc:sldMk cId="0" sldId="366"/>
            <ac:spMk id="15" creationId="{00000000-0000-0000-0000-000000000000}"/>
          </ac:spMkLst>
        </pc:spChg>
        <pc:spChg chg="mod">
          <ac:chgData name="Bryan Sun" userId="851caa7714272873" providerId="LiveId" clId="{1DF0C224-3A3E-55A6-A8D1-F8F2208D385B}" dt="2026-10-17T09:19:42.953" v="3011" actId="122"/>
          <ac:spMkLst>
            <pc:docMk/>
            <pc:sldMk cId="0" sldId="366"/>
            <ac:spMk id="16" creationId="{00000000-0000-0000-0000-000000000000}"/>
          </ac:spMkLst>
        </pc:spChg>
        <pc:spChg chg="mod">
          <ac:chgData name="Bryan Sun" userId="851caa7714272873" providerId="LiveId" clId="{1DF0C224-3A3E-55A6-A8D1-F8F2208D385B}" dt="2026-10-17T09:16:09.886" v="2932" actId="2711"/>
          <ac:spMkLst>
            <pc:docMk/>
            <pc:sldMk cId="0" sldId="366"/>
            <ac:spMk id="19" creationId="{00000000-0000-0000-0000-000000000000}"/>
          </ac:spMkLst>
        </pc:spChg>
        <pc:spChg chg="mod">
          <ac:chgData name="Bryan Sun" userId="851caa7714272873" providerId="LiveId" clId="{1DF0C224-3A3E-55A6-A8D1-F8F2208D385B}" dt="2026-10-17T09:16:09.886" v="2932" actId="2711"/>
          <ac:spMkLst>
            <pc:docMk/>
            <pc:sldMk cId="0" sldId="366"/>
            <ac:spMk id="20" creationId="{00000000-0000-0000-0000-000000000000}"/>
          </ac:spMkLst>
        </pc:spChg>
        <pc:cxnChg chg="mod">
          <ac:chgData name="Bryan Sun" userId="851caa7714272873" providerId="LiveId" clId="{1DF0C224-3A3E-55A6-A8D1-F8F2208D385B}" dt="2026-10-17T09:18:55.446" v="3004" actId="1036"/>
          <ac:cxnSpMkLst>
            <pc:docMk/>
            <pc:sldMk cId="0" sldId="366"/>
            <ac:cxnSpMk id="18" creationId="{00000000-0000-0000-0000-000000000000}"/>
          </ac:cxnSpMkLst>
        </pc:cxnChg>
      </pc:sldChg>
      <pc:sldChg chg="modSp mod">
        <pc:chgData name="Bryan Sun" userId="851caa7714272873" providerId="LiveId" clId="{1DF0C224-3A3E-55A6-A8D1-F8F2208D385B}" dt="2026-10-13T09:55:14.133" v="716" actId="6549"/>
        <pc:sldMkLst>
          <pc:docMk/>
          <pc:sldMk cId="62282298" sldId="367"/>
        </pc:sldMkLst>
        <pc:spChg chg="mod">
          <ac:chgData name="Bryan Sun" userId="851caa7714272873" providerId="LiveId" clId="{1DF0C224-3A3E-55A6-A8D1-F8F2208D385B}" dt="2026-10-13T09:54:09.012" v="693" actId="20577"/>
          <ac:spMkLst>
            <pc:docMk/>
            <pc:sldMk cId="62282298" sldId="367"/>
            <ac:spMk id="5" creationId="{00000000-0000-0000-0000-000000000000}"/>
          </ac:spMkLst>
        </pc:spChg>
        <pc:spChg chg="mod">
          <ac:chgData name="Bryan Sun" userId="851caa7714272873" providerId="LiveId" clId="{1DF0C224-3A3E-55A6-A8D1-F8F2208D385B}" dt="2026-10-13T09:55:14.133" v="716" actId="6549"/>
          <ac:spMkLst>
            <pc:docMk/>
            <pc:sldMk cId="62282298" sldId="367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10-13T09:52:26.922" v="640" actId="20577"/>
          <ac:spMkLst>
            <pc:docMk/>
            <pc:sldMk cId="62282298" sldId="367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10-13T09:54:15.925" v="694" actId="20577"/>
          <ac:spMkLst>
            <pc:docMk/>
            <pc:sldMk cId="62282298" sldId="367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6-10-13T09:54:46.424" v="695" actId="2711"/>
          <ac:spMkLst>
            <pc:docMk/>
            <pc:sldMk cId="62282298" sldId="367"/>
            <ac:spMk id="10" creationId="{223ABB4D-F65C-14C5-CB5D-80303D84D72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9913276" y="6228521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1168414" y="5648975"/>
            <a:ext cx="547200" cy="5514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>
                <a:latin typeface="+mj-ea"/>
              </a:rPr>
              <a:t>One-Dimensional Arrays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90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Mr.</a:t>
            </a:r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Gao's Algorithm </a:t>
            </a:r>
          </a:p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Reverse Output a Set of Numbers</a:t>
            </a:r>
          </a:p>
        </p:txBody>
      </p:sp>
      <p:sp>
        <p:nvSpPr>
          <p:cNvPr id="5" name="矩形 4"/>
          <p:cNvSpPr/>
          <p:nvPr/>
        </p:nvSpPr>
        <p:spPr>
          <a:xfrm>
            <a:off x="678609" y="1486111"/>
            <a:ext cx="4935616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</a:t>
            </a:r>
            <a:r>
              <a:rPr lang="zh-CN" altLang="en-US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Description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en" altLang="zh-CN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irst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line of input contains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one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integer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).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econd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line contains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integers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...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10000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). Output these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integers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the reverse order of their input,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separated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by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single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spaces.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input:</a:t>
            </a:r>
            <a:endParaRPr lang="en-US" altLang="zh-CN" sz="16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2 1 5 3 4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output: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4 3 5 1 2</a:t>
            </a:r>
          </a:p>
        </p:txBody>
      </p:sp>
      <p:sp>
        <p:nvSpPr>
          <p:cNvPr id="8" name="矩形 7"/>
          <p:cNvSpPr/>
          <p:nvPr/>
        </p:nvSpPr>
        <p:spPr>
          <a:xfrm>
            <a:off x="678609" y="4613854"/>
            <a:ext cx="431249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en-US" b="1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naly</a:t>
            </a:r>
            <a:r>
              <a:rPr lang="en-US" altLang="zh-CN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input all the numbers and then output them in reverse order, it's necessary to </a:t>
            </a:r>
            <a:r>
              <a:rPr lang="en" altLang="en-US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memori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 all the numbers, which requires defining an array.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F9EE74E0-8D06-93AD-D4AB-D39B99D8C438}"/>
              </a:ext>
            </a:extLst>
          </p:cNvPr>
          <p:cNvSpPr txBox="1"/>
          <p:nvPr/>
        </p:nvSpPr>
        <p:spPr>
          <a:xfrm>
            <a:off x="6577777" y="1486110"/>
            <a:ext cx="4246532" cy="2934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None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None/>
            </a:pPr>
            <a:r>
              <a:rPr lang="en" altLang="zh-CN" sz="18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None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a[110], n,</a:t>
            </a:r>
            <a:r>
              <a:rPr lang="zh-CN" alt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&gt;&gt;</a:t>
            </a:r>
            <a:r>
              <a:rPr lang="zh-CN" alt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&lt;n; ++</a:t>
            </a: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&gt;&gt; a[</a:t>
            </a: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=n-1; </a:t>
            </a: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&gt;=0; --</a:t>
            </a: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a[</a:t>
            </a: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&lt;&lt; " 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FFFAB2-F997-2F1C-CB9A-8D7D909F1670}"/>
              </a:ext>
            </a:extLst>
          </p:cNvPr>
          <p:cNvSpPr txBox="1"/>
          <p:nvPr/>
        </p:nvSpPr>
        <p:spPr>
          <a:xfrm>
            <a:off x="6096000" y="1486110"/>
            <a:ext cx="481776" cy="2934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3</a:t>
            </a:r>
            <a:endParaRPr lang="zh-CN" altLang="zh-CN" sz="18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4</a:t>
            </a:r>
            <a:endParaRPr lang="zh-CN" altLang="zh-CN" sz="18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5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6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7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8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9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10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11</a:t>
            </a:r>
            <a:endParaRPr lang="en-US" altLang="zh-CN" sz="18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5387" y="1678907"/>
            <a:ext cx="4572887" cy="22619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en-US" sz="1400" i="1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Type</a:t>
            </a:r>
            <a:r>
              <a:rPr lang="e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i="1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Name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en" altLang="en-US" sz="1400" i="1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number of elements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en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‘N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umber of elements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’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must be a constant or a constant expression.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 array definition request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 certain number (i.e., the number of elements) of contiguous memory spaces from the computer.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array name is used to refer to all these memory spaces, and the index is their 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sequence</a:t>
            </a:r>
            <a:r>
              <a:rPr lang="zh-C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number,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staring</a:t>
            </a:r>
            <a:r>
              <a:rPr lang="zh-C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from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the second</a:t>
            </a:r>
            <a:r>
              <a:rPr lang="zh-C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being </a:t>
            </a: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and so on.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4"/>
          <p:cNvSpPr txBox="1"/>
          <p:nvPr/>
        </p:nvSpPr>
        <p:spPr>
          <a:xfrm>
            <a:off x="675387" y="4279364"/>
            <a:ext cx="2858387" cy="19204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en-US" sz="1400" i="1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Array name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en" altLang="en-US" sz="1400" i="1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index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Index</a:t>
            </a:r>
            <a:r>
              <a:rPr lang="zh-C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(s</a:t>
            </a:r>
            <a:r>
              <a:rPr lang="en" altLang="en-US" sz="14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ubscripts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can be constants, variables, or expressions, starting from </a:t>
            </a: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cannot exceed the bounds.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Syntax: Definitions and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Accessing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49394" y="1623890"/>
            <a:ext cx="12954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&gt;&gt;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a[n];</a:t>
            </a:r>
          </a:p>
        </p:txBody>
      </p:sp>
      <p:sp>
        <p:nvSpPr>
          <p:cNvPr id="4" name="矩形 3"/>
          <p:cNvSpPr/>
          <p:nvPr/>
        </p:nvSpPr>
        <p:spPr>
          <a:xfrm>
            <a:off x="9149393" y="1340746"/>
            <a:ext cx="657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Wrong</a:t>
            </a:r>
            <a:endParaRPr lang="zh-CN" altLang="en-US" sz="140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14950" y="1651013"/>
            <a:ext cx="1626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n,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a[110];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&gt;&gt;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n;</a:t>
            </a:r>
          </a:p>
        </p:txBody>
      </p:sp>
      <p:sp>
        <p:nvSpPr>
          <p:cNvPr id="11" name="矩形 10"/>
          <p:cNvSpPr/>
          <p:nvPr/>
        </p:nvSpPr>
        <p:spPr>
          <a:xfrm>
            <a:off x="6941659" y="1651013"/>
            <a:ext cx="208597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const int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MAXN=110;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n, a[MAXN];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&gt;&gt;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n;</a:t>
            </a:r>
          </a:p>
        </p:txBody>
      </p:sp>
      <p:sp>
        <p:nvSpPr>
          <p:cNvPr id="12" name="矩形 11"/>
          <p:cNvSpPr/>
          <p:nvPr/>
        </p:nvSpPr>
        <p:spPr>
          <a:xfrm>
            <a:off x="5314950" y="1343236"/>
            <a:ext cx="7337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sz="14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Correct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941659" y="1339727"/>
            <a:ext cx="7337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sz="14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Correct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78609" y="1343236"/>
            <a:ext cx="32812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  <a:r>
              <a:rPr lang="en" altLang="en-US" sz="1600" b="1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efinition</a:t>
            </a:r>
            <a:endParaRPr lang="en-US" altLang="zh-CN" sz="16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75388" y="3940811"/>
            <a:ext cx="32812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Accessing</a:t>
            </a:r>
          </a:p>
        </p:txBody>
      </p:sp>
      <p:sp>
        <p:nvSpPr>
          <p:cNvPr id="5" name="矩形 4"/>
          <p:cNvSpPr/>
          <p:nvPr/>
        </p:nvSpPr>
        <p:spPr>
          <a:xfrm>
            <a:off x="5129401" y="2518792"/>
            <a:ext cx="42369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 example: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 a[100];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allocates memory space for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consecutive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type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spaces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(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4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bytes each).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represents these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consecutive memory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spaces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a[0]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represents the first one,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a[1]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represents the second,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a[99]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represents the last.</a:t>
            </a:r>
            <a:endParaRPr lang="en-US" altLang="zh-CN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62063" y="3725585"/>
            <a:ext cx="4758262" cy="2477601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pPr marL="180975" indent="-180975" defTabSz="9144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ize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of the array must be defined according to the maximum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size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data required by the problem; variable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cannot be used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 the size of the array.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0975" indent="-180975" defTabSz="9144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en-US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rray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size is usually set to be slightly larger than the maximum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size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data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for example,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 larger.</a:t>
            </a:r>
          </a:p>
          <a:p>
            <a:pPr marL="180975" indent="-180975" defTabSz="9144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array size is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100, but only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numbers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 input, the loop body will execute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times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instead of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100.</a:t>
            </a:r>
          </a:p>
          <a:p>
            <a:pPr marL="180975" indent="-180975" defTabSz="9144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input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umbers are stored in indices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 of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array. Only 0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 will be used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Indices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99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 uninitialized and cannot be touched.</a:t>
            </a:r>
            <a:endParaRPr lang="zh-CN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462063" y="3429000"/>
            <a:ext cx="32812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Notice</a:t>
            </a:r>
            <a:endParaRPr lang="en-US" altLang="zh-CN" sz="16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125076" y="3707845"/>
            <a:ext cx="18561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 example, if the problem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says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“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en" altLang="en-US" sz="12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irst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line of input is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one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integer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” then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can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define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 array of size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110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n,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a[110];</a:t>
            </a:r>
          </a:p>
        </p:txBody>
      </p:sp>
      <p:sp>
        <p:nvSpPr>
          <p:cNvPr id="18" name="矩形 17"/>
          <p:cNvSpPr/>
          <p:nvPr/>
        </p:nvSpPr>
        <p:spPr>
          <a:xfrm>
            <a:off x="3332861" y="4657634"/>
            <a:ext cx="198209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 example, looping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times to read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numbers into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array elements 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&lt;n; ++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&gt;&gt; a[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</p:txBody>
      </p:sp>
      <p:sp>
        <p:nvSpPr>
          <p:cNvPr id="19" name="矩形 18"/>
          <p:cNvSpPr/>
          <p:nvPr/>
        </p:nvSpPr>
        <p:spPr>
          <a:xfrm>
            <a:off x="5462063" y="6142780"/>
            <a:ext cx="46622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 example, loop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times to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array elements from index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n-1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=n-1; 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&gt;=0; --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a[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&lt;&lt; " ";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B52CF4-2F1E-4716-B31F-174245FE2053}"/>
              </a:ext>
            </a:extLst>
          </p:cNvPr>
          <p:cNvSpPr txBox="1"/>
          <p:nvPr/>
        </p:nvSpPr>
        <p:spPr>
          <a:xfrm>
            <a:off x="6315342" y="3288897"/>
            <a:ext cx="3639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8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a[100]</a:t>
            </a:r>
            <a:r>
              <a:rPr lang="zh-CN" altLang="en-US" sz="18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is</a:t>
            </a:r>
            <a:r>
              <a:rPr lang="zh-CN" altLang="en-US" sz="18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</a:t>
            </a:r>
            <a:r>
              <a:rPr lang="zh-CN" altLang="en-US" sz="18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8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range</a:t>
            </a:r>
            <a:r>
              <a:rPr lang="en" altLang="en-US" sz="18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zh-CN" altLang="en-US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0" grpId="0"/>
      <p:bldP spid="11" grpId="0"/>
      <p:bldP spid="12" grpId="0"/>
      <p:bldP spid="13" grpId="0"/>
      <p:bldP spid="14" grpId="0"/>
      <p:bldP spid="15" grpId="0"/>
      <p:bldP spid="5" grpId="0"/>
      <p:bldP spid="16" grpId="0"/>
      <p:bldP spid="17" grpId="0"/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6577776" y="1486110"/>
            <a:ext cx="4117127" cy="2934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None/>
            </a:pP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a[110], n,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&gt;&gt;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&lt;n; ++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&gt;&gt; a[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=n-1;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&gt;=0; --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a[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&lt;&lt; " 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 Numbers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Reverse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Order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8609" y="1486111"/>
            <a:ext cx="4312491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en" altLang="zh-CN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irst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line of input contains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one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integer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).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econd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line contains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integers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a1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a2 , ...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zh-CN" sz="14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10000 ) . Output these n integers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the reverse order,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separated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by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single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space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s.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Sample input:</a:t>
            </a:r>
            <a:endParaRPr lang="en-US" altLang="zh-CN" sz="14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2 1 5 3 4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" altLang="en-US" sz="14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Sample output: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4 3 5 1 2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78608" y="4483557"/>
            <a:ext cx="4312491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en-US" sz="1600" b="1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naly</a:t>
            </a:r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input all the numbers and then output them in reverse order, it's necessary to </a:t>
            </a:r>
            <a:r>
              <a:rPr lang="en" altLang="en-US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memori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 all the numbers, which requires defining an array.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43D4D6D-6F5B-0D2A-42B7-D6545FE77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420529"/>
            <a:ext cx="5416589" cy="136481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3DBA02E-0D3D-1627-1535-CDCBFD791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940" y="5967047"/>
            <a:ext cx="4408649" cy="433754"/>
          </a:xfrm>
          <a:prstGeom prst="rect">
            <a:avLst/>
          </a:prstGeom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223ABB4D-F65C-14C5-CB5D-80303D84D72F}"/>
              </a:ext>
            </a:extLst>
          </p:cNvPr>
          <p:cNvSpPr txBox="1"/>
          <p:nvPr/>
        </p:nvSpPr>
        <p:spPr>
          <a:xfrm>
            <a:off x="6096000" y="1486110"/>
            <a:ext cx="481776" cy="2934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3</a:t>
            </a:r>
            <a:endParaRPr lang="zh-CN" altLang="zh-CN" sz="16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4</a:t>
            </a:r>
            <a:endParaRPr lang="zh-CN" altLang="zh-CN" sz="16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5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6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7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8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9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10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82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2661860" y="1824355"/>
            <a:ext cx="2899545" cy="3232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k, </a:t>
            </a:r>
            <a:r>
              <a:rPr lang="e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y, z;</a:t>
            </a:r>
            <a:endParaRPr lang="zh-CN" altLang="zh-CN" sz="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 n;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for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</a:t>
            </a: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int</a:t>
            </a:r>
            <a:r>
              <a:rPr lang="e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=0; i &lt; n; ++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){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cin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&gt;&gt; k 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</a:t>
            </a:r>
            <a:r>
              <a:rPr lang="e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x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= y = z = 1;</a:t>
            </a:r>
            <a:endParaRPr lang="zh-CN" altLang="zh-CN" sz="1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j=3; j&lt;=k; ++j){</a:t>
            </a:r>
            <a:endParaRPr lang="zh-CN" altLang="zh-CN" sz="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    </a:t>
            </a:r>
            <a:r>
              <a:rPr lang="e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y + z ;</a:t>
            </a:r>
            <a:endParaRPr lang="zh-CN" altLang="zh-CN" sz="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   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 = y ;</a:t>
            </a:r>
            <a:endParaRPr lang="zh-CN" altLang="zh-CN" sz="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   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 = </a:t>
            </a:r>
            <a:r>
              <a:rPr lang="e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</a:t>
            </a:r>
            <a:r>
              <a:rPr lang="e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endl 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}</a:t>
            </a:r>
            <a:endParaRPr lang="zh-CN" altLang="zh-CN" sz="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5617318" y="1824665"/>
            <a:ext cx="316646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using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namespace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a[50],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for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i=0;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++i){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for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j=3; j&lt;=k; j ++)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a[j] = a[j-1] + a[j-2];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a[k] &lt;&lt; endl;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return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Fibonacci Sequence</a:t>
            </a:r>
          </a:p>
        </p:txBody>
      </p:sp>
      <p:sp>
        <p:nvSpPr>
          <p:cNvPr id="8" name="矩形 7"/>
          <p:cNvSpPr/>
          <p:nvPr/>
        </p:nvSpPr>
        <p:spPr>
          <a:xfrm>
            <a:off x="2661968" y="1486111"/>
            <a:ext cx="28860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</a:t>
            </a:r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sing loops</a:t>
            </a:r>
            <a:endParaRPr lang="en-US" altLang="zh-CN" sz="16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17318" y="1486111"/>
            <a:ext cx="28860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</a:t>
            </a:r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sing arrays</a:t>
            </a:r>
            <a:endParaRPr lang="en-US" altLang="zh-CN" sz="16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58775" y="1824355"/>
            <a:ext cx="237225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First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numbers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the Fibonacci sequence are: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one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integer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integers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1≤n≤40,1≤k≤40)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 each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k, output the k-th number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the Fibonacci sequence, one number per line.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Sample input: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Sample output: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Sample input: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6 7 2 8 40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Sample output: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8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13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21</a:t>
            </a:r>
            <a:endParaRPr lang="en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102334155</a:t>
            </a:r>
          </a:p>
        </p:txBody>
      </p:sp>
      <p:sp>
        <p:nvSpPr>
          <p:cNvPr id="12" name="矩形 11"/>
          <p:cNvSpPr/>
          <p:nvPr/>
        </p:nvSpPr>
        <p:spPr>
          <a:xfrm>
            <a:off x="8697362" y="1824665"/>
            <a:ext cx="288607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a[50],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 k;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i=3; 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&lt;=40; i++)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a[i] = a[i-1] + a[i-2];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en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cin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&gt;&gt;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n;</a:t>
            </a:r>
            <a:endParaRPr lang="zh-CN" altLang="zh-CN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for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</a:t>
            </a: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i=0;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&lt;n;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++i){</a:t>
            </a:r>
            <a:endParaRPr lang="zh-CN" altLang="zh-CN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</a:t>
            </a:r>
            <a:r>
              <a:rPr lang="en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cin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&gt;&gt;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k;</a:t>
            </a:r>
            <a:endParaRPr lang="zh-CN" altLang="zh-CN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</a:t>
            </a:r>
            <a:r>
              <a:rPr lang="en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cout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&lt;&lt; a[k] &lt;&lt; endl;</a:t>
            </a:r>
            <a:endParaRPr lang="zh-CN" altLang="zh-CN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}</a:t>
            </a:r>
            <a:endParaRPr lang="zh-CN" altLang="zh-CN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3" name="矩形 12"/>
          <p:cNvSpPr/>
          <p:nvPr/>
        </p:nvSpPr>
        <p:spPr>
          <a:xfrm>
            <a:off x="8697362" y="1486111"/>
            <a:ext cx="28860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Preprocessing (table setting)</a:t>
            </a:r>
            <a:endParaRPr lang="en-US" altLang="zh-CN" sz="16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58569" y="1486111"/>
            <a:ext cx="22900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8" grpId="0"/>
      <p:bldP spid="9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5757" y="2505221"/>
            <a:ext cx="2371162" cy="65775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912" y="2502579"/>
            <a:ext cx="2380687" cy="66039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225" y="2524874"/>
            <a:ext cx="2371162" cy="65775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Syntax: </a:t>
            </a:r>
            <a:r>
              <a:rPr lang="en" altLang="en-US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ation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6132" y="1527570"/>
            <a:ext cx="37859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en-US" sz="1600" b="1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nitiali</a:t>
            </a:r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b="1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ation</a:t>
            </a:r>
            <a:endParaRPr lang="en-US" altLang="zh-CN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076700" y="1865296"/>
            <a:ext cx="1476686" cy="8689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main(){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a[5];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矩形 8"/>
          <p:cNvSpPr/>
          <p:nvPr/>
        </p:nvSpPr>
        <p:spPr>
          <a:xfrm>
            <a:off x="4086225" y="3552608"/>
            <a:ext cx="3066865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main(){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a[5];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memset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(a, 0, sizeof(a));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0" name="矩形 9"/>
          <p:cNvSpPr/>
          <p:nvPr/>
        </p:nvSpPr>
        <p:spPr>
          <a:xfrm>
            <a:off x="276225" y="1866124"/>
            <a:ext cx="3785960" cy="1845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no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sed,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the value of each element will be random.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" altLang="en-US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 with curly braces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1" indent="-17780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</a:t>
            </a:r>
            <a:r>
              <a:rPr lang="en" altLang="en-US" sz="12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nly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when defining an array.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1" indent="-17780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umber of </a:t>
            </a:r>
            <a:r>
              <a:rPr lang="en-US" altLang="zh-CN" sz="12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initialisers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can be equal to or less than the number of elements,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more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1" indent="-177800"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When </a:t>
            </a:r>
            <a:r>
              <a:rPr lang="en-US" altLang="zh-CN" sz="12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initialisers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less than number of elements in the array, values are assigned from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beginning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array,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padded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11" name="矩形 10"/>
          <p:cNvSpPr/>
          <p:nvPr/>
        </p:nvSpPr>
        <p:spPr>
          <a:xfrm>
            <a:off x="300266" y="3704052"/>
            <a:ext cx="3785959" cy="11880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" altLang="en-US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memset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function</a:t>
            </a:r>
          </a:p>
          <a:p>
            <a:pPr marL="355600" lvl="1" indent="-177800"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Used in the program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1" indent="-17780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en" altLang="en-US" sz="12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irst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argument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array name,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en" altLang="en-US" sz="12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hird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argument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fixed.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1" indent="-177800">
              <a:buFont typeface="Arial" panose="020B0604020202020204" pitchFamily="34" charset="0"/>
              <a:buChar char="•"/>
            </a:pPr>
            <a:r>
              <a:rPr lang="en" altLang="en-US" sz="12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2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ation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performed byte-by-byte,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so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second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argument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cannot be arbitrary number; typically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-1.</a:t>
            </a:r>
          </a:p>
        </p:txBody>
      </p:sp>
      <p:sp>
        <p:nvSpPr>
          <p:cNvPr id="12" name="矩形 11"/>
          <p:cNvSpPr/>
          <p:nvPr/>
        </p:nvSpPr>
        <p:spPr>
          <a:xfrm>
            <a:off x="6466912" y="1865296"/>
            <a:ext cx="2868093" cy="8689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main(){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a[5]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{1,2,3,4,5};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6" name="矩形 15"/>
          <p:cNvSpPr/>
          <p:nvPr/>
        </p:nvSpPr>
        <p:spPr>
          <a:xfrm>
            <a:off x="9136232" y="1860970"/>
            <a:ext cx="2271776" cy="8689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main(){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a[5]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{1,2};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9" name="矩形 18"/>
          <p:cNvSpPr/>
          <p:nvPr/>
        </p:nvSpPr>
        <p:spPr>
          <a:xfrm>
            <a:off x="300266" y="4863252"/>
            <a:ext cx="3785959" cy="1372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" altLang="en-US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ation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of global variables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1" indent="-177800"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Variables defined within the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main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function are </a:t>
            </a:r>
            <a:r>
              <a:rPr lang="en" altLang="en-US" sz="12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local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variables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</a:p>
          <a:p>
            <a:pPr marL="355600" lvl="1" indent="-17780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Those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defined outside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main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function are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global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variables.</a:t>
            </a:r>
          </a:p>
          <a:p>
            <a:pPr marL="355600" lvl="1" indent="-177800"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Global variables are all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automatically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ed to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by default.</a:t>
            </a:r>
          </a:p>
        </p:txBody>
      </p:sp>
      <p:sp>
        <p:nvSpPr>
          <p:cNvPr id="20" name="矩形 19"/>
          <p:cNvSpPr/>
          <p:nvPr/>
        </p:nvSpPr>
        <p:spPr>
          <a:xfrm>
            <a:off x="4086225" y="5134514"/>
            <a:ext cx="1277914" cy="8689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a[5];</a:t>
            </a:r>
            <a:endParaRPr lang="en-US" altLang="zh-CN" sz="14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main(){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1" name="矩形 20"/>
          <p:cNvSpPr/>
          <p:nvPr/>
        </p:nvSpPr>
        <p:spPr>
          <a:xfrm>
            <a:off x="5470578" y="3551649"/>
            <a:ext cx="13320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4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Initiali</a:t>
            </a: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 all to </a:t>
            </a:r>
            <a:r>
              <a:rPr lang="en" altLang="zh-CN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210425" y="3562445"/>
            <a:ext cx="3066865" cy="2071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main(){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a[5];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memset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(a, </a:t>
            </a:r>
            <a:r>
              <a:rPr lang="en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sizeof(a));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=0;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&lt;5; ++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&lt;&lt; a[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 &lt;&lt;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3" name="矩形 22"/>
          <p:cNvSpPr/>
          <p:nvPr/>
        </p:nvSpPr>
        <p:spPr>
          <a:xfrm>
            <a:off x="8594778" y="3399588"/>
            <a:ext cx="206594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Not all can be </a:t>
            </a:r>
            <a:r>
              <a:rPr lang="en" altLang="en-US" sz="14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initiali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ed to </a:t>
            </a:r>
            <a:r>
              <a:rPr lang="en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endParaRPr lang="zh-CN" altLang="en-US" sz="14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0230" y="3975839"/>
            <a:ext cx="861942" cy="1158675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4998860" y="4773314"/>
            <a:ext cx="21542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Global variables: all </a:t>
            </a:r>
            <a:r>
              <a:rPr lang="en" altLang="en-US" sz="14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initiali</a:t>
            </a: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ed to </a:t>
            </a:r>
            <a:r>
              <a:rPr lang="en" altLang="zh-CN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16" grpId="0"/>
      <p:bldP spid="20" grpId="0"/>
      <p:bldP spid="21" grpId="0"/>
      <p:bldP spid="22" grpId="0"/>
      <p:bldP spid="23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>
          <a:xfrm>
            <a:off x="6761018" y="2126189"/>
            <a:ext cx="5193237" cy="3312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a[13]={0,31,28,31,30,31,30,31,31,30,31,30,31};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y,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m,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d,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sz="14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=1;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12; ++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(m &gt;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a[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(y%4==0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&amp;&amp;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y%100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||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y%400==0)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B41A1983-380E-4677-82A2-5783291369F2}"/>
              </a:ext>
            </a:extLst>
          </p:cNvPr>
          <p:cNvSpPr txBox="1"/>
          <p:nvPr/>
        </p:nvSpPr>
        <p:spPr>
          <a:xfrm>
            <a:off x="6761018" y="2126189"/>
            <a:ext cx="5193237" cy="35020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a[13]={0,31,28,31,30,31,30,31,31,30,31,30,31};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y,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m,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d,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sz="14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=1;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&lt;m; ++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a[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y%4==0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&amp;&amp;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y%100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||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y%400==0)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question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What day of the year?</a:t>
            </a:r>
          </a:p>
        </p:txBody>
      </p:sp>
      <p:sp>
        <p:nvSpPr>
          <p:cNvPr id="9" name="矩形 8"/>
          <p:cNvSpPr/>
          <p:nvPr/>
        </p:nvSpPr>
        <p:spPr>
          <a:xfrm>
            <a:off x="440865" y="1504399"/>
            <a:ext cx="3554582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 three integers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y, m, d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representing the year, month and day respectively, and output the day of the year.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Input example: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2018 3 1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 example: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Input example: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2000 12 31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 example: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366</a:t>
            </a:r>
            <a:endParaRPr lang="zh-CN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40865" y="3502864"/>
            <a:ext cx="3554582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en-US" sz="1600" b="1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naly</a:t>
            </a:r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sis</a:t>
            </a: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ach month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has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different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number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days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number of days to add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each past month is also different.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Once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month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determined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number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days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add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that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month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fixed.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Natually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we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check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sequentially if month is greater than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greater than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2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...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greater than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11. 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If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yes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add number of days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that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month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Finally, if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m</a:t>
            </a:r>
            <a:r>
              <a:rPr lang="en" altLang="en-US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onth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is l</a:t>
            </a:r>
            <a:r>
              <a:rPr lang="en-US" altLang="zh-CN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arger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than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2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need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to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check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if it is a leap year. If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yes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add one more day.</a:t>
            </a:r>
            <a:endParaRPr lang="zh-CN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61018" y="1363927"/>
            <a:ext cx="459265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 process of "determining the month and adding a specific number of days" 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Repetitive tasks can be solved using loops.</a:t>
            </a:r>
            <a:endParaRPr lang="zh-CN" altLang="en-US" sz="140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13" name="内容占位符 2"/>
          <p:cNvSpPr txBox="1"/>
          <p:nvPr/>
        </p:nvSpPr>
        <p:spPr>
          <a:xfrm>
            <a:off x="3995448" y="1878474"/>
            <a:ext cx="4040188" cy="4861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y,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m,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d,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(m&gt;1)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31;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(m&gt;2)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28;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(m&gt;3)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31;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(m&gt;4)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(m&gt;5)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31;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(m&gt;6)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(m&gt;7)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31;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(m&gt;8)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31;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(m&gt;9)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(m&gt;10)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31;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(m&gt;11)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+=d;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(y%4==0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&amp;&amp;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y%100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||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y%400==0)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4" name="矩形 13"/>
          <p:cNvSpPr/>
          <p:nvPr/>
        </p:nvSpPr>
        <p:spPr>
          <a:xfrm>
            <a:off x="9088846" y="2889393"/>
            <a:ext cx="26622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Tip: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Start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from index 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the month number is the index.</a:t>
            </a:r>
            <a:endParaRPr lang="zh-CN" altLang="en-US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 animBg="1"/>
      <p:bldP spid="10" grpId="0"/>
      <p:bldP spid="12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611" y="1486111"/>
            <a:ext cx="3754843" cy="311446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ts val="0"/>
              </a:spcBef>
              <a:buSzTx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ts val="0"/>
              </a:spcBef>
              <a:buSzTx/>
              <a:buNone/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ts val="0"/>
              </a:spcBef>
              <a:buSzTx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a[10],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i;</a:t>
            </a:r>
            <a:endParaRPr lang="en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=1;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&lt;=15; ++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a[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&lt;&lt; " 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Array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Subscript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Range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98086" y="4800234"/>
            <a:ext cx="13188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Try it yourself.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20534" y="1487089"/>
            <a:ext cx="2985837" cy="29877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a[10];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(n){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a[n%10];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&lt;10; ++i)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a[i]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–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Frequency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umber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78608" y="1486111"/>
            <a:ext cx="5417392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one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integer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" altLang="zh-CN" sz="14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).</a:t>
            </a:r>
            <a:r>
              <a:rPr lang="en" altLang="zh-CN" sz="14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ount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how many times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each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digit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...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appear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ed.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Sample input: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11357029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Sample output: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1 2 1 1 0 1 0 1 0 1</a:t>
            </a:r>
          </a:p>
        </p:txBody>
      </p:sp>
      <p:sp>
        <p:nvSpPr>
          <p:cNvPr id="8" name="矩形 7"/>
          <p:cNvSpPr/>
          <p:nvPr/>
        </p:nvSpPr>
        <p:spPr>
          <a:xfrm>
            <a:off x="678608" y="2796985"/>
            <a:ext cx="535289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en-US" sz="1600" b="1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naly</a:t>
            </a:r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sis:</a:t>
            </a:r>
          </a:p>
          <a:p>
            <a:pPr marL="180975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Natually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Define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variable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 each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digit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record the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times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it appears.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Extract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each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digit,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increment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corresponding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counter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variable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Loop and output these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variables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</a:p>
          <a:p>
            <a:pPr marL="180975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Repetitive operations can be pro</a:t>
            </a:r>
            <a:r>
              <a:rPr lang="en-US" altLang="zh-CN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cessed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loops</a:t>
            </a:r>
          </a:p>
          <a:p>
            <a:pPr marL="361950" lvl="1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Define array of </a:t>
            </a:r>
            <a:r>
              <a:rPr lang="en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with indices </a:t>
            </a:r>
            <a:r>
              <a:rPr lang="en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 </a:t>
            </a: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recording the frequencies of each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endParaRPr lang="en-US" altLang="zh-CN" sz="12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Extract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each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digit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number</a:t>
            </a: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using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which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increment the array elements.</a:t>
            </a:r>
            <a:endParaRPr lang="en-US" altLang="zh-CN" sz="12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Loop and output the value of each element 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0975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Note the array </a:t>
            </a:r>
            <a:r>
              <a:rPr lang="en" altLang="en-US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ation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en-US" sz="1200" dirty="0" err="1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{}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memset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</a:t>
            </a:r>
          </a:p>
          <a:p>
            <a:pPr marL="361950" lvl="1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Define as a global variable</a:t>
            </a:r>
          </a:p>
        </p:txBody>
      </p:sp>
      <p:sp>
        <p:nvSpPr>
          <p:cNvPr id="2" name="矩形 1"/>
          <p:cNvSpPr/>
          <p:nvPr/>
        </p:nvSpPr>
        <p:spPr>
          <a:xfrm>
            <a:off x="678608" y="5174530"/>
            <a:ext cx="5541926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 tips: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09575" lvl="1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 the first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element,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then a space followed </a:t>
            </a:r>
            <a:r>
              <a:rPr lang="en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by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element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the loop. This avoids outputting a space after the last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element</a:t>
            </a: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2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09575" lvl="1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Can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also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each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element</a:t>
            </a: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followed by a space, but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check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before outputting the space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it’s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last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element</a:t>
            </a: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yes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then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</a:t>
            </a:r>
            <a:r>
              <a:rPr lang="zh-C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space.</a:t>
            </a:r>
            <a:endParaRPr lang="en" altLang="en-US" sz="12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477392" y="4540345"/>
            <a:ext cx="264793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&lt;10; ++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a[i];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9)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477392" y="3380325"/>
            <a:ext cx="255393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a[0]; </a:t>
            </a:r>
            <a:br>
              <a:rPr lang="en-US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=1;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&lt;10; ++i)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a[i];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518922" y="3452319"/>
            <a:ext cx="2556479" cy="44824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箭头: 右 10"/>
          <p:cNvSpPr/>
          <p:nvPr/>
        </p:nvSpPr>
        <p:spPr>
          <a:xfrm>
            <a:off x="9045809" y="3577820"/>
            <a:ext cx="514468" cy="1927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箭头: 右 11"/>
          <p:cNvSpPr/>
          <p:nvPr/>
        </p:nvSpPr>
        <p:spPr>
          <a:xfrm rot="3120811">
            <a:off x="8994118" y="4137340"/>
            <a:ext cx="582196" cy="2433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477392" y="2748729"/>
            <a:ext cx="18594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x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n%10; </a:t>
            </a:r>
            <a:br>
              <a:rPr lang="en-US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a[x] = a[x] +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箭头: 左右 14"/>
          <p:cNvSpPr/>
          <p:nvPr/>
        </p:nvSpPr>
        <p:spPr>
          <a:xfrm>
            <a:off x="8241874" y="2835254"/>
            <a:ext cx="745623" cy="21478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241874" y="2705553"/>
            <a:ext cx="69807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</a:t>
            </a:r>
            <a:r>
              <a:rPr lang="en" altLang="en-US" sz="8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quivalent</a:t>
            </a:r>
            <a:endParaRPr lang="en" altLang="en-US" sz="8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7050156" y="3047704"/>
            <a:ext cx="1060174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9045809" y="3414259"/>
            <a:ext cx="3218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8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①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9206371" y="4043218"/>
            <a:ext cx="3218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8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2" grpId="0"/>
      <p:bldP spid="4" grpId="0"/>
      <p:bldP spid="10" grpId="0"/>
      <p:bldP spid="5" grpId="0" animBg="1"/>
      <p:bldP spid="11" grpId="0" animBg="1"/>
      <p:bldP spid="12" grpId="0" animBg="1"/>
      <p:bldP spid="14" grpId="0"/>
      <p:bldP spid="15" grpId="0" animBg="1"/>
      <p:bldP spid="16" grpId="0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everyone.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90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Mr.</a:t>
            </a:r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Gao's Algorithm </a:t>
            </a:r>
          </a:p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678609" y="1486110"/>
            <a:ext cx="5625209" cy="5031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Why do indices start from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?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"historical reasons"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the early days, computers were shared by many people, and everyone had limited time, so the higher the compilation efficiency, the better. Starting the index from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helps to speed up the compilation process.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</a:t>
            </a:r>
            <a:r>
              <a:rPr lang="en" altLang="en-US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legan</a:t>
            </a:r>
            <a:r>
              <a:rPr lang="en-US" altLang="zh-CN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ce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For example,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Python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slicing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starting from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 written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a[0:n]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tarting from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a[1:n+1]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Which do you think is more elegant?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</a:t>
            </a:r>
            <a:r>
              <a:rPr lang="en" altLang="en-US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ointers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The array name is actually the starting address of the memory. 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address of each element is obtained by moving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forward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from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starting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address. So the first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element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move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times, which is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a[0]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6580909" y="1486110"/>
            <a:ext cx="4296940" cy="2379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Why use square brackets </a:t>
            </a: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[]?</a:t>
            </a:r>
          </a:p>
          <a:p>
            <a:pPr marL="0" indent="0">
              <a:buNone/>
            </a:pP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According to the authors of the C programming language 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square brackets are the only pair of symbols that are relatively easy to type on a modern keyboard (without using shift). Don't believe me? Try looking at your keyboard.</a:t>
            </a:r>
            <a:endParaRPr lang="zh-CN" altLang="en-US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-138499"/>
            <a:ext cx="25705" cy="276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696" tIns="0" rIns="12696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"One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More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Thing"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</TotalTime>
  <Words>2921</Words>
  <Application>Microsoft Macintosh PowerPoint</Application>
  <PresentationFormat>Widescreen</PresentationFormat>
  <Paragraphs>356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等线</vt:lpstr>
      <vt:lpstr>华文楷体</vt:lpstr>
      <vt:lpstr>Aptos Display</vt:lpstr>
      <vt:lpstr>Arial</vt:lpstr>
      <vt:lpstr>Consolas</vt:lpstr>
      <vt:lpstr>Tw Cen MT</vt:lpstr>
      <vt:lpstr>电路</vt:lpstr>
      <vt:lpstr>One-Dimensional 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everyone.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Bryan Sun</cp:lastModifiedBy>
  <cp:revision>333</cp:revision>
  <dcterms:created xsi:type="dcterms:W3CDTF">2018-08-09T00:16:00Z</dcterms:created>
  <dcterms:modified xsi:type="dcterms:W3CDTF">2026-10-24T04:28:38Z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3E68CF907BFC4A2F9DE9A225B4A0960D</vt:lpwstr>
  </property>
  <property fmtid="{D5CDD505-2E9C-101B-9397-08002B2CF9AE}" pid="3" name="KSOProductBuildVer">
    <vt:lpwstr>2052-11.1.0.10700</vt:lpwstr>
  </property>
</Properties>
</file>