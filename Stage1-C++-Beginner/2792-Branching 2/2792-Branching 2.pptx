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8" r:id="rId3"/>
    <p:sldId id="357" r:id="rId4"/>
    <p:sldId id="356" r:id="rId5"/>
    <p:sldId id="347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8" r:id="rId14"/>
    <p:sldId id="332" r:id="rId15"/>
    <p:sldId id="261" r:id="rId16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CCFFCC"/>
    <a:srgbClr val="CDE5FF"/>
    <a:srgbClr val="00C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19" autoAdjust="0"/>
    <p:restoredTop sz="94660"/>
  </p:normalViewPr>
  <p:slideViewPr>
    <p:cSldViewPr snapToGrid="0">
      <p:cViewPr>
        <p:scale>
          <a:sx n="111" d="100"/>
          <a:sy n="111" d="100"/>
        </p:scale>
        <p:origin x="108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custSel modSld">
      <pc:chgData name="Bryan Sun" userId="851caa7714272873" providerId="LiveId" clId="{1DF0C224-3A3E-55A6-A8D1-F8F2208D385B}" dt="2026-08-23T02:05:18.968" v="2801" actId="20577"/>
      <pc:docMkLst>
        <pc:docMk/>
      </pc:docMkLst>
      <pc:sldChg chg="modSp mod">
        <pc:chgData name="Bryan Sun" userId="851caa7714272873" providerId="LiveId" clId="{1DF0C224-3A3E-55A6-A8D1-F8F2208D385B}" dt="2026-08-21T10:09:08.002" v="210" actId="121"/>
        <pc:sldMkLst>
          <pc:docMk/>
          <pc:sldMk cId="806275777" sldId="256"/>
        </pc:sldMkLst>
        <pc:spChg chg="mod">
          <ac:chgData name="Bryan Sun" userId="851caa7714272873" providerId="LiveId" clId="{1DF0C224-3A3E-55A6-A8D1-F8F2208D385B}" dt="2026-08-21T10:07:59.967" v="191" actId="2711"/>
          <ac:spMkLst>
            <pc:docMk/>
            <pc:sldMk cId="806275777" sldId="256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8-21T10:07:59.967" v="191" actId="2711"/>
          <ac:spMkLst>
            <pc:docMk/>
            <pc:sldMk cId="806275777" sldId="256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8-21T10:09:08.002" v="210" actId="121"/>
          <ac:spMkLst>
            <pc:docMk/>
            <pc:sldMk cId="806275777" sldId="256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21T10:07:32.337" v="189" actId="20577"/>
        <pc:sldMkLst>
          <pc:docMk/>
          <pc:sldMk cId="750359541" sldId="261"/>
        </pc:sldMkLst>
        <pc:spChg chg="mod">
          <ac:chgData name="Bryan Sun" userId="851caa7714272873" providerId="LiveId" clId="{1DF0C224-3A3E-55A6-A8D1-F8F2208D385B}" dt="2026-08-21T10:07:09.376" v="175" actId="2711"/>
          <ac:spMkLst>
            <pc:docMk/>
            <pc:sldMk cId="750359541" sldId="261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8-21T10:07:32.337" v="189" actId="20577"/>
          <ac:spMkLst>
            <pc:docMk/>
            <pc:sldMk cId="750359541" sldId="261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08-21T10:07:09.376" v="175" actId="2711"/>
          <ac:spMkLst>
            <pc:docMk/>
            <pc:sldMk cId="750359541" sldId="261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8-21T10:07:09.376" v="175" actId="2711"/>
          <ac:spMkLst>
            <pc:docMk/>
            <pc:sldMk cId="750359541" sldId="261"/>
            <ac:spMk id="7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21T10:06:50.744" v="173" actId="2711"/>
        <pc:sldMkLst>
          <pc:docMk/>
          <pc:sldMk cId="2925882288" sldId="332"/>
        </pc:sldMkLst>
        <pc:spChg chg="mod">
          <ac:chgData name="Bryan Sun" userId="851caa7714272873" providerId="LiveId" clId="{1DF0C224-3A3E-55A6-A8D1-F8F2208D385B}" dt="2026-08-21T10:06:50.744" v="173" actId="2711"/>
          <ac:spMkLst>
            <pc:docMk/>
            <pc:sldMk cId="2925882288" sldId="332"/>
            <ac:spMk id="6" creationId="{DB957E51-7EE1-420B-BA10-63BA05395635}"/>
          </ac:spMkLst>
        </pc:spChg>
        <pc:spChg chg="mod">
          <ac:chgData name="Bryan Sun" userId="851caa7714272873" providerId="LiveId" clId="{1DF0C224-3A3E-55A6-A8D1-F8F2208D385B}" dt="2026-08-21T10:06:50.744" v="173" actId="2711"/>
          <ac:spMkLst>
            <pc:docMk/>
            <pc:sldMk cId="2925882288" sldId="332"/>
            <ac:spMk id="14" creationId="{3D736C39-A3AF-41E5-ADA7-E2E238CC430A}"/>
          </ac:spMkLst>
        </pc:spChg>
      </pc:sldChg>
      <pc:sldChg chg="modSp mod">
        <pc:chgData name="Bryan Sun" userId="851caa7714272873" providerId="LiveId" clId="{1DF0C224-3A3E-55A6-A8D1-F8F2208D385B}" dt="2026-08-22T12:03:17.163" v="1207" actId="20577"/>
        <pc:sldMkLst>
          <pc:docMk/>
          <pc:sldMk cId="1638794888" sldId="347"/>
        </pc:sldMkLst>
        <pc:spChg chg="mod">
          <ac:chgData name="Bryan Sun" userId="851caa7714272873" providerId="LiveId" clId="{1DF0C224-3A3E-55A6-A8D1-F8F2208D385B}" dt="2026-08-21T09:57:00.467" v="51" actId="14100"/>
          <ac:spMkLst>
            <pc:docMk/>
            <pc:sldMk cId="1638794888" sldId="347"/>
            <ac:spMk id="7" creationId="{335E75EB-5EFD-4019-99E1-301B16240FF7}"/>
          </ac:spMkLst>
        </pc:spChg>
        <pc:spChg chg="mod">
          <ac:chgData name="Bryan Sun" userId="851caa7714272873" providerId="LiveId" clId="{1DF0C224-3A3E-55A6-A8D1-F8F2208D385B}" dt="2026-08-22T12:02:59.879" v="1197" actId="20577"/>
          <ac:spMkLst>
            <pc:docMk/>
            <pc:sldMk cId="1638794888" sldId="347"/>
            <ac:spMk id="8" creationId="{6C3BA869-D015-42B2-9825-661D1347762F}"/>
          </ac:spMkLst>
        </pc:spChg>
        <pc:spChg chg="mod">
          <ac:chgData name="Bryan Sun" userId="851caa7714272873" providerId="LiveId" clId="{1DF0C224-3A3E-55A6-A8D1-F8F2208D385B}" dt="2026-08-21T09:56:26.053" v="46" actId="20577"/>
          <ac:spMkLst>
            <pc:docMk/>
            <pc:sldMk cId="1638794888" sldId="347"/>
            <ac:spMk id="9" creationId="{2EAC2677-94D5-4E16-B18E-013534F0E14E}"/>
          </ac:spMkLst>
        </pc:spChg>
        <pc:spChg chg="mod">
          <ac:chgData name="Bryan Sun" userId="851caa7714272873" providerId="LiveId" clId="{1DF0C224-3A3E-55A6-A8D1-F8F2208D385B}" dt="2026-08-22T12:03:17.163" v="1207" actId="20577"/>
          <ac:spMkLst>
            <pc:docMk/>
            <pc:sldMk cId="1638794888" sldId="347"/>
            <ac:spMk id="11" creationId="{895057EE-DBCA-4631-993C-B96C69CD4017}"/>
          </ac:spMkLst>
        </pc:spChg>
      </pc:sldChg>
      <pc:sldChg chg="modSp mod">
        <pc:chgData name="Bryan Sun" userId="851caa7714272873" providerId="LiveId" clId="{1DF0C224-3A3E-55A6-A8D1-F8F2208D385B}" dt="2026-08-22T23:29:11.582" v="1759" actId="113"/>
        <pc:sldMkLst>
          <pc:docMk/>
          <pc:sldMk cId="276292361" sldId="348"/>
        </pc:sldMkLst>
        <pc:spChg chg="mod">
          <ac:chgData name="Bryan Sun" userId="851caa7714272873" providerId="LiveId" clId="{1DF0C224-3A3E-55A6-A8D1-F8F2208D385B}" dt="2026-08-22T11:38:21.798" v="320" actId="14100"/>
          <ac:spMkLst>
            <pc:docMk/>
            <pc:sldMk cId="276292361" sldId="348"/>
            <ac:spMk id="14" creationId="{3D736C39-A3AF-41E5-ADA7-E2E238CC430A}"/>
          </ac:spMkLst>
        </pc:spChg>
        <pc:spChg chg="mod">
          <ac:chgData name="Bryan Sun" userId="851caa7714272873" providerId="LiveId" clId="{1DF0C224-3A3E-55A6-A8D1-F8F2208D385B}" dt="2026-08-22T23:29:11.582" v="1759" actId="113"/>
          <ac:spMkLst>
            <pc:docMk/>
            <pc:sldMk cId="276292361" sldId="348"/>
            <ac:spMk id="19" creationId="{FC469962-3CB4-4743-BA06-3519AB9B248D}"/>
          </ac:spMkLst>
        </pc:spChg>
        <pc:spChg chg="mod">
          <ac:chgData name="Bryan Sun" userId="851caa7714272873" providerId="LiveId" clId="{1DF0C224-3A3E-55A6-A8D1-F8F2208D385B}" dt="2026-08-21T09:52:05.108" v="8" actId="2711"/>
          <ac:spMkLst>
            <pc:docMk/>
            <pc:sldMk cId="276292361" sldId="348"/>
            <ac:spMk id="24" creationId="{B7105A8F-A01F-4303-8294-8961A21C45DE}"/>
          </ac:spMkLst>
        </pc:spChg>
        <pc:spChg chg="mod">
          <ac:chgData name="Bryan Sun" userId="851caa7714272873" providerId="LiveId" clId="{1DF0C224-3A3E-55A6-A8D1-F8F2208D385B}" dt="2026-08-22T11:38:09.332" v="317" actId="1036"/>
          <ac:spMkLst>
            <pc:docMk/>
            <pc:sldMk cId="276292361" sldId="348"/>
            <ac:spMk id="47" creationId="{C7EA2588-4C09-4B05-AF07-B91B514DDC3A}"/>
          </ac:spMkLst>
        </pc:spChg>
        <pc:spChg chg="mod">
          <ac:chgData name="Bryan Sun" userId="851caa7714272873" providerId="LiveId" clId="{1DF0C224-3A3E-55A6-A8D1-F8F2208D385B}" dt="2026-08-22T11:36:27.662" v="288" actId="1035"/>
          <ac:spMkLst>
            <pc:docMk/>
            <pc:sldMk cId="276292361" sldId="348"/>
            <ac:spMk id="48" creationId="{2413A88F-535E-438F-9D90-285D84B7BC69}"/>
          </ac:spMkLst>
        </pc:spChg>
        <pc:spChg chg="mod">
          <ac:chgData name="Bryan Sun" userId="851caa7714272873" providerId="LiveId" clId="{1DF0C224-3A3E-55A6-A8D1-F8F2208D385B}" dt="2026-08-22T11:38:24.891" v="321" actId="14100"/>
          <ac:spMkLst>
            <pc:docMk/>
            <pc:sldMk cId="276292361" sldId="348"/>
            <ac:spMk id="50" creationId="{C9B607C4-4116-46D7-9176-62E25939B049}"/>
          </ac:spMkLst>
        </pc:spChg>
      </pc:sldChg>
      <pc:sldChg chg="modSp mod">
        <pc:chgData name="Bryan Sun" userId="851caa7714272873" providerId="LiveId" clId="{1DF0C224-3A3E-55A6-A8D1-F8F2208D385B}" dt="2026-08-22T12:05:53.089" v="1245" actId="14100"/>
        <pc:sldMkLst>
          <pc:docMk/>
          <pc:sldMk cId="2540545285" sldId="349"/>
        </pc:sldMkLst>
        <pc:spChg chg="mod">
          <ac:chgData name="Bryan Sun" userId="851caa7714272873" providerId="LiveId" clId="{1DF0C224-3A3E-55A6-A8D1-F8F2208D385B}" dt="2026-08-22T12:05:53.089" v="1245" actId="14100"/>
          <ac:spMkLst>
            <pc:docMk/>
            <pc:sldMk cId="2540545285" sldId="349"/>
            <ac:spMk id="2" creationId="{6B461BEA-1310-97E5-4437-EB34D5BA233E}"/>
          </ac:spMkLst>
        </pc:spChg>
        <pc:spChg chg="mod">
          <ac:chgData name="Bryan Sun" userId="851caa7714272873" providerId="LiveId" clId="{1DF0C224-3A3E-55A6-A8D1-F8F2208D385B}" dt="2026-08-22T12:05:01.836" v="1244" actId="20577"/>
          <ac:spMkLst>
            <pc:docMk/>
            <pc:sldMk cId="2540545285" sldId="349"/>
            <ac:spMk id="4" creationId="{71DDCD9B-6717-4189-9FDE-594D47BEA958}"/>
          </ac:spMkLst>
        </pc:spChg>
        <pc:spChg chg="mod">
          <ac:chgData name="Bryan Sun" userId="851caa7714272873" providerId="LiveId" clId="{1DF0C224-3A3E-55A6-A8D1-F8F2208D385B}" dt="2026-08-21T09:58:08.488" v="85" actId="1035"/>
          <ac:spMkLst>
            <pc:docMk/>
            <pc:sldMk cId="2540545285" sldId="349"/>
            <ac:spMk id="9" creationId="{F8930B09-D9AA-4645-A477-5D8ED15E0B36}"/>
          </ac:spMkLst>
        </pc:spChg>
        <pc:spChg chg="mod">
          <ac:chgData name="Bryan Sun" userId="851caa7714272873" providerId="LiveId" clId="{1DF0C224-3A3E-55A6-A8D1-F8F2208D385B}" dt="2026-08-22T12:04:27.059" v="1214" actId="20577"/>
          <ac:spMkLst>
            <pc:docMk/>
            <pc:sldMk cId="2540545285" sldId="349"/>
            <ac:spMk id="14" creationId="{3D736C39-A3AF-41E5-ADA7-E2E238CC430A}"/>
          </ac:spMkLst>
        </pc:spChg>
        <pc:spChg chg="mod">
          <ac:chgData name="Bryan Sun" userId="851caa7714272873" providerId="LiveId" clId="{1DF0C224-3A3E-55A6-A8D1-F8F2208D385B}" dt="2026-08-22T12:04:40.578" v="1230" actId="1037"/>
          <ac:spMkLst>
            <pc:docMk/>
            <pc:sldMk cId="2540545285" sldId="349"/>
            <ac:spMk id="15" creationId="{046B5816-AE24-46C6-A058-11899CEBCC6C}"/>
          </ac:spMkLst>
        </pc:spChg>
        <pc:spChg chg="mod">
          <ac:chgData name="Bryan Sun" userId="851caa7714272873" providerId="LiveId" clId="{1DF0C224-3A3E-55A6-A8D1-F8F2208D385B}" dt="2026-08-21T09:58:03.830" v="80" actId="1035"/>
          <ac:spMkLst>
            <pc:docMk/>
            <pc:sldMk cId="2540545285" sldId="349"/>
            <ac:spMk id="16" creationId="{E81A081F-0742-4D60-8B06-16D537E7170E}"/>
          </ac:spMkLst>
        </pc:spChg>
        <pc:spChg chg="mod">
          <ac:chgData name="Bryan Sun" userId="851caa7714272873" providerId="LiveId" clId="{1DF0C224-3A3E-55A6-A8D1-F8F2208D385B}" dt="2026-08-22T12:04:46.297" v="1239" actId="1038"/>
          <ac:spMkLst>
            <pc:docMk/>
            <pc:sldMk cId="2540545285" sldId="349"/>
            <ac:spMk id="17" creationId="{171F8276-42E0-4056-8167-3EF240728FF0}"/>
          </ac:spMkLst>
        </pc:spChg>
        <pc:spChg chg="mod">
          <ac:chgData name="Bryan Sun" userId="851caa7714272873" providerId="LiveId" clId="{1DF0C224-3A3E-55A6-A8D1-F8F2208D385B}" dt="2026-08-21T09:58:03.830" v="80" actId="1035"/>
          <ac:spMkLst>
            <pc:docMk/>
            <pc:sldMk cId="2540545285" sldId="349"/>
            <ac:spMk id="28" creationId="{EB4F69CE-1887-4DB8-B5B8-D7FC111A8A30}"/>
          </ac:spMkLst>
        </pc:spChg>
        <pc:spChg chg="mod">
          <ac:chgData name="Bryan Sun" userId="851caa7714272873" providerId="LiveId" clId="{1DF0C224-3A3E-55A6-A8D1-F8F2208D385B}" dt="2026-08-21T09:57:17.433" v="52" actId="2711"/>
          <ac:spMkLst>
            <pc:docMk/>
            <pc:sldMk cId="2540545285" sldId="349"/>
            <ac:spMk id="58" creationId="{CE1BD395-7464-4F4E-8FD7-46ED064BCA5B}"/>
          </ac:spMkLst>
        </pc:spChg>
        <pc:cxnChg chg="mod">
          <ac:chgData name="Bryan Sun" userId="851caa7714272873" providerId="LiveId" clId="{1DF0C224-3A3E-55A6-A8D1-F8F2208D385B}" dt="2026-08-21T09:58:08.488" v="85" actId="1035"/>
          <ac:cxnSpMkLst>
            <pc:docMk/>
            <pc:sldMk cId="2540545285" sldId="349"/>
            <ac:cxnSpMk id="6" creationId="{81851B3A-9873-4B4B-8A46-97D948ECBC0E}"/>
          </ac:cxnSpMkLst>
        </pc:cxnChg>
        <pc:cxnChg chg="mod">
          <ac:chgData name="Bryan Sun" userId="851caa7714272873" providerId="LiveId" clId="{1DF0C224-3A3E-55A6-A8D1-F8F2208D385B}" dt="2026-08-21T09:58:08.488" v="85" actId="1035"/>
          <ac:cxnSpMkLst>
            <pc:docMk/>
            <pc:sldMk cId="2540545285" sldId="349"/>
            <ac:cxnSpMk id="12" creationId="{2AFEB4E0-ECCE-4DF5-90CB-68BA3EF4838E}"/>
          </ac:cxnSpMkLst>
        </pc:cxnChg>
        <pc:cxnChg chg="mod">
          <ac:chgData name="Bryan Sun" userId="851caa7714272873" providerId="LiveId" clId="{1DF0C224-3A3E-55A6-A8D1-F8F2208D385B}" dt="2026-08-22T12:04:55.694" v="1242" actId="14100"/>
          <ac:cxnSpMkLst>
            <pc:docMk/>
            <pc:sldMk cId="2540545285" sldId="349"/>
            <ac:cxnSpMk id="18" creationId="{BEC39922-D470-47DD-B67E-9BD72A80C38C}"/>
          </ac:cxnSpMkLst>
        </pc:cxnChg>
        <pc:cxnChg chg="mod">
          <ac:chgData name="Bryan Sun" userId="851caa7714272873" providerId="LiveId" clId="{1DF0C224-3A3E-55A6-A8D1-F8F2208D385B}" dt="2026-08-22T12:04:50.455" v="1240" actId="14100"/>
          <ac:cxnSpMkLst>
            <pc:docMk/>
            <pc:sldMk cId="2540545285" sldId="349"/>
            <ac:cxnSpMk id="22" creationId="{BFAE8413-2E56-41DB-95D8-7589F750CB7B}"/>
          </ac:cxnSpMkLst>
        </pc:cxnChg>
        <pc:cxnChg chg="mod">
          <ac:chgData name="Bryan Sun" userId="851caa7714272873" providerId="LiveId" clId="{1DF0C224-3A3E-55A6-A8D1-F8F2208D385B}" dt="2026-08-21T09:58:03.830" v="80" actId="1035"/>
          <ac:cxnSpMkLst>
            <pc:docMk/>
            <pc:sldMk cId="2540545285" sldId="349"/>
            <ac:cxnSpMk id="29" creationId="{13C94F15-5A63-42CD-A738-0BF84B67BDC4}"/>
          </ac:cxnSpMkLst>
        </pc:cxnChg>
        <pc:cxnChg chg="mod">
          <ac:chgData name="Bryan Sun" userId="851caa7714272873" providerId="LiveId" clId="{1DF0C224-3A3E-55A6-A8D1-F8F2208D385B}" dt="2026-08-21T09:58:03.830" v="80" actId="1035"/>
          <ac:cxnSpMkLst>
            <pc:docMk/>
            <pc:sldMk cId="2540545285" sldId="349"/>
            <ac:cxnSpMk id="44" creationId="{A351E072-F6C6-4D9D-9D8B-B74F1793BF22}"/>
          </ac:cxnSpMkLst>
        </pc:cxnChg>
      </pc:sldChg>
      <pc:sldChg chg="addSp delSp modSp mod">
        <pc:chgData name="Bryan Sun" userId="851caa7714272873" providerId="LiveId" clId="{1DF0C224-3A3E-55A6-A8D1-F8F2208D385B}" dt="2026-08-22T23:39:31.866" v="1922" actId="6549"/>
        <pc:sldMkLst>
          <pc:docMk/>
          <pc:sldMk cId="70652995" sldId="350"/>
        </pc:sldMkLst>
        <pc:spChg chg="add del mod">
          <ac:chgData name="Bryan Sun" userId="851caa7714272873" providerId="LiveId" clId="{1DF0C224-3A3E-55A6-A8D1-F8F2208D385B}" dt="2026-08-22T14:02:15.579" v="1383"/>
          <ac:spMkLst>
            <pc:docMk/>
            <pc:sldMk cId="70652995" sldId="350"/>
            <ac:spMk id="2" creationId="{2BCC7392-31C5-6044-0754-3243F90F67EB}"/>
          </ac:spMkLst>
        </pc:spChg>
        <pc:spChg chg="mod">
          <ac:chgData name="Bryan Sun" userId="851caa7714272873" providerId="LiveId" clId="{1DF0C224-3A3E-55A6-A8D1-F8F2208D385B}" dt="2026-08-22T23:37:38.144" v="1861" actId="1076"/>
          <ac:spMkLst>
            <pc:docMk/>
            <pc:sldMk cId="70652995" sldId="350"/>
            <ac:spMk id="4" creationId="{71DDCD9B-6717-4189-9FDE-594D47BEA958}"/>
          </ac:spMkLst>
        </pc:spChg>
        <pc:spChg chg="mod">
          <ac:chgData name="Bryan Sun" userId="851caa7714272873" providerId="LiveId" clId="{1DF0C224-3A3E-55A6-A8D1-F8F2208D385B}" dt="2026-08-22T14:03:06.650" v="1397" actId="1038"/>
          <ac:spMkLst>
            <pc:docMk/>
            <pc:sldMk cId="70652995" sldId="350"/>
            <ac:spMk id="5" creationId="{0E762FCF-F59C-4AB0-9879-D1231D07CDE5}"/>
          </ac:spMkLst>
        </pc:spChg>
        <pc:spChg chg="mod">
          <ac:chgData name="Bryan Sun" userId="851caa7714272873" providerId="LiveId" clId="{1DF0C224-3A3E-55A6-A8D1-F8F2208D385B}" dt="2026-08-22T23:37:44.289" v="1862" actId="1076"/>
          <ac:spMkLst>
            <pc:docMk/>
            <pc:sldMk cId="70652995" sldId="350"/>
            <ac:spMk id="6" creationId="{84DEEA64-85F0-475B-AF82-77BDEEA42804}"/>
          </ac:spMkLst>
        </pc:spChg>
        <pc:spChg chg="mod">
          <ac:chgData name="Bryan Sun" userId="851caa7714272873" providerId="LiveId" clId="{1DF0C224-3A3E-55A6-A8D1-F8F2208D385B}" dt="2026-08-22T23:37:22.138" v="1838" actId="1035"/>
          <ac:spMkLst>
            <pc:docMk/>
            <pc:sldMk cId="70652995" sldId="350"/>
            <ac:spMk id="7" creationId="{8AF009F5-DDDF-4F3E-9C3D-19B0839BB766}"/>
          </ac:spMkLst>
        </pc:spChg>
        <pc:spChg chg="mod">
          <ac:chgData name="Bryan Sun" userId="851caa7714272873" providerId="LiveId" clId="{1DF0C224-3A3E-55A6-A8D1-F8F2208D385B}" dt="2026-08-22T12:06:29.180" v="1247" actId="403"/>
          <ac:spMkLst>
            <pc:docMk/>
            <pc:sldMk cId="70652995" sldId="350"/>
            <ac:spMk id="10" creationId="{B170A928-30E2-472E-8D40-11005315FF69}"/>
          </ac:spMkLst>
        </pc:spChg>
        <pc:spChg chg="mod">
          <ac:chgData name="Bryan Sun" userId="851caa7714272873" providerId="LiveId" clId="{1DF0C224-3A3E-55A6-A8D1-F8F2208D385B}" dt="2026-08-22T23:36:33.560" v="1784" actId="120"/>
          <ac:spMkLst>
            <pc:docMk/>
            <pc:sldMk cId="70652995" sldId="350"/>
            <ac:spMk id="12" creationId="{748C088F-D247-4961-B039-7EEB00CE0FB2}"/>
          </ac:spMkLst>
        </pc:spChg>
        <pc:spChg chg="mod">
          <ac:chgData name="Bryan Sun" userId="851caa7714272873" providerId="LiveId" clId="{1DF0C224-3A3E-55A6-A8D1-F8F2208D385B}" dt="2026-08-22T23:39:31.866" v="1922" actId="6549"/>
          <ac:spMkLst>
            <pc:docMk/>
            <pc:sldMk cId="70652995" sldId="350"/>
            <ac:spMk id="13" creationId="{C68AB53D-9661-4594-8F1D-BAD39821A3BB}"/>
          </ac:spMkLst>
        </pc:spChg>
        <pc:spChg chg="mod">
          <ac:chgData name="Bryan Sun" userId="851caa7714272873" providerId="LiveId" clId="{1DF0C224-3A3E-55A6-A8D1-F8F2208D385B}" dt="2026-08-22T14:02:57.970" v="1391" actId="1037"/>
          <ac:spMkLst>
            <pc:docMk/>
            <pc:sldMk cId="70652995" sldId="350"/>
            <ac:spMk id="14" creationId="{3D736C39-A3AF-41E5-ADA7-E2E238CC430A}"/>
          </ac:spMkLst>
        </pc:spChg>
        <pc:spChg chg="mod">
          <ac:chgData name="Bryan Sun" userId="851caa7714272873" providerId="LiveId" clId="{1DF0C224-3A3E-55A6-A8D1-F8F2208D385B}" dt="2026-08-22T12:06:43.616" v="1262" actId="20577"/>
          <ac:spMkLst>
            <pc:docMk/>
            <pc:sldMk cId="70652995" sldId="350"/>
            <ac:spMk id="15" creationId="{11FCE9B9-13F1-42E2-9E72-958170BDB44C}"/>
          </ac:spMkLst>
        </pc:spChg>
        <pc:spChg chg="mod">
          <ac:chgData name="Bryan Sun" userId="851caa7714272873" providerId="LiveId" clId="{1DF0C224-3A3E-55A6-A8D1-F8F2208D385B}" dt="2026-08-22T23:38:31.669" v="1866" actId="1076"/>
          <ac:spMkLst>
            <pc:docMk/>
            <pc:sldMk cId="70652995" sldId="350"/>
            <ac:spMk id="16" creationId="{E456BB75-3A2C-47B2-BE7D-83E98A79D323}"/>
          </ac:spMkLst>
        </pc:spChg>
        <pc:spChg chg="mod">
          <ac:chgData name="Bryan Sun" userId="851caa7714272873" providerId="LiveId" clId="{1DF0C224-3A3E-55A6-A8D1-F8F2208D385B}" dt="2026-08-22T23:37:56.449" v="1863" actId="1076"/>
          <ac:spMkLst>
            <pc:docMk/>
            <pc:sldMk cId="70652995" sldId="350"/>
            <ac:spMk id="17" creationId="{327A7E70-3E12-4BF8-9EAD-4E241F8342EB}"/>
          </ac:spMkLst>
        </pc:spChg>
        <pc:spChg chg="mod">
          <ac:chgData name="Bryan Sun" userId="851caa7714272873" providerId="LiveId" clId="{1DF0C224-3A3E-55A6-A8D1-F8F2208D385B}" dt="2026-08-22T23:38:11.785" v="1864" actId="1076"/>
          <ac:spMkLst>
            <pc:docMk/>
            <pc:sldMk cId="70652995" sldId="350"/>
            <ac:spMk id="18" creationId="{D21C3C4D-CCF1-4517-8012-B7E5CCFEB566}"/>
          </ac:spMkLst>
        </pc:spChg>
        <pc:spChg chg="mod">
          <ac:chgData name="Bryan Sun" userId="851caa7714272873" providerId="LiveId" clId="{1DF0C224-3A3E-55A6-A8D1-F8F2208D385B}" dt="2026-08-22T23:37:22.138" v="1838" actId="1035"/>
          <ac:spMkLst>
            <pc:docMk/>
            <pc:sldMk cId="70652995" sldId="350"/>
            <ac:spMk id="19" creationId="{97F0D443-9DDD-4354-9C92-49DB9D45013F}"/>
          </ac:spMkLst>
        </pc:spChg>
        <pc:spChg chg="mod">
          <ac:chgData name="Bryan Sun" userId="851caa7714272873" providerId="LiveId" clId="{1DF0C224-3A3E-55A6-A8D1-F8F2208D385B}" dt="2026-08-22T14:02:57.970" v="1391" actId="1037"/>
          <ac:spMkLst>
            <pc:docMk/>
            <pc:sldMk cId="70652995" sldId="350"/>
            <ac:spMk id="20" creationId="{8E593448-E436-42DF-8AEE-B77BD78661D2}"/>
          </ac:spMkLst>
        </pc:spChg>
        <pc:spChg chg="mod">
          <ac:chgData name="Bryan Sun" userId="851caa7714272873" providerId="LiveId" clId="{1DF0C224-3A3E-55A6-A8D1-F8F2208D385B}" dt="2026-08-22T14:02:57.970" v="1391" actId="1037"/>
          <ac:spMkLst>
            <pc:docMk/>
            <pc:sldMk cId="70652995" sldId="350"/>
            <ac:spMk id="21" creationId="{BBAA7C6E-E688-455E-ACAC-C99F30E4BBF0}"/>
          </ac:spMkLst>
        </pc:spChg>
        <pc:spChg chg="mod">
          <ac:chgData name="Bryan Sun" userId="851caa7714272873" providerId="LiveId" clId="{1DF0C224-3A3E-55A6-A8D1-F8F2208D385B}" dt="2026-08-21T10:00:23.697" v="140" actId="2711"/>
          <ac:spMkLst>
            <pc:docMk/>
            <pc:sldMk cId="70652995" sldId="350"/>
            <ac:spMk id="22" creationId="{A558CC1B-65FA-4BCF-B44C-3A2A2E0AC1B8}"/>
          </ac:spMkLst>
        </pc:spChg>
        <pc:spChg chg="mod">
          <ac:chgData name="Bryan Sun" userId="851caa7714272873" providerId="LiveId" clId="{1DF0C224-3A3E-55A6-A8D1-F8F2208D385B}" dt="2026-08-22T14:03:59.674" v="1403" actId="1076"/>
          <ac:spMkLst>
            <pc:docMk/>
            <pc:sldMk cId="70652995" sldId="350"/>
            <ac:spMk id="24" creationId="{49069B6C-DD45-481B-9BBA-E041AAAC0699}"/>
          </ac:spMkLst>
        </pc:spChg>
        <pc:graphicFrameChg chg="mod modGraphic">
          <ac:chgData name="Bryan Sun" userId="851caa7714272873" providerId="LiveId" clId="{1DF0C224-3A3E-55A6-A8D1-F8F2208D385B}" dt="2026-08-22T14:06:05.313" v="1422" actId="167"/>
          <ac:graphicFrameMkLst>
            <pc:docMk/>
            <pc:sldMk cId="70652995" sldId="350"/>
            <ac:graphicFrameMk id="25" creationId="{8A6C83F9-F3D5-4A02-AEB0-357F61A6532D}"/>
          </ac:graphicFrameMkLst>
        </pc:graphicFrameChg>
        <pc:graphicFrameChg chg="mod modGraphic">
          <ac:chgData name="Bryan Sun" userId="851caa7714272873" providerId="LiveId" clId="{1DF0C224-3A3E-55A6-A8D1-F8F2208D385B}" dt="2026-08-22T14:05:50.073" v="1411" actId="167"/>
          <ac:graphicFrameMkLst>
            <pc:docMk/>
            <pc:sldMk cId="70652995" sldId="350"/>
            <ac:graphicFrameMk id="29" creationId="{A95AA777-D4C6-437C-BBA7-BA4DC2CF3DDD}"/>
          </ac:graphicFrameMkLst>
        </pc:graphicFrameChg>
      </pc:sldChg>
      <pc:sldChg chg="modSp mod">
        <pc:chgData name="Bryan Sun" userId="851caa7714272873" providerId="LiveId" clId="{1DF0C224-3A3E-55A6-A8D1-F8F2208D385B}" dt="2026-08-22T23:44:01.181" v="1924" actId="20577"/>
        <pc:sldMkLst>
          <pc:docMk/>
          <pc:sldMk cId="3027757828" sldId="351"/>
        </pc:sldMkLst>
        <pc:spChg chg="mod">
          <ac:chgData name="Bryan Sun" userId="851caa7714272873" providerId="LiveId" clId="{1DF0C224-3A3E-55A6-A8D1-F8F2208D385B}" dt="2026-08-22T14:06:17.174" v="1424" actId="403"/>
          <ac:spMkLst>
            <pc:docMk/>
            <pc:sldMk cId="3027757828" sldId="351"/>
            <ac:spMk id="7" creationId="{158413A5-F60C-4FEC-9A6B-1402A06E450E}"/>
          </ac:spMkLst>
        </pc:spChg>
        <pc:spChg chg="mod">
          <ac:chgData name="Bryan Sun" userId="851caa7714272873" providerId="LiveId" clId="{1DF0C224-3A3E-55A6-A8D1-F8F2208D385B}" dt="2026-08-22T14:07:37.718" v="1457" actId="20577"/>
          <ac:spMkLst>
            <pc:docMk/>
            <pc:sldMk cId="3027757828" sldId="351"/>
            <ac:spMk id="8" creationId="{753F1AC2-A06B-47C1-B683-3B3DA3BF2FA9}"/>
          </ac:spMkLst>
        </pc:spChg>
        <pc:spChg chg="mod">
          <ac:chgData name="Bryan Sun" userId="851caa7714272873" providerId="LiveId" clId="{1DF0C224-3A3E-55A6-A8D1-F8F2208D385B}" dt="2026-08-21T10:03:19.126" v="154" actId="403"/>
          <ac:spMkLst>
            <pc:docMk/>
            <pc:sldMk cId="3027757828" sldId="351"/>
            <ac:spMk id="9" creationId="{82338D40-F832-4471-A1A1-0F359FB6F50C}"/>
          </ac:spMkLst>
        </pc:spChg>
        <pc:spChg chg="mod">
          <ac:chgData name="Bryan Sun" userId="851caa7714272873" providerId="LiveId" clId="{1DF0C224-3A3E-55A6-A8D1-F8F2208D385B}" dt="2026-08-22T23:44:01.181" v="1924" actId="20577"/>
          <ac:spMkLst>
            <pc:docMk/>
            <pc:sldMk cId="3027757828" sldId="351"/>
            <ac:spMk id="10" creationId="{58B894EC-1823-4CF3-8DEA-FEA464447023}"/>
          </ac:spMkLst>
        </pc:spChg>
        <pc:spChg chg="mod">
          <ac:chgData name="Bryan Sun" userId="851caa7714272873" providerId="LiveId" clId="{1DF0C224-3A3E-55A6-A8D1-F8F2208D385B}" dt="2026-08-21T10:03:50.677" v="157" actId="14100"/>
          <ac:spMkLst>
            <pc:docMk/>
            <pc:sldMk cId="3027757828" sldId="351"/>
            <ac:spMk id="11" creationId="{8FD77C2A-788A-4436-B2B4-F98C2C1B3DB4}"/>
          </ac:spMkLst>
        </pc:spChg>
        <pc:spChg chg="mod">
          <ac:chgData name="Bryan Sun" userId="851caa7714272873" providerId="LiveId" clId="{1DF0C224-3A3E-55A6-A8D1-F8F2208D385B}" dt="2026-08-21T10:04:03.298" v="159" actId="1076"/>
          <ac:spMkLst>
            <pc:docMk/>
            <pc:sldMk cId="3027757828" sldId="351"/>
            <ac:spMk id="12" creationId="{53F3F1EB-5FD4-452B-90BE-7DC24CBBA3AD}"/>
          </ac:spMkLst>
        </pc:spChg>
        <pc:spChg chg="mod">
          <ac:chgData name="Bryan Sun" userId="851caa7714272873" providerId="LiveId" clId="{1DF0C224-3A3E-55A6-A8D1-F8F2208D385B}" dt="2026-08-21T10:04:06.510" v="160" actId="1076"/>
          <ac:spMkLst>
            <pc:docMk/>
            <pc:sldMk cId="3027757828" sldId="351"/>
            <ac:spMk id="13" creationId="{50B40165-3ED8-46A4-B419-A37780BAC9D5}"/>
          </ac:spMkLst>
        </pc:spChg>
        <pc:spChg chg="mod">
          <ac:chgData name="Bryan Sun" userId="851caa7714272873" providerId="LiveId" clId="{1DF0C224-3A3E-55A6-A8D1-F8F2208D385B}" dt="2026-08-22T14:07:13.260" v="1440" actId="20577"/>
          <ac:spMkLst>
            <pc:docMk/>
            <pc:sldMk cId="3027757828" sldId="351"/>
            <ac:spMk id="14" creationId="{3D736C39-A3AF-41E5-ADA7-E2E238CC430A}"/>
          </ac:spMkLst>
        </pc:spChg>
        <pc:spChg chg="mod">
          <ac:chgData name="Bryan Sun" userId="851caa7714272873" providerId="LiveId" clId="{1DF0C224-3A3E-55A6-A8D1-F8F2208D385B}" dt="2026-08-21T10:03:35.695" v="155" actId="403"/>
          <ac:spMkLst>
            <pc:docMk/>
            <pc:sldMk cId="3027757828" sldId="351"/>
            <ac:spMk id="15" creationId="{9C57B736-0408-4EA1-87E3-8201179FCF05}"/>
          </ac:spMkLst>
        </pc:spChg>
        <pc:spChg chg="mod">
          <ac:chgData name="Bryan Sun" userId="851caa7714272873" providerId="LiveId" clId="{1DF0C224-3A3E-55A6-A8D1-F8F2208D385B}" dt="2026-08-21T10:03:19.126" v="154" actId="403"/>
          <ac:spMkLst>
            <pc:docMk/>
            <pc:sldMk cId="3027757828" sldId="351"/>
            <ac:spMk id="18" creationId="{3EA71A14-633A-4D93-9054-FD976C1583F5}"/>
          </ac:spMkLst>
        </pc:spChg>
        <pc:graphicFrameChg chg="mod">
          <ac:chgData name="Bryan Sun" userId="851caa7714272873" providerId="LiveId" clId="{1DF0C224-3A3E-55A6-A8D1-F8F2208D385B}" dt="2026-08-21T10:04:13.944" v="161" actId="1076"/>
          <ac:graphicFrameMkLst>
            <pc:docMk/>
            <pc:sldMk cId="3027757828" sldId="351"/>
            <ac:graphicFrameMk id="17" creationId="{BB5AF028-C5E5-4D10-A4C2-18007EA173D1}"/>
          </ac:graphicFrameMkLst>
        </pc:graphicFrameChg>
      </pc:sldChg>
      <pc:sldChg chg="addSp delSp modSp mod">
        <pc:chgData name="Bryan Sun" userId="851caa7714272873" providerId="LiveId" clId="{1DF0C224-3A3E-55A6-A8D1-F8F2208D385B}" dt="2026-08-23T01:59:37.754" v="2784" actId="1035"/>
        <pc:sldMkLst>
          <pc:docMk/>
          <pc:sldMk cId="3052931176" sldId="352"/>
        </pc:sldMkLst>
        <pc:spChg chg="add del mod">
          <ac:chgData name="Bryan Sun" userId="851caa7714272873" providerId="LiveId" clId="{1DF0C224-3A3E-55A6-A8D1-F8F2208D385B}" dt="2026-08-23T01:55:29.552" v="2047" actId="1036"/>
          <ac:spMkLst>
            <pc:docMk/>
            <pc:sldMk cId="3052931176" sldId="352"/>
            <ac:spMk id="2" creationId="{57808407-F11B-D35C-EFE3-75082B47B240}"/>
          </ac:spMkLst>
        </pc:spChg>
        <pc:spChg chg="add del mod">
          <ac:chgData name="Bryan Sun" userId="851caa7714272873" providerId="LiveId" clId="{1DF0C224-3A3E-55A6-A8D1-F8F2208D385B}" dt="2026-08-23T01:56:01.452" v="2055" actId="478"/>
          <ac:spMkLst>
            <pc:docMk/>
            <pc:sldMk cId="3052931176" sldId="352"/>
            <ac:spMk id="4" creationId="{3892453A-0818-2F6A-40FA-FCE525A4BA02}"/>
          </ac:spMkLst>
        </pc:spChg>
        <pc:spChg chg="add del mod">
          <ac:chgData name="Bryan Sun" userId="851caa7714272873" providerId="LiveId" clId="{1DF0C224-3A3E-55A6-A8D1-F8F2208D385B}" dt="2026-08-23T01:52:34.222" v="1928" actId="478"/>
          <ac:spMkLst>
            <pc:docMk/>
            <pc:sldMk cId="3052931176" sldId="352"/>
            <ac:spMk id="5" creationId="{1AC16321-75EC-DE7C-135B-107161AF6591}"/>
          </ac:spMkLst>
        </pc:spChg>
        <pc:spChg chg="mod">
          <ac:chgData name="Bryan Sun" userId="851caa7714272873" providerId="LiveId" clId="{1DF0C224-3A3E-55A6-A8D1-F8F2208D385B}" dt="2026-08-21T10:04:31.224" v="162" actId="2711"/>
          <ac:spMkLst>
            <pc:docMk/>
            <pc:sldMk cId="3052931176" sldId="352"/>
            <ac:spMk id="6" creationId="{8B83F9DB-42A3-46ED-A4A8-B6DA41976A4C}"/>
          </ac:spMkLst>
        </pc:spChg>
        <pc:spChg chg="mod">
          <ac:chgData name="Bryan Sun" userId="851caa7714272873" providerId="LiveId" clId="{1DF0C224-3A3E-55A6-A8D1-F8F2208D385B}" dt="2026-08-22T14:09:31.853" v="1484" actId="20577"/>
          <ac:spMkLst>
            <pc:docMk/>
            <pc:sldMk cId="3052931176" sldId="352"/>
            <ac:spMk id="7" creationId="{D34C3890-FBC9-4DC7-9887-F3F9BAD30EDE}"/>
          </ac:spMkLst>
        </pc:spChg>
        <pc:spChg chg="mod">
          <ac:chgData name="Bryan Sun" userId="851caa7714272873" providerId="LiveId" clId="{1DF0C224-3A3E-55A6-A8D1-F8F2208D385B}" dt="2026-08-22T14:09:12.308" v="1479" actId="20577"/>
          <ac:spMkLst>
            <pc:docMk/>
            <pc:sldMk cId="3052931176" sldId="352"/>
            <ac:spMk id="8" creationId="{F3DBBC80-632A-489C-9B6B-F8E72843C64D}"/>
          </ac:spMkLst>
        </pc:spChg>
        <pc:spChg chg="mod">
          <ac:chgData name="Bryan Sun" userId="851caa7714272873" providerId="LiveId" clId="{1DF0C224-3A3E-55A6-A8D1-F8F2208D385B}" dt="2026-08-21T10:04:31.224" v="162" actId="2711"/>
          <ac:spMkLst>
            <pc:docMk/>
            <pc:sldMk cId="3052931176" sldId="352"/>
            <ac:spMk id="9" creationId="{66F56781-CD53-4EE3-A6B7-7D7ACC305B49}"/>
          </ac:spMkLst>
        </pc:spChg>
        <pc:spChg chg="mod">
          <ac:chgData name="Bryan Sun" userId="851caa7714272873" providerId="LiveId" clId="{1DF0C224-3A3E-55A6-A8D1-F8F2208D385B}" dt="2026-08-21T10:04:31.224" v="162" actId="2711"/>
          <ac:spMkLst>
            <pc:docMk/>
            <pc:sldMk cId="3052931176" sldId="352"/>
            <ac:spMk id="10" creationId="{EE27C311-56E2-4FFD-93B2-25B965D618F3}"/>
          </ac:spMkLst>
        </pc:spChg>
        <pc:spChg chg="add mod">
          <ac:chgData name="Bryan Sun" userId="851caa7714272873" providerId="LiveId" clId="{1DF0C224-3A3E-55A6-A8D1-F8F2208D385B}" dt="2026-08-23T01:55:29.552" v="2047" actId="1036"/>
          <ac:spMkLst>
            <pc:docMk/>
            <pc:sldMk cId="3052931176" sldId="352"/>
            <ac:spMk id="11" creationId="{9F0DCFC3-0F13-7A8F-BF02-87EE0627FA04}"/>
          </ac:spMkLst>
        </pc:spChg>
        <pc:spChg chg="add mod">
          <ac:chgData name="Bryan Sun" userId="851caa7714272873" providerId="LiveId" clId="{1DF0C224-3A3E-55A6-A8D1-F8F2208D385B}" dt="2026-08-23T01:55:29.552" v="2047" actId="1036"/>
          <ac:spMkLst>
            <pc:docMk/>
            <pc:sldMk cId="3052931176" sldId="352"/>
            <ac:spMk id="12" creationId="{E2F992E9-E4F9-E316-5B3E-3714BF0B5BFD}"/>
          </ac:spMkLst>
        </pc:spChg>
        <pc:spChg chg="add mod">
          <ac:chgData name="Bryan Sun" userId="851caa7714272873" providerId="LiveId" clId="{1DF0C224-3A3E-55A6-A8D1-F8F2208D385B}" dt="2026-08-23T01:55:29.552" v="2047" actId="1036"/>
          <ac:spMkLst>
            <pc:docMk/>
            <pc:sldMk cId="3052931176" sldId="352"/>
            <ac:spMk id="13" creationId="{3E1AF7E5-B125-F86E-8F13-CA737C0FCEBE}"/>
          </ac:spMkLst>
        </pc:spChg>
        <pc:spChg chg="mod">
          <ac:chgData name="Bryan Sun" userId="851caa7714272873" providerId="LiveId" clId="{1DF0C224-3A3E-55A6-A8D1-F8F2208D385B}" dt="2026-08-22T14:10:35.729" v="1556" actId="313"/>
          <ac:spMkLst>
            <pc:docMk/>
            <pc:sldMk cId="3052931176" sldId="352"/>
            <ac:spMk id="14" creationId="{3D736C39-A3AF-41E5-ADA7-E2E238CC430A}"/>
          </ac:spMkLst>
        </pc:spChg>
        <pc:spChg chg="add mod">
          <ac:chgData name="Bryan Sun" userId="851caa7714272873" providerId="LiveId" clId="{1DF0C224-3A3E-55A6-A8D1-F8F2208D385B}" dt="2026-08-23T01:55:49.994" v="2054" actId="20577"/>
          <ac:spMkLst>
            <pc:docMk/>
            <pc:sldMk cId="3052931176" sldId="352"/>
            <ac:spMk id="15" creationId="{F141B133-C2FB-03F7-1876-6C04E492FE33}"/>
          </ac:spMkLst>
        </pc:spChg>
        <pc:spChg chg="add mod">
          <ac:chgData name="Bryan Sun" userId="851caa7714272873" providerId="LiveId" clId="{1DF0C224-3A3E-55A6-A8D1-F8F2208D385B}" dt="2026-08-23T01:57:51.183" v="2207" actId="1036"/>
          <ac:spMkLst>
            <pc:docMk/>
            <pc:sldMk cId="3052931176" sldId="352"/>
            <ac:spMk id="16" creationId="{A15FFDD2-32FC-0ADA-0387-F6ACC66EC1EC}"/>
          </ac:spMkLst>
        </pc:spChg>
        <pc:spChg chg="add mod">
          <ac:chgData name="Bryan Sun" userId="851caa7714272873" providerId="LiveId" clId="{1DF0C224-3A3E-55A6-A8D1-F8F2208D385B}" dt="2026-08-23T01:57:25.351" v="2145" actId="1037"/>
          <ac:spMkLst>
            <pc:docMk/>
            <pc:sldMk cId="3052931176" sldId="352"/>
            <ac:spMk id="17" creationId="{29F80E7F-1B19-143C-8E03-89CAB8B394AB}"/>
          </ac:spMkLst>
        </pc:spChg>
        <pc:spChg chg="add mod">
          <ac:chgData name="Bryan Sun" userId="851caa7714272873" providerId="LiveId" clId="{1DF0C224-3A3E-55A6-A8D1-F8F2208D385B}" dt="2026-08-23T01:58:01.388" v="2265" actId="1036"/>
          <ac:spMkLst>
            <pc:docMk/>
            <pc:sldMk cId="3052931176" sldId="352"/>
            <ac:spMk id="18" creationId="{565280A2-2969-216E-6CA8-CFDBAA203DE9}"/>
          </ac:spMkLst>
        </pc:spChg>
        <pc:spChg chg="add mod">
          <ac:chgData name="Bryan Sun" userId="851caa7714272873" providerId="LiveId" clId="{1DF0C224-3A3E-55A6-A8D1-F8F2208D385B}" dt="2026-08-23T01:58:12.043" v="2324" actId="1036"/>
          <ac:spMkLst>
            <pc:docMk/>
            <pc:sldMk cId="3052931176" sldId="352"/>
            <ac:spMk id="19" creationId="{5E0EA3B5-8EFA-42F8-3CD9-66F4A1CFC9B6}"/>
          </ac:spMkLst>
        </pc:spChg>
        <pc:spChg chg="add mod">
          <ac:chgData name="Bryan Sun" userId="851caa7714272873" providerId="LiveId" clId="{1DF0C224-3A3E-55A6-A8D1-F8F2208D385B}" dt="2026-08-23T01:58:26.376" v="2408" actId="1036"/>
          <ac:spMkLst>
            <pc:docMk/>
            <pc:sldMk cId="3052931176" sldId="352"/>
            <ac:spMk id="20" creationId="{F660B82F-DDE0-3582-0F47-BE51CDF35466}"/>
          </ac:spMkLst>
        </pc:spChg>
        <pc:spChg chg="add mod">
          <ac:chgData name="Bryan Sun" userId="851caa7714272873" providerId="LiveId" clId="{1DF0C224-3A3E-55A6-A8D1-F8F2208D385B}" dt="2026-08-23T01:58:38.413" v="2477" actId="1036"/>
          <ac:spMkLst>
            <pc:docMk/>
            <pc:sldMk cId="3052931176" sldId="352"/>
            <ac:spMk id="21" creationId="{35C97EF6-176C-588D-F238-3DA81B869BBD}"/>
          </ac:spMkLst>
        </pc:spChg>
        <pc:spChg chg="add mod">
          <ac:chgData name="Bryan Sun" userId="851caa7714272873" providerId="LiveId" clId="{1DF0C224-3A3E-55A6-A8D1-F8F2208D385B}" dt="2026-08-23T01:58:58.180" v="2561" actId="1038"/>
          <ac:spMkLst>
            <pc:docMk/>
            <pc:sldMk cId="3052931176" sldId="352"/>
            <ac:spMk id="22" creationId="{DAEEC239-71DB-8EC7-03D2-85D7B9A06CA4}"/>
          </ac:spMkLst>
        </pc:spChg>
        <pc:spChg chg="add mod">
          <ac:chgData name="Bryan Sun" userId="851caa7714272873" providerId="LiveId" clId="{1DF0C224-3A3E-55A6-A8D1-F8F2208D385B}" dt="2026-08-23T01:59:11.004" v="2629" actId="1035"/>
          <ac:spMkLst>
            <pc:docMk/>
            <pc:sldMk cId="3052931176" sldId="352"/>
            <ac:spMk id="23" creationId="{28229988-1E9F-5B72-6BB8-AA308E5EE4E2}"/>
          </ac:spMkLst>
        </pc:spChg>
        <pc:spChg chg="add mod">
          <ac:chgData name="Bryan Sun" userId="851caa7714272873" providerId="LiveId" clId="{1DF0C224-3A3E-55A6-A8D1-F8F2208D385B}" dt="2026-08-23T01:59:24.322" v="2690" actId="1036"/>
          <ac:spMkLst>
            <pc:docMk/>
            <pc:sldMk cId="3052931176" sldId="352"/>
            <ac:spMk id="24" creationId="{50CF1898-23A6-5AC8-DD19-4FB75FC909B5}"/>
          </ac:spMkLst>
        </pc:spChg>
        <pc:spChg chg="add mod">
          <ac:chgData name="Bryan Sun" userId="851caa7714272873" providerId="LiveId" clId="{1DF0C224-3A3E-55A6-A8D1-F8F2208D385B}" dt="2026-08-23T01:59:37.754" v="2784" actId="1035"/>
          <ac:spMkLst>
            <pc:docMk/>
            <pc:sldMk cId="3052931176" sldId="352"/>
            <ac:spMk id="25" creationId="{58A22C12-A14E-03A5-AB00-95984D2BA1D6}"/>
          </ac:spMkLst>
        </pc:spChg>
        <pc:spChg chg="mod">
          <ac:chgData name="Bryan Sun" userId="851caa7714272873" providerId="LiveId" clId="{1DF0C224-3A3E-55A6-A8D1-F8F2208D385B}" dt="2026-08-22T14:08:42.015" v="1461" actId="14100"/>
          <ac:spMkLst>
            <pc:docMk/>
            <pc:sldMk cId="3052931176" sldId="352"/>
            <ac:spMk id="65" creationId="{EAEBD838-4BEE-4DB9-AD80-97C80FAD6C14}"/>
          </ac:spMkLst>
        </pc:spChg>
        <pc:picChg chg="mod">
          <ac:chgData name="Bryan Sun" userId="851caa7714272873" providerId="LiveId" clId="{1DF0C224-3A3E-55A6-A8D1-F8F2208D385B}" dt="2026-08-23T01:55:37.211" v="2048" actId="167"/>
          <ac:picMkLst>
            <pc:docMk/>
            <pc:sldMk cId="3052931176" sldId="352"/>
            <ac:picMk id="3" creationId="{67D69A63-152F-4019-8DB6-3E2A8523150E}"/>
          </ac:picMkLst>
        </pc:picChg>
      </pc:sldChg>
      <pc:sldChg chg="modSp mod">
        <pc:chgData name="Bryan Sun" userId="851caa7714272873" providerId="LiveId" clId="{1DF0C224-3A3E-55A6-A8D1-F8F2208D385B}" dt="2026-08-23T02:03:57.293" v="2793" actId="20577"/>
        <pc:sldMkLst>
          <pc:docMk/>
          <pc:sldMk cId="1500359789" sldId="353"/>
        </pc:sldMkLst>
        <pc:spChg chg="mod">
          <ac:chgData name="Bryan Sun" userId="851caa7714272873" providerId="LiveId" clId="{1DF0C224-3A3E-55A6-A8D1-F8F2208D385B}" dt="2026-08-22T14:12:53.497" v="1633" actId="14100"/>
          <ac:spMkLst>
            <pc:docMk/>
            <pc:sldMk cId="1500359789" sldId="353"/>
            <ac:spMk id="6" creationId="{63577FD6-BC9E-4D01-8F9A-A65A15262712}"/>
          </ac:spMkLst>
        </pc:spChg>
        <pc:spChg chg="mod">
          <ac:chgData name="Bryan Sun" userId="851caa7714272873" providerId="LiveId" clId="{1DF0C224-3A3E-55A6-A8D1-F8F2208D385B}" dt="2026-08-22T14:11:05.587" v="1560" actId="14100"/>
          <ac:spMkLst>
            <pc:docMk/>
            <pc:sldMk cId="1500359789" sldId="353"/>
            <ac:spMk id="8" creationId="{48102DA5-8D97-40E3-9E1C-F49BABC8FF0B}"/>
          </ac:spMkLst>
        </pc:spChg>
        <pc:spChg chg="mod">
          <ac:chgData name="Bryan Sun" userId="851caa7714272873" providerId="LiveId" clId="{1DF0C224-3A3E-55A6-A8D1-F8F2208D385B}" dt="2026-08-23T02:03:34.603" v="2790" actId="403"/>
          <ac:spMkLst>
            <pc:docMk/>
            <pc:sldMk cId="1500359789" sldId="353"/>
            <ac:spMk id="9" creationId="{FB111927-CC87-40B7-AD2C-3E7B22D5EB47}"/>
          </ac:spMkLst>
        </pc:spChg>
        <pc:spChg chg="mod">
          <ac:chgData name="Bryan Sun" userId="851caa7714272873" providerId="LiveId" clId="{1DF0C224-3A3E-55A6-A8D1-F8F2208D385B}" dt="2026-08-23T02:03:57.293" v="2793" actId="20577"/>
          <ac:spMkLst>
            <pc:docMk/>
            <pc:sldMk cId="1500359789" sldId="353"/>
            <ac:spMk id="10" creationId="{29C3F236-DCF8-4A6A-8997-9F8002CA4EDC}"/>
          </ac:spMkLst>
        </pc:spChg>
        <pc:spChg chg="mod">
          <ac:chgData name="Bryan Sun" userId="851caa7714272873" providerId="LiveId" clId="{1DF0C224-3A3E-55A6-A8D1-F8F2208D385B}" dt="2026-08-23T02:03:52.339" v="2792" actId="403"/>
          <ac:spMkLst>
            <pc:docMk/>
            <pc:sldMk cId="1500359789" sldId="353"/>
            <ac:spMk id="11" creationId="{43F6D115-E7D3-4797-A3D8-E324BCD39EC3}"/>
          </ac:spMkLst>
        </pc:spChg>
        <pc:spChg chg="mod">
          <ac:chgData name="Bryan Sun" userId="851caa7714272873" providerId="LiveId" clId="{1DF0C224-3A3E-55A6-A8D1-F8F2208D385B}" dt="2026-08-23T02:03:52.339" v="2792" actId="403"/>
          <ac:spMkLst>
            <pc:docMk/>
            <pc:sldMk cId="1500359789" sldId="353"/>
            <ac:spMk id="12" creationId="{915F193F-F727-4686-AC5B-64D055579D9A}"/>
          </ac:spMkLst>
        </pc:spChg>
        <pc:spChg chg="mod">
          <ac:chgData name="Bryan Sun" userId="851caa7714272873" providerId="LiveId" clId="{1DF0C224-3A3E-55A6-A8D1-F8F2208D385B}" dt="2026-08-23T02:03:52.339" v="2792" actId="403"/>
          <ac:spMkLst>
            <pc:docMk/>
            <pc:sldMk cId="1500359789" sldId="353"/>
            <ac:spMk id="13" creationId="{D9D58A82-CD15-4E46-A82D-D8955A9ED390}"/>
          </ac:spMkLst>
        </pc:spChg>
        <pc:spChg chg="mod">
          <ac:chgData name="Bryan Sun" userId="851caa7714272873" providerId="LiveId" clId="{1DF0C224-3A3E-55A6-A8D1-F8F2208D385B}" dt="2026-08-22T14:12:22.114" v="1605" actId="14100"/>
          <ac:spMkLst>
            <pc:docMk/>
            <pc:sldMk cId="1500359789" sldId="353"/>
            <ac:spMk id="14" creationId="{3D736C39-A3AF-41E5-ADA7-E2E238CC430A}"/>
          </ac:spMkLst>
        </pc:spChg>
        <pc:spChg chg="mod">
          <ac:chgData name="Bryan Sun" userId="851caa7714272873" providerId="LiveId" clId="{1DF0C224-3A3E-55A6-A8D1-F8F2208D385B}" dt="2026-08-23T02:03:52.339" v="2792" actId="403"/>
          <ac:spMkLst>
            <pc:docMk/>
            <pc:sldMk cId="1500359789" sldId="353"/>
            <ac:spMk id="15" creationId="{FB5ED684-1E22-4B02-BBDB-BDC405B5509F}"/>
          </ac:spMkLst>
        </pc:spChg>
      </pc:sldChg>
      <pc:sldChg chg="modSp mod">
        <pc:chgData name="Bryan Sun" userId="851caa7714272873" providerId="LiveId" clId="{1DF0C224-3A3E-55A6-A8D1-F8F2208D385B}" dt="2026-08-22T14:15:13.630" v="1696" actId="313"/>
        <pc:sldMkLst>
          <pc:docMk/>
          <pc:sldMk cId="3051625851" sldId="354"/>
        </pc:sldMkLst>
        <pc:spChg chg="mod">
          <ac:chgData name="Bryan Sun" userId="851caa7714272873" providerId="LiveId" clId="{1DF0C224-3A3E-55A6-A8D1-F8F2208D385B}" dt="2026-08-22T14:13:15.314" v="1634" actId="403"/>
          <ac:spMkLst>
            <pc:docMk/>
            <pc:sldMk cId="3051625851" sldId="354"/>
            <ac:spMk id="9" creationId="{5FDDAFC8-0CAA-452E-A2F2-19BB8BC3142F}"/>
          </ac:spMkLst>
        </pc:spChg>
        <pc:spChg chg="mod">
          <ac:chgData name="Bryan Sun" userId="851caa7714272873" providerId="LiveId" clId="{1DF0C224-3A3E-55A6-A8D1-F8F2208D385B}" dt="2026-08-22T14:14:30.060" v="1668" actId="14100"/>
          <ac:spMkLst>
            <pc:docMk/>
            <pc:sldMk cId="3051625851" sldId="354"/>
            <ac:spMk id="10" creationId="{F2412CC9-1235-477A-B7A8-539082DC456A}"/>
          </ac:spMkLst>
        </pc:spChg>
        <pc:spChg chg="mod">
          <ac:chgData name="Bryan Sun" userId="851caa7714272873" providerId="LiveId" clId="{1DF0C224-3A3E-55A6-A8D1-F8F2208D385B}" dt="2026-08-22T14:13:36.748" v="1651" actId="20577"/>
          <ac:spMkLst>
            <pc:docMk/>
            <pc:sldMk cId="3051625851" sldId="354"/>
            <ac:spMk id="11" creationId="{BEE8D196-394C-4D79-A50A-B72AEC3F8856}"/>
          </ac:spMkLst>
        </pc:spChg>
        <pc:spChg chg="mod">
          <ac:chgData name="Bryan Sun" userId="851caa7714272873" providerId="LiveId" clId="{1DF0C224-3A3E-55A6-A8D1-F8F2208D385B}" dt="2026-08-22T14:15:13.630" v="1696" actId="313"/>
          <ac:spMkLst>
            <pc:docMk/>
            <pc:sldMk cId="3051625851" sldId="354"/>
            <ac:spMk id="12" creationId="{108E6170-B73C-4058-AD1D-04A12A9F3292}"/>
          </ac:spMkLst>
        </pc:spChg>
      </pc:sldChg>
      <pc:sldChg chg="modSp mod">
        <pc:chgData name="Bryan Sun" userId="851caa7714272873" providerId="LiveId" clId="{1DF0C224-3A3E-55A6-A8D1-F8F2208D385B}" dt="2026-08-23T02:05:18.968" v="2801" actId="20577"/>
        <pc:sldMkLst>
          <pc:docMk/>
          <pc:sldMk cId="3142380912" sldId="355"/>
        </pc:sldMkLst>
        <pc:spChg chg="mod">
          <ac:chgData name="Bryan Sun" userId="851caa7714272873" providerId="LiveId" clId="{1DF0C224-3A3E-55A6-A8D1-F8F2208D385B}" dt="2026-08-22T14:16:12.778" v="1725" actId="20577"/>
          <ac:spMkLst>
            <pc:docMk/>
            <pc:sldMk cId="3142380912" sldId="355"/>
            <ac:spMk id="3" creationId="{EA3075C6-7BC9-49DE-A8E0-FDD37C9A0550}"/>
          </ac:spMkLst>
        </pc:spChg>
        <pc:spChg chg="mod">
          <ac:chgData name="Bryan Sun" userId="851caa7714272873" providerId="LiveId" clId="{1DF0C224-3A3E-55A6-A8D1-F8F2208D385B}" dt="2026-08-21T10:05:49.340" v="168" actId="2711"/>
          <ac:spMkLst>
            <pc:docMk/>
            <pc:sldMk cId="3142380912" sldId="355"/>
            <ac:spMk id="4" creationId="{8647E60D-832A-4E1F-A64F-A799985CAC51}"/>
          </ac:spMkLst>
        </pc:spChg>
        <pc:spChg chg="mod">
          <ac:chgData name="Bryan Sun" userId="851caa7714272873" providerId="LiveId" clId="{1DF0C224-3A3E-55A6-A8D1-F8F2208D385B}" dt="2026-08-21T10:05:49.340" v="168" actId="2711"/>
          <ac:spMkLst>
            <pc:docMk/>
            <pc:sldMk cId="3142380912" sldId="355"/>
            <ac:spMk id="6" creationId="{EE134216-D1CB-4401-B428-F37D7CA751CB}"/>
          </ac:spMkLst>
        </pc:spChg>
        <pc:spChg chg="mod">
          <ac:chgData name="Bryan Sun" userId="851caa7714272873" providerId="LiveId" clId="{1DF0C224-3A3E-55A6-A8D1-F8F2208D385B}" dt="2026-08-21T10:05:49.340" v="168" actId="2711"/>
          <ac:spMkLst>
            <pc:docMk/>
            <pc:sldMk cId="3142380912" sldId="355"/>
            <ac:spMk id="7" creationId="{58A11799-BFA4-476E-AB01-02830AA10BB4}"/>
          </ac:spMkLst>
        </pc:spChg>
        <pc:spChg chg="mod">
          <ac:chgData name="Bryan Sun" userId="851caa7714272873" providerId="LiveId" clId="{1DF0C224-3A3E-55A6-A8D1-F8F2208D385B}" dt="2026-08-21T10:05:49.340" v="168" actId="2711"/>
          <ac:spMkLst>
            <pc:docMk/>
            <pc:sldMk cId="3142380912" sldId="355"/>
            <ac:spMk id="9" creationId="{4AAA6B9C-90B0-462D-8F43-BAD223B1961C}"/>
          </ac:spMkLst>
        </pc:spChg>
        <pc:spChg chg="mod">
          <ac:chgData name="Bryan Sun" userId="851caa7714272873" providerId="LiveId" clId="{1DF0C224-3A3E-55A6-A8D1-F8F2208D385B}" dt="2026-08-21T10:05:49.340" v="168" actId="2711"/>
          <ac:spMkLst>
            <pc:docMk/>
            <pc:sldMk cId="3142380912" sldId="355"/>
            <ac:spMk id="10" creationId="{0D968ECC-5985-44C2-B349-38A324CE82D2}"/>
          </ac:spMkLst>
        </pc:spChg>
        <pc:spChg chg="mod">
          <ac:chgData name="Bryan Sun" userId="851caa7714272873" providerId="LiveId" clId="{1DF0C224-3A3E-55A6-A8D1-F8F2208D385B}" dt="2026-08-21T10:05:49.340" v="168" actId="2711"/>
          <ac:spMkLst>
            <pc:docMk/>
            <pc:sldMk cId="3142380912" sldId="355"/>
            <ac:spMk id="11" creationId="{110C3E90-227C-488E-8284-66C1F719BA61}"/>
          </ac:spMkLst>
        </pc:spChg>
        <pc:spChg chg="mod">
          <ac:chgData name="Bryan Sun" userId="851caa7714272873" providerId="LiveId" clId="{1DF0C224-3A3E-55A6-A8D1-F8F2208D385B}" dt="2026-08-21T10:05:49.340" v="168" actId="2711"/>
          <ac:spMkLst>
            <pc:docMk/>
            <pc:sldMk cId="3142380912" sldId="355"/>
            <ac:spMk id="12" creationId="{3E6A6A76-9748-4685-80D1-1E9AEAFF269C}"/>
          </ac:spMkLst>
        </pc:spChg>
        <pc:spChg chg="mod">
          <ac:chgData name="Bryan Sun" userId="851caa7714272873" providerId="LiveId" clId="{1DF0C224-3A3E-55A6-A8D1-F8F2208D385B}" dt="2026-08-21T10:05:49.340" v="168" actId="2711"/>
          <ac:spMkLst>
            <pc:docMk/>
            <pc:sldMk cId="3142380912" sldId="355"/>
            <ac:spMk id="13" creationId="{C74729A3-CBF8-4799-B10A-7F066CB5BF8F}"/>
          </ac:spMkLst>
        </pc:spChg>
        <pc:spChg chg="mod">
          <ac:chgData name="Bryan Sun" userId="851caa7714272873" providerId="LiveId" clId="{1DF0C224-3A3E-55A6-A8D1-F8F2208D385B}" dt="2026-08-23T02:05:18.968" v="2801" actId="20577"/>
          <ac:spMkLst>
            <pc:docMk/>
            <pc:sldMk cId="3142380912" sldId="355"/>
            <ac:spMk id="14" creationId="{8B567AC1-0B2C-451E-90C5-D2A4C3CE8193}"/>
          </ac:spMkLst>
        </pc:spChg>
        <pc:spChg chg="mod">
          <ac:chgData name="Bryan Sun" userId="851caa7714272873" providerId="LiveId" clId="{1DF0C224-3A3E-55A6-A8D1-F8F2208D385B}" dt="2026-08-23T02:05:14.439" v="2799" actId="313"/>
          <ac:spMkLst>
            <pc:docMk/>
            <pc:sldMk cId="3142380912" sldId="355"/>
            <ac:spMk id="15" creationId="{251BB390-677A-4E17-A572-CF9C11838757}"/>
          </ac:spMkLst>
        </pc:spChg>
      </pc:sldChg>
      <pc:sldChg chg="modSp mod">
        <pc:chgData name="Bryan Sun" userId="851caa7714272873" providerId="LiveId" clId="{1DF0C224-3A3E-55A6-A8D1-F8F2208D385B}" dt="2026-08-22T23:30:19.092" v="1776" actId="20577"/>
        <pc:sldMkLst>
          <pc:docMk/>
          <pc:sldMk cId="3857623602" sldId="356"/>
        </pc:sldMkLst>
        <pc:spChg chg="mod">
          <ac:chgData name="Bryan Sun" userId="851caa7714272873" providerId="LiveId" clId="{1DF0C224-3A3E-55A6-A8D1-F8F2208D385B}" dt="2026-08-21T09:54:57.818" v="34" actId="2711"/>
          <ac:spMkLst>
            <pc:docMk/>
            <pc:sldMk cId="3857623602" sldId="356"/>
            <ac:spMk id="2" creationId="{DE50E608-762A-4FED-8017-F6B67B1E9242}"/>
          </ac:spMkLst>
        </pc:spChg>
        <pc:spChg chg="mod">
          <ac:chgData name="Bryan Sun" userId="851caa7714272873" providerId="LiveId" clId="{1DF0C224-3A3E-55A6-A8D1-F8F2208D385B}" dt="2026-08-22T12:02:31.443" v="1174" actId="1038"/>
          <ac:spMkLst>
            <pc:docMk/>
            <pc:sldMk cId="3857623602" sldId="356"/>
            <ac:spMk id="14" creationId="{3D736C39-A3AF-41E5-ADA7-E2E238CC430A}"/>
          </ac:spMkLst>
        </pc:spChg>
        <pc:spChg chg="mod">
          <ac:chgData name="Bryan Sun" userId="851caa7714272873" providerId="LiveId" clId="{1DF0C224-3A3E-55A6-A8D1-F8F2208D385B}" dt="2026-08-22T12:02:35.697" v="1187" actId="1036"/>
          <ac:spMkLst>
            <pc:docMk/>
            <pc:sldMk cId="3857623602" sldId="356"/>
            <ac:spMk id="20" creationId="{1A6C02E7-0526-4CD9-8F18-19FF4C575BB8}"/>
          </ac:spMkLst>
        </pc:spChg>
        <pc:spChg chg="mod">
          <ac:chgData name="Bryan Sun" userId="851caa7714272873" providerId="LiveId" clId="{1DF0C224-3A3E-55A6-A8D1-F8F2208D385B}" dt="2026-08-22T23:30:19.092" v="1776" actId="20577"/>
          <ac:spMkLst>
            <pc:docMk/>
            <pc:sldMk cId="3857623602" sldId="356"/>
            <ac:spMk id="21" creationId="{9F6812A5-0886-4007-B93C-739BE4361036}"/>
          </ac:spMkLst>
        </pc:spChg>
        <pc:spChg chg="mod">
          <ac:chgData name="Bryan Sun" userId="851caa7714272873" providerId="LiveId" clId="{1DF0C224-3A3E-55A6-A8D1-F8F2208D385B}" dt="2026-08-21T09:54:57.818" v="34" actId="2711"/>
          <ac:spMkLst>
            <pc:docMk/>
            <pc:sldMk cId="3857623602" sldId="356"/>
            <ac:spMk id="24" creationId="{B7105A8F-A01F-4303-8294-8961A21C45DE}"/>
          </ac:spMkLst>
        </pc:spChg>
        <pc:graphicFrameChg chg="mod modGraphic">
          <ac:chgData name="Bryan Sun" userId="851caa7714272873" providerId="LiveId" clId="{1DF0C224-3A3E-55A6-A8D1-F8F2208D385B}" dt="2026-08-22T11:59:56.175" v="1142" actId="20577"/>
          <ac:graphicFrameMkLst>
            <pc:docMk/>
            <pc:sldMk cId="3857623602" sldId="356"/>
            <ac:graphicFrameMk id="3" creationId="{4B538860-7FBA-4FD7-A6A4-38E5322AFCE4}"/>
          </ac:graphicFrameMkLst>
        </pc:graphicFrameChg>
      </pc:sldChg>
      <pc:sldChg chg="addSp delSp modSp mod addAnim delAnim modAnim">
        <pc:chgData name="Bryan Sun" userId="851caa7714272873" providerId="LiveId" clId="{1DF0C224-3A3E-55A6-A8D1-F8F2208D385B}" dt="2026-08-22T12:02:23.029" v="1157" actId="20577"/>
        <pc:sldMkLst>
          <pc:docMk/>
          <pc:sldMk cId="2506425575" sldId="357"/>
        </pc:sldMkLst>
        <pc:spChg chg="add del mod">
          <ac:chgData name="Bryan Sun" userId="851caa7714272873" providerId="LiveId" clId="{1DF0C224-3A3E-55A6-A8D1-F8F2208D385B}" dt="2026-08-22T11:50:36.972" v="902" actId="478"/>
          <ac:spMkLst>
            <pc:docMk/>
            <pc:sldMk cId="2506425575" sldId="357"/>
            <ac:spMk id="2" creationId="{7B49FED3-ABEB-003A-83A4-9FC5529FF189}"/>
          </ac:spMkLst>
        </pc:spChg>
        <pc:spChg chg="add mod">
          <ac:chgData name="Bryan Sun" userId="851caa7714272873" providerId="LiveId" clId="{1DF0C224-3A3E-55A6-A8D1-F8F2208D385B}" dt="2026-08-22T11:45:04.898" v="493" actId="1036"/>
          <ac:spMkLst>
            <pc:docMk/>
            <pc:sldMk cId="2506425575" sldId="357"/>
            <ac:spMk id="3" creationId="{951DCE71-30E6-0CF4-17B0-E0A4ED9FE02F}"/>
          </ac:spMkLst>
        </pc:spChg>
        <pc:spChg chg="add mod">
          <ac:chgData name="Bryan Sun" userId="851caa7714272873" providerId="LiveId" clId="{1DF0C224-3A3E-55A6-A8D1-F8F2208D385B}" dt="2026-08-22T11:45:26.232" v="501" actId="1035"/>
          <ac:spMkLst>
            <pc:docMk/>
            <pc:sldMk cId="2506425575" sldId="357"/>
            <ac:spMk id="4" creationId="{156350BA-C2D4-2CEE-0E90-6BAF8E55BA7E}"/>
          </ac:spMkLst>
        </pc:spChg>
        <pc:spChg chg="add mod">
          <ac:chgData name="Bryan Sun" userId="851caa7714272873" providerId="LiveId" clId="{1DF0C224-3A3E-55A6-A8D1-F8F2208D385B}" dt="2026-08-22T11:45:35.840" v="505" actId="20577"/>
          <ac:spMkLst>
            <pc:docMk/>
            <pc:sldMk cId="2506425575" sldId="357"/>
            <ac:spMk id="5" creationId="{8DBA622C-56F8-B774-66EA-E5822B6718A2}"/>
          </ac:spMkLst>
        </pc:spChg>
        <pc:spChg chg="add mod">
          <ac:chgData name="Bryan Sun" userId="851caa7714272873" providerId="LiveId" clId="{1DF0C224-3A3E-55A6-A8D1-F8F2208D385B}" dt="2026-08-22T11:46:32.518" v="533" actId="1035"/>
          <ac:spMkLst>
            <pc:docMk/>
            <pc:sldMk cId="2506425575" sldId="357"/>
            <ac:spMk id="6" creationId="{85BCF45B-614E-41EC-6332-AEA64D3F807C}"/>
          </ac:spMkLst>
        </pc:spChg>
        <pc:spChg chg="add mod">
          <ac:chgData name="Bryan Sun" userId="851caa7714272873" providerId="LiveId" clId="{1DF0C224-3A3E-55A6-A8D1-F8F2208D385B}" dt="2026-08-22T11:46:39.586" v="537" actId="1035"/>
          <ac:spMkLst>
            <pc:docMk/>
            <pc:sldMk cId="2506425575" sldId="357"/>
            <ac:spMk id="7" creationId="{8085622B-DDA6-A0CA-A69C-CDA899C88787}"/>
          </ac:spMkLst>
        </pc:spChg>
        <pc:spChg chg="add mod">
          <ac:chgData name="Bryan Sun" userId="851caa7714272873" providerId="LiveId" clId="{1DF0C224-3A3E-55A6-A8D1-F8F2208D385B}" dt="2026-08-22T11:47:18.671" v="553" actId="1037"/>
          <ac:spMkLst>
            <pc:docMk/>
            <pc:sldMk cId="2506425575" sldId="357"/>
            <ac:spMk id="9" creationId="{1DCE47B5-43E7-44BF-8987-87A71A34269F}"/>
          </ac:spMkLst>
        </pc:spChg>
        <pc:spChg chg="add mod">
          <ac:chgData name="Bryan Sun" userId="851caa7714272873" providerId="LiveId" clId="{1DF0C224-3A3E-55A6-A8D1-F8F2208D385B}" dt="2026-08-22T11:47:21.371" v="554"/>
          <ac:spMkLst>
            <pc:docMk/>
            <pc:sldMk cId="2506425575" sldId="357"/>
            <ac:spMk id="10" creationId="{0CE1BE15-361A-5841-624E-CBB19C595DB9}"/>
          </ac:spMkLst>
        </pc:spChg>
        <pc:spChg chg="add mod">
          <ac:chgData name="Bryan Sun" userId="851caa7714272873" providerId="LiveId" clId="{1DF0C224-3A3E-55A6-A8D1-F8F2208D385B}" dt="2026-08-22T11:47:28.558" v="556" actId="1076"/>
          <ac:spMkLst>
            <pc:docMk/>
            <pc:sldMk cId="2506425575" sldId="357"/>
            <ac:spMk id="11" creationId="{F6A48616-3A55-41C7-6709-CEA00F18EA60}"/>
          </ac:spMkLst>
        </pc:spChg>
        <pc:spChg chg="mod">
          <ac:chgData name="Bryan Sun" userId="851caa7714272873" providerId="LiveId" clId="{1DF0C224-3A3E-55A6-A8D1-F8F2208D385B}" dt="2026-08-22T12:02:23.029" v="1157" actId="20577"/>
          <ac:spMkLst>
            <pc:docMk/>
            <pc:sldMk cId="2506425575" sldId="357"/>
            <ac:spMk id="12" creationId="{8D0BC248-EB23-4576-8CDF-1B9B3ABD7210}"/>
          </ac:spMkLst>
        </pc:spChg>
        <pc:spChg chg="mod">
          <ac:chgData name="Bryan Sun" userId="851caa7714272873" providerId="LiveId" clId="{1DF0C224-3A3E-55A6-A8D1-F8F2208D385B}" dt="2026-08-22T11:39:14.726" v="334" actId="1037"/>
          <ac:spMkLst>
            <pc:docMk/>
            <pc:sldMk cId="2506425575" sldId="357"/>
            <ac:spMk id="13" creationId="{773FB677-692E-4AE3-A90D-CD7327D57CDB}"/>
          </ac:spMkLst>
        </pc:spChg>
        <pc:spChg chg="add mod">
          <ac:chgData name="Bryan Sun" userId="851caa7714272873" providerId="LiveId" clId="{1DF0C224-3A3E-55A6-A8D1-F8F2208D385B}" dt="2026-08-22T11:48:40.801" v="620" actId="1036"/>
          <ac:spMkLst>
            <pc:docMk/>
            <pc:sldMk cId="2506425575" sldId="357"/>
            <ac:spMk id="14" creationId="{E83F3036-16A3-6BEB-BDF6-F625C59BC9B8}"/>
          </ac:spMkLst>
        </pc:spChg>
        <pc:spChg chg="mod">
          <ac:chgData name="Bryan Sun" userId="851caa7714272873" providerId="LiveId" clId="{1DF0C224-3A3E-55A6-A8D1-F8F2208D385B}" dt="2026-08-21T09:53:49.383" v="15" actId="2711"/>
          <ac:spMkLst>
            <pc:docMk/>
            <pc:sldMk cId="2506425575" sldId="357"/>
            <ac:spMk id="15" creationId="{CBF7FDE9-798C-4526-9D6A-8A416F4942F5}"/>
          </ac:spMkLst>
        </pc:spChg>
        <pc:spChg chg="add mod">
          <ac:chgData name="Bryan Sun" userId="851caa7714272873" providerId="LiveId" clId="{1DF0C224-3A3E-55A6-A8D1-F8F2208D385B}" dt="2026-08-22T11:48:54.167" v="679" actId="1037"/>
          <ac:spMkLst>
            <pc:docMk/>
            <pc:sldMk cId="2506425575" sldId="357"/>
            <ac:spMk id="16" creationId="{DCFC2236-F9F6-FE3C-93AC-593B884A67B9}"/>
          </ac:spMkLst>
        </pc:spChg>
        <pc:spChg chg="add mod">
          <ac:chgData name="Bryan Sun" userId="851caa7714272873" providerId="LiveId" clId="{1DF0C224-3A3E-55A6-A8D1-F8F2208D385B}" dt="2026-08-22T11:49:05.972" v="731" actId="1036"/>
          <ac:spMkLst>
            <pc:docMk/>
            <pc:sldMk cId="2506425575" sldId="357"/>
            <ac:spMk id="17" creationId="{082A1DB9-E92B-7877-CBC9-2FFD4B7BCADA}"/>
          </ac:spMkLst>
        </pc:spChg>
        <pc:spChg chg="add mod">
          <ac:chgData name="Bryan Sun" userId="851caa7714272873" providerId="LiveId" clId="{1DF0C224-3A3E-55A6-A8D1-F8F2208D385B}" dt="2026-08-22T11:49:29.084" v="765" actId="1035"/>
          <ac:spMkLst>
            <pc:docMk/>
            <pc:sldMk cId="2506425575" sldId="357"/>
            <ac:spMk id="18" creationId="{9EB2C01B-AC55-BCA9-B69F-002C60CC1402}"/>
          </ac:spMkLst>
        </pc:spChg>
        <pc:spChg chg="add mod">
          <ac:chgData name="Bryan Sun" userId="851caa7714272873" providerId="LiveId" clId="{1DF0C224-3A3E-55A6-A8D1-F8F2208D385B}" dt="2026-08-22T12:01:40.398" v="1146" actId="20577"/>
          <ac:spMkLst>
            <pc:docMk/>
            <pc:sldMk cId="2506425575" sldId="357"/>
            <ac:spMk id="19" creationId="{8A940C74-4686-8ACD-BD53-C91FA003FD0F}"/>
          </ac:spMkLst>
        </pc:spChg>
        <pc:spChg chg="mod">
          <ac:chgData name="Bryan Sun" userId="851caa7714272873" providerId="LiveId" clId="{1DF0C224-3A3E-55A6-A8D1-F8F2208D385B}" dt="2026-08-22T12:02:08.979" v="1151" actId="20577"/>
          <ac:spMkLst>
            <pc:docMk/>
            <pc:sldMk cId="2506425575" sldId="357"/>
            <ac:spMk id="20" creationId="{1A6C02E7-0526-4CD9-8F18-19FF4C575BB8}"/>
          </ac:spMkLst>
        </pc:spChg>
        <pc:spChg chg="add mod">
          <ac:chgData name="Bryan Sun" userId="851caa7714272873" providerId="LiveId" clId="{1DF0C224-3A3E-55A6-A8D1-F8F2208D385B}" dt="2026-08-22T12:01:43.360" v="1148" actId="20577"/>
          <ac:spMkLst>
            <pc:docMk/>
            <pc:sldMk cId="2506425575" sldId="357"/>
            <ac:spMk id="21" creationId="{2538F415-1A6C-5204-6E56-CC9F572BA6A0}"/>
          </ac:spMkLst>
        </pc:spChg>
        <pc:spChg chg="mod">
          <ac:chgData name="Bryan Sun" userId="851caa7714272873" providerId="LiveId" clId="{1DF0C224-3A3E-55A6-A8D1-F8F2208D385B}" dt="2026-08-21T09:53:49.383" v="15" actId="2711"/>
          <ac:spMkLst>
            <pc:docMk/>
            <pc:sldMk cId="2506425575" sldId="357"/>
            <ac:spMk id="24" creationId="{B7105A8F-A01F-4303-8294-8961A21C45DE}"/>
          </ac:spMkLst>
        </pc:spChg>
        <pc:grpChg chg="add">
          <ac:chgData name="Bryan Sun" userId="851caa7714272873" providerId="LiveId" clId="{1DF0C224-3A3E-55A6-A8D1-F8F2208D385B}" dt="2026-08-22T11:52:05.570" v="904" actId="164"/>
          <ac:grpSpMkLst>
            <pc:docMk/>
            <pc:sldMk cId="2506425575" sldId="357"/>
            <ac:grpSpMk id="22" creationId="{C3EA7BCD-32E1-B62C-9E42-F5518878E229}"/>
          </ac:grpSpMkLst>
        </pc:grpChg>
        <pc:picChg chg="add del mod">
          <ac:chgData name="Bryan Sun" userId="851caa7714272873" providerId="LiveId" clId="{1DF0C224-3A3E-55A6-A8D1-F8F2208D385B}" dt="2026-08-22T11:46:20.293" v="527" actId="478"/>
          <ac:picMkLst>
            <pc:docMk/>
            <pc:sldMk cId="2506425575" sldId="357"/>
            <ac:picMk id="8" creationId="{5C474C50-6243-44B7-87C3-47C2B234B5AA}"/>
          </ac:picMkLst>
        </pc:picChg>
      </pc:sldChg>
      <pc:sldChg chg="modSp mod">
        <pc:chgData name="Bryan Sun" userId="851caa7714272873" providerId="LiveId" clId="{1DF0C224-3A3E-55A6-A8D1-F8F2208D385B}" dt="2026-08-22T14:17:19.477" v="1756" actId="20577"/>
        <pc:sldMkLst>
          <pc:docMk/>
          <pc:sldMk cId="3428829249" sldId="358"/>
        </pc:sldMkLst>
        <pc:spChg chg="mod">
          <ac:chgData name="Bryan Sun" userId="851caa7714272873" providerId="LiveId" clId="{1DF0C224-3A3E-55A6-A8D1-F8F2208D385B}" dt="2026-08-21T10:06:31.278" v="171" actId="2711"/>
          <ac:spMkLst>
            <pc:docMk/>
            <pc:sldMk cId="3428829249" sldId="358"/>
            <ac:spMk id="2" creationId="{D3101E58-8183-474F-B2D0-6BD59E0BEF16}"/>
          </ac:spMkLst>
        </pc:spChg>
        <pc:spChg chg="mod">
          <ac:chgData name="Bryan Sun" userId="851caa7714272873" providerId="LiveId" clId="{1DF0C224-3A3E-55A6-A8D1-F8F2208D385B}" dt="2026-08-22T14:16:26.537" v="1726" actId="120"/>
          <ac:spMkLst>
            <pc:docMk/>
            <pc:sldMk cId="3428829249" sldId="358"/>
            <ac:spMk id="5" creationId="{4F318801-2199-49BA-BCB7-D2EEE3DCFEAC}"/>
          </ac:spMkLst>
        </pc:spChg>
        <pc:spChg chg="mod">
          <ac:chgData name="Bryan Sun" userId="851caa7714272873" providerId="LiveId" clId="{1DF0C224-3A3E-55A6-A8D1-F8F2208D385B}" dt="2026-08-21T10:06:31.278" v="171" actId="2711"/>
          <ac:spMkLst>
            <pc:docMk/>
            <pc:sldMk cId="3428829249" sldId="358"/>
            <ac:spMk id="7" creationId="{58A11799-BFA4-476E-AB01-02830AA10BB4}"/>
          </ac:spMkLst>
        </pc:spChg>
        <pc:spChg chg="mod">
          <ac:chgData name="Bryan Sun" userId="851caa7714272873" providerId="LiveId" clId="{1DF0C224-3A3E-55A6-A8D1-F8F2208D385B}" dt="2026-08-22T14:17:19.477" v="1756" actId="20577"/>
          <ac:spMkLst>
            <pc:docMk/>
            <pc:sldMk cId="3428829249" sldId="358"/>
            <ac:spMk id="8" creationId="{ADD95A97-2CB2-42E6-9529-4AE7D629CC6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10057394" y="6282804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87929" y="5731394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cap="none" dirty="0">
                <a:latin typeface="+mn-lt"/>
              </a:rPr>
              <a:t>Branch</a:t>
            </a:r>
            <a:r>
              <a:rPr lang="en-US" altLang="zh-CN" cap="none" dirty="0" err="1">
                <a:latin typeface="+mn-lt"/>
              </a:rPr>
              <a:t>ing</a:t>
            </a:r>
            <a:r>
              <a:rPr lang="en" altLang="zh-CN" cap="none" dirty="0">
                <a:latin typeface="+mn-lt"/>
              </a:rPr>
              <a:t> 2</a:t>
            </a:r>
            <a:endParaRPr lang="zh-CN" altLang="en-US" cap="none" dirty="0">
              <a:latin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Mr. Gao’s Algorithm </a:t>
            </a:r>
            <a:b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4714240" y="4229681"/>
            <a:ext cx="6990080" cy="2269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 &gt;&gt; year;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 % 400 == 0 || year % 4 == 0 &amp;&amp; year % 100 != 0)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cout &lt;&lt; </a:t>
            </a:r>
            <a:r>
              <a:rPr lang="en" altLang="zh-CN" sz="16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cout &lt;&lt; </a:t>
            </a:r>
            <a:r>
              <a:rPr lang="en" altLang="zh-CN" sz="16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600" kern="100" dirty="0">
              <a:solidFill>
                <a:prstClr val="black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C469962-3CB4-4743-BA06-3519AB9B248D}"/>
              </a:ext>
            </a:extLst>
          </p:cNvPr>
          <p:cNvSpPr txBox="1"/>
          <p:nvPr/>
        </p:nvSpPr>
        <p:spPr>
          <a:xfrm>
            <a:off x="874551" y="1460212"/>
            <a:ext cx="3616169" cy="235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Input an integer to represent the year, determine whether it is a </a:t>
            </a:r>
            <a:r>
              <a:rPr lang="en" altLang="en-US" sz="2000" kern="100" dirty="0">
                <a:solidFill>
                  <a:srgbClr val="C0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leap year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20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If leap year, output “</a:t>
            </a:r>
            <a:r>
              <a:rPr lang="en" altLang="zh-CN" sz="2000" b="1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yes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” 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otherwise output “</a:t>
            </a:r>
            <a:r>
              <a:rPr lang="en" altLang="zh-CN" sz="2000" b="1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no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”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20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Determining leap years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9B607C4-4116-46D7-9176-62E25939B049}"/>
              </a:ext>
            </a:extLst>
          </p:cNvPr>
          <p:cNvSpPr txBox="1"/>
          <p:nvPr/>
        </p:nvSpPr>
        <p:spPr>
          <a:xfrm>
            <a:off x="4714240" y="1270921"/>
            <a:ext cx="6990080" cy="263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 &gt;&gt; year;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 </a:t>
            </a:r>
            <a:r>
              <a:rPr lang="en" altLang="en-US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is divisible by 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400 </a:t>
            </a:r>
            <a:r>
              <a:rPr lang="en" altLang="en-US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or 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 </a:t>
            </a:r>
            <a:r>
              <a:rPr lang="en" altLang="en-US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is divisible by 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4 </a:t>
            </a:r>
            <a:r>
              <a:rPr lang="en" altLang="en-US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but not divisible by 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100 )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cout &lt;&lt; </a:t>
            </a:r>
            <a:r>
              <a:rPr lang="en" altLang="zh-CN" sz="16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cout &lt;&lt; </a:t>
            </a:r>
            <a:r>
              <a:rPr lang="en" altLang="zh-CN" sz="16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6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600" kern="100" dirty="0">
              <a:solidFill>
                <a:prstClr val="black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7EA2588-4C09-4B05-AF07-B91B514DDC3A}"/>
              </a:ext>
            </a:extLst>
          </p:cNvPr>
          <p:cNvSpPr/>
          <p:nvPr/>
        </p:nvSpPr>
        <p:spPr>
          <a:xfrm>
            <a:off x="874551" y="4017507"/>
            <a:ext cx="3616169" cy="18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2000" b="1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Analysis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: If it is divisible by 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400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or divisible by 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4 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but not by 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100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it is a leap year; otherwise, not a leap year.</a:t>
            </a: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2413A88F-535E-438F-9D90-285D84B7BC69}"/>
              </a:ext>
            </a:extLst>
          </p:cNvPr>
          <p:cNvSpPr/>
          <p:nvPr/>
        </p:nvSpPr>
        <p:spPr>
          <a:xfrm rot="5400000">
            <a:off x="6651171" y="3814778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9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0" grpId="0"/>
      <p:bldP spid="47" grpId="0"/>
      <p:bldP spid="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1A6C02E7-0526-4CD9-8F18-19FF4C575BB8}"/>
              </a:ext>
            </a:extLst>
          </p:cNvPr>
          <p:cNvSpPr txBox="1"/>
          <p:nvPr/>
        </p:nvSpPr>
        <p:spPr>
          <a:xfrm>
            <a:off x="4605588" y="1693554"/>
            <a:ext cx="33130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 &gt;&gt; year;</a:t>
            </a:r>
          </a:p>
          <a:p>
            <a:pPr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 </a:t>
            </a:r>
            <a:r>
              <a:rPr lang="e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divisible by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400)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 </a:t>
            </a:r>
            <a:r>
              <a:rPr lang="e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divisible by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4)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divisible by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100)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Determining leap years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0BC248-EB23-4576-8CDF-1B9B3ABD7210}"/>
              </a:ext>
            </a:extLst>
          </p:cNvPr>
          <p:cNvSpPr txBox="1"/>
          <p:nvPr/>
        </p:nvSpPr>
        <p:spPr>
          <a:xfrm>
            <a:off x="8434393" y="1693554"/>
            <a:ext cx="31276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defTabSz="914400"/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(year%400 == 0)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(year%4 == 0)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(year%100 == 0)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773FB677-692E-4AE3-A90D-CD7327D57CDB}"/>
              </a:ext>
            </a:extLst>
          </p:cNvPr>
          <p:cNvSpPr/>
          <p:nvPr/>
        </p:nvSpPr>
        <p:spPr>
          <a:xfrm>
            <a:off x="4145666" y="3307457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BF7FDE9-798C-4526-9D6A-8A416F4942F5}"/>
              </a:ext>
            </a:extLst>
          </p:cNvPr>
          <p:cNvSpPr/>
          <p:nvPr/>
        </p:nvSpPr>
        <p:spPr>
          <a:xfrm>
            <a:off x="8081191" y="3307457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EA7BCD-32E1-B62C-9E42-F5518878E229}"/>
              </a:ext>
            </a:extLst>
          </p:cNvPr>
          <p:cNvGrpSpPr/>
          <p:nvPr/>
        </p:nvGrpSpPr>
        <p:grpSpPr>
          <a:xfrm>
            <a:off x="226466" y="1570662"/>
            <a:ext cx="4286250" cy="4181475"/>
            <a:chOff x="226466" y="1570662"/>
            <a:chExt cx="4286250" cy="4181475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C474C50-6243-44B7-87C3-47C2B234B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466" y="1570662"/>
              <a:ext cx="4286250" cy="418147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1DCE71-30E6-0CF4-17B0-E0A4ED9FE02F}"/>
                </a:ext>
              </a:extLst>
            </p:cNvPr>
            <p:cNvSpPr txBox="1"/>
            <p:nvPr/>
          </p:nvSpPr>
          <p:spPr>
            <a:xfrm>
              <a:off x="1602651" y="1839310"/>
              <a:ext cx="599090" cy="411257"/>
            </a:xfrm>
            <a:prstGeom prst="rect">
              <a:avLst/>
            </a:prstGeom>
            <a:solidFill>
              <a:srgbClr val="CDE5FF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divisible by 400?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56350BA-C2D4-2CEE-0E90-6BAF8E55BA7E}"/>
                </a:ext>
              </a:extLst>
            </p:cNvPr>
            <p:cNvSpPr txBox="1"/>
            <p:nvPr/>
          </p:nvSpPr>
          <p:spPr>
            <a:xfrm>
              <a:off x="2569779" y="2969379"/>
              <a:ext cx="599090" cy="411257"/>
            </a:xfrm>
            <a:prstGeom prst="rect">
              <a:avLst/>
            </a:prstGeom>
            <a:solidFill>
              <a:srgbClr val="CDE5FF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divisible by 4?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BA622C-56F8-B774-66EA-E5822B6718A2}"/>
                </a:ext>
              </a:extLst>
            </p:cNvPr>
            <p:cNvSpPr txBox="1"/>
            <p:nvPr/>
          </p:nvSpPr>
          <p:spPr>
            <a:xfrm>
              <a:off x="1602651" y="4052864"/>
              <a:ext cx="599090" cy="411257"/>
            </a:xfrm>
            <a:prstGeom prst="rect">
              <a:avLst/>
            </a:prstGeom>
            <a:solidFill>
              <a:srgbClr val="CDE5FF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divisible by 100?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BCF45B-614E-41EC-6332-AEA64D3F807C}"/>
                </a:ext>
              </a:extLst>
            </p:cNvPr>
            <p:cNvSpPr txBox="1"/>
            <p:nvPr/>
          </p:nvSpPr>
          <p:spPr>
            <a:xfrm>
              <a:off x="629920" y="2937848"/>
              <a:ext cx="599090" cy="411257"/>
            </a:xfrm>
            <a:prstGeom prst="rect">
              <a:avLst/>
            </a:prstGeom>
            <a:solidFill>
              <a:srgbClr val="CCFFCC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is leap year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85622B-DDA6-A0CA-A69C-CDA899C88787}"/>
                </a:ext>
              </a:extLst>
            </p:cNvPr>
            <p:cNvSpPr txBox="1"/>
            <p:nvPr/>
          </p:nvSpPr>
          <p:spPr>
            <a:xfrm>
              <a:off x="2569779" y="5046929"/>
              <a:ext cx="599090" cy="411257"/>
            </a:xfrm>
            <a:prstGeom prst="rect">
              <a:avLst/>
            </a:prstGeom>
            <a:solidFill>
              <a:srgbClr val="CCFFCC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is leap year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CE47B5-43E7-44BF-8987-87A71A34269F}"/>
                </a:ext>
              </a:extLst>
            </p:cNvPr>
            <p:cNvSpPr txBox="1"/>
            <p:nvPr/>
          </p:nvSpPr>
          <p:spPr>
            <a:xfrm>
              <a:off x="647079" y="5081709"/>
              <a:ext cx="599090" cy="411257"/>
            </a:xfrm>
            <a:prstGeom prst="rect">
              <a:avLst/>
            </a:prstGeom>
            <a:solidFill>
              <a:srgbClr val="FFCCCC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not leap year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A48616-3A55-41C7-6709-CEA00F18EA60}"/>
                </a:ext>
              </a:extLst>
            </p:cNvPr>
            <p:cNvSpPr txBox="1"/>
            <p:nvPr/>
          </p:nvSpPr>
          <p:spPr>
            <a:xfrm>
              <a:off x="3511057" y="4052863"/>
              <a:ext cx="599090" cy="411257"/>
            </a:xfrm>
            <a:prstGeom prst="rect">
              <a:avLst/>
            </a:prstGeom>
            <a:solidFill>
              <a:srgbClr val="FFCCCC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not leap year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3F3036-16A3-6BEB-BDF6-F625C59BC9B8}"/>
                </a:ext>
              </a:extLst>
            </p:cNvPr>
            <p:cNvSpPr txBox="1"/>
            <p:nvPr/>
          </p:nvSpPr>
          <p:spPr>
            <a:xfrm>
              <a:off x="1334813" y="2502848"/>
              <a:ext cx="157656" cy="24198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FC2236-F9F6-FE3C-93AC-593B884A67B9}"/>
                </a:ext>
              </a:extLst>
            </p:cNvPr>
            <p:cNvSpPr txBox="1"/>
            <p:nvPr/>
          </p:nvSpPr>
          <p:spPr>
            <a:xfrm>
              <a:off x="2307019" y="3611692"/>
              <a:ext cx="157656" cy="24198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82A1DB9-E92B-7877-CBC9-2FFD4B7BCADA}"/>
                </a:ext>
              </a:extLst>
            </p:cNvPr>
            <p:cNvSpPr txBox="1"/>
            <p:nvPr/>
          </p:nvSpPr>
          <p:spPr>
            <a:xfrm>
              <a:off x="1350583" y="4662718"/>
              <a:ext cx="157656" cy="24198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B2C01B-AC55-BCA9-B69F-002C60CC1402}"/>
                </a:ext>
              </a:extLst>
            </p:cNvPr>
            <p:cNvSpPr txBox="1"/>
            <p:nvPr/>
          </p:nvSpPr>
          <p:spPr>
            <a:xfrm>
              <a:off x="2307018" y="2497596"/>
              <a:ext cx="157656" cy="24198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AU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A940C74-4686-8ACD-BD53-C91FA003FD0F}"/>
                </a:ext>
              </a:extLst>
            </p:cNvPr>
            <p:cNvSpPr txBox="1"/>
            <p:nvPr/>
          </p:nvSpPr>
          <p:spPr>
            <a:xfrm>
              <a:off x="3273969" y="3590664"/>
              <a:ext cx="157656" cy="24198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N</a:t>
              </a:r>
              <a:endParaRPr lang="en-AU" sz="1100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38F415-1A6C-5204-6E56-CC9F572BA6A0}"/>
                </a:ext>
              </a:extLst>
            </p:cNvPr>
            <p:cNvSpPr txBox="1"/>
            <p:nvPr/>
          </p:nvSpPr>
          <p:spPr>
            <a:xfrm>
              <a:off x="2307017" y="4641694"/>
              <a:ext cx="157656" cy="24198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N</a:t>
              </a:r>
              <a:endParaRPr lang="en-AU" sz="1100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642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5088188" y="1390158"/>
            <a:ext cx="62714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algn="just" defTabSz="914400"/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algn="just"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(year%400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==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||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</a:t>
            </a:r>
            <a:r>
              <a:rPr lang="en-US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%4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==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year%100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!=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6C02E7-0526-4CD9-8F18-19FF4C575BB8}"/>
              </a:ext>
            </a:extLst>
          </p:cNvPr>
          <p:cNvSpPr txBox="1"/>
          <p:nvPr/>
        </p:nvSpPr>
        <p:spPr>
          <a:xfrm>
            <a:off x="7922370" y="3332083"/>
            <a:ext cx="33908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algn="just" defTabSz="914400"/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year;</a:t>
            </a:r>
          </a:p>
          <a:p>
            <a:pPr algn="just"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(year%400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==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(year%4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==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(year%100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==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6812A5-0886-4007-B93C-739BE4361036}"/>
              </a:ext>
            </a:extLst>
          </p:cNvPr>
          <p:cNvSpPr txBox="1"/>
          <p:nvPr/>
        </p:nvSpPr>
        <p:spPr>
          <a:xfrm>
            <a:off x="578546" y="1512112"/>
            <a:ext cx="3835191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b="1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 design:</a:t>
            </a:r>
            <a:endParaRPr lang="en-US" altLang="zh-CN" b="1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Count how many logical branches there are?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Prepare one test case for each branch: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538860-7FBA-4FD7-A6A4-38E5322AF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987126"/>
              </p:ext>
            </p:extLst>
          </p:nvPr>
        </p:nvGraphicFramePr>
        <p:xfrm>
          <a:off x="678610" y="3339864"/>
          <a:ext cx="7073560" cy="2737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8163">
                  <a:extLst>
                    <a:ext uri="{9D8B030D-6E8A-4147-A177-3AD203B41FA5}">
                      <a16:colId xmlns:a16="http://schemas.microsoft.com/office/drawing/2014/main" val="430141839"/>
                    </a:ext>
                  </a:extLst>
                </a:gridCol>
                <a:gridCol w="883326">
                  <a:extLst>
                    <a:ext uri="{9D8B030D-6E8A-4147-A177-3AD203B41FA5}">
                      <a16:colId xmlns:a16="http://schemas.microsoft.com/office/drawing/2014/main" val="1371525058"/>
                    </a:ext>
                  </a:extLst>
                </a:gridCol>
                <a:gridCol w="1242071">
                  <a:extLst>
                    <a:ext uri="{9D8B030D-6E8A-4147-A177-3AD203B41FA5}">
                      <a16:colId xmlns:a16="http://schemas.microsoft.com/office/drawing/2014/main" val="1752951368"/>
                    </a:ext>
                  </a:extLst>
                </a:gridCol>
              </a:tblGrid>
              <a:tr h="408573">
                <a:tc>
                  <a:txBody>
                    <a:bodyPr/>
                    <a:lstStyle/>
                    <a:p>
                      <a:pPr algn="ctr"/>
                      <a:r>
                        <a:rPr lang="en" altLang="en-US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input</a:t>
                      </a:r>
                      <a:endParaRPr lang="e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956737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==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2000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yes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663508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==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year%100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==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1900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40143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==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year%100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1904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yes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22555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!=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2002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23361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Determining leap years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50E608-762A-4FED-8017-F6B67B1E9242}"/>
              </a:ext>
            </a:extLst>
          </p:cNvPr>
          <p:cNvSpPr/>
          <p:nvPr/>
        </p:nvSpPr>
        <p:spPr>
          <a:xfrm>
            <a:off x="3048319" y="2438428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zh-CN" alt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2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35E75EB-5EFD-4019-99E1-301B16240FF7}"/>
              </a:ext>
            </a:extLst>
          </p:cNvPr>
          <p:cNvSpPr txBox="1"/>
          <p:nvPr/>
        </p:nvSpPr>
        <p:spPr>
          <a:xfrm>
            <a:off x="6228324" y="1486111"/>
            <a:ext cx="4871476" cy="4463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structure of nested conditional statements: There is also </a:t>
            </a: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the branch of </a:t>
            </a: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endParaRPr lang="zh-CN" altLang="zh-CN" dirty="0">
              <a:solidFill>
                <a:srgbClr val="006699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syntax requirements for nested </a:t>
            </a: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are exactly the same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nlimited levels of nesting are allowed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zh-CN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always pairs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with the nearest </a:t>
            </a:r>
            <a:r>
              <a:rPr lang="en" altLang="en-US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endParaRPr lang="zh-CN" altLang="zh-CN" dirty="0">
              <a:solidFill>
                <a:srgbClr val="006699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you want to change the pairing, you can add curly braces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inside curly braces cannot be paired with those outside 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Indentation is usually used for statements after </a:t>
            </a: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improve readability.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C3BA869-D015-42B2-9825-661D1347762F}"/>
              </a:ext>
            </a:extLst>
          </p:cNvPr>
          <p:cNvSpPr txBox="1">
            <a:spLocks/>
          </p:cNvSpPr>
          <p:nvPr/>
        </p:nvSpPr>
        <p:spPr>
          <a:xfrm>
            <a:off x="390273" y="1523748"/>
            <a:ext cx="27085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3;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895057EE-DBCA-4631-993C-B96C69CD4017}"/>
              </a:ext>
            </a:extLst>
          </p:cNvPr>
          <p:cNvSpPr txBox="1">
            <a:spLocks/>
          </p:cNvSpPr>
          <p:nvPr/>
        </p:nvSpPr>
        <p:spPr>
          <a:xfrm>
            <a:off x="3231124" y="1486111"/>
            <a:ext cx="28648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3;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r>
              <a:rPr lang="en" altLang="en-US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5;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AC2677-94D5-4E16-B18E-013534F0E14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163879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799259" y="1179092"/>
            <a:ext cx="5092554" cy="264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  <a:endParaRPr lang="en-US" altLang="zh-CN" sz="1400" dirty="0">
              <a:solidFill>
                <a:srgbClr val="006699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(a%3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(a%5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 a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</a:t>
            </a:r>
            <a:r>
              <a:rPr lang="en" altLang="en-US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is a multiple of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15"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 a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</a:t>
            </a:r>
            <a:r>
              <a:rPr lang="en" altLang="en-US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is a multiple of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3 </a:t>
            </a:r>
            <a:r>
              <a:rPr lang="en" altLang="en-US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but not a multiple of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5"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DDCD9B-6717-4189-9FDE-594D47BEA958}"/>
              </a:ext>
            </a:extLst>
          </p:cNvPr>
          <p:cNvSpPr txBox="1"/>
          <p:nvPr/>
        </p:nvSpPr>
        <p:spPr>
          <a:xfrm>
            <a:off x="799257" y="3987474"/>
            <a:ext cx="5083929" cy="264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  <a:endParaRPr lang="en-US" altLang="zh-CN" sz="1400" dirty="0">
              <a:solidFill>
                <a:srgbClr val="006699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(a%3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0){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(a%5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=0)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 a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</a:t>
            </a:r>
            <a:r>
              <a:rPr lang="en" altLang="en-US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is a multiple of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15"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 a 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</a:t>
            </a:r>
            <a:r>
              <a:rPr lang="en" altLang="en-US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Not a multiple of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3"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1851B3A-9873-4B4B-8A46-97D948ECBC0E}"/>
              </a:ext>
            </a:extLst>
          </p:cNvPr>
          <p:cNvCxnSpPr>
            <a:cxnSpLocks/>
          </p:cNvCxnSpPr>
          <p:nvPr/>
        </p:nvCxnSpPr>
        <p:spPr>
          <a:xfrm flipV="1">
            <a:off x="946273" y="2418426"/>
            <a:ext cx="310719" cy="2392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8930B09-D9AA-4645-A477-5D8ED15E0B36}"/>
              </a:ext>
            </a:extLst>
          </p:cNvPr>
          <p:cNvSpPr txBox="1"/>
          <p:nvPr/>
        </p:nvSpPr>
        <p:spPr>
          <a:xfrm>
            <a:off x="520145" y="2560466"/>
            <a:ext cx="53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pair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AFEB4E0-ECCE-4DF5-90CB-68BA3EF4838E}"/>
              </a:ext>
            </a:extLst>
          </p:cNvPr>
          <p:cNvCxnSpPr>
            <a:cxnSpLocks/>
          </p:cNvCxnSpPr>
          <p:nvPr/>
        </p:nvCxnSpPr>
        <p:spPr>
          <a:xfrm>
            <a:off x="946273" y="2744236"/>
            <a:ext cx="310719" cy="2128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46B5816-AE24-46C6-A058-11899CEBCC6C}"/>
              </a:ext>
            </a:extLst>
          </p:cNvPr>
          <p:cNvSpPr/>
          <p:nvPr/>
        </p:nvSpPr>
        <p:spPr>
          <a:xfrm>
            <a:off x="2244094" y="4702761"/>
            <a:ext cx="213064" cy="3195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1A081F-0742-4D60-8B06-16D537E7170E}"/>
              </a:ext>
            </a:extLst>
          </p:cNvPr>
          <p:cNvSpPr/>
          <p:nvPr/>
        </p:nvSpPr>
        <p:spPr>
          <a:xfrm>
            <a:off x="830863" y="5654153"/>
            <a:ext cx="213064" cy="3195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1F8276-42E0-4056-8167-3EF240728FF0}"/>
              </a:ext>
            </a:extLst>
          </p:cNvPr>
          <p:cNvSpPr txBox="1"/>
          <p:nvPr/>
        </p:nvSpPr>
        <p:spPr>
          <a:xfrm>
            <a:off x="2815205" y="4888304"/>
            <a:ext cx="1599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Curly braces change the pairing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EC39922-D470-47DD-B67E-9BD72A80C38C}"/>
              </a:ext>
            </a:extLst>
          </p:cNvPr>
          <p:cNvCxnSpPr>
            <a:cxnSpLocks/>
          </p:cNvCxnSpPr>
          <p:nvPr/>
        </p:nvCxnSpPr>
        <p:spPr>
          <a:xfrm flipH="1" flipV="1">
            <a:off x="2457158" y="4938713"/>
            <a:ext cx="358047" cy="180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FAE8413-2E56-41DB-95D8-7589F750CB7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075534" y="5119137"/>
            <a:ext cx="1739671" cy="5788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B4F69CE-1887-4DB8-B5B8-D7FC111A8A30}"/>
              </a:ext>
            </a:extLst>
          </p:cNvPr>
          <p:cNvSpPr txBox="1"/>
          <p:nvPr/>
        </p:nvSpPr>
        <p:spPr>
          <a:xfrm>
            <a:off x="146702" y="5364989"/>
            <a:ext cx="53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pair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3C94F15-5A63-42CD-A738-0BF84B67BDC4}"/>
              </a:ext>
            </a:extLst>
          </p:cNvPr>
          <p:cNvCxnSpPr>
            <a:cxnSpLocks/>
          </p:cNvCxnSpPr>
          <p:nvPr/>
        </p:nvCxnSpPr>
        <p:spPr>
          <a:xfrm flipV="1">
            <a:off x="556418" y="4938713"/>
            <a:ext cx="335757" cy="526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351E072-F6C6-4D9D-9D8B-B74F1793BF22}"/>
              </a:ext>
            </a:extLst>
          </p:cNvPr>
          <p:cNvCxnSpPr>
            <a:cxnSpLocks/>
          </p:cNvCxnSpPr>
          <p:nvPr/>
        </p:nvCxnSpPr>
        <p:spPr>
          <a:xfrm>
            <a:off x="556418" y="5555456"/>
            <a:ext cx="335757" cy="557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CE1BD395-7464-4F4E-8FD7-46ED064BCA5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-if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pairing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461BEA-1310-97E5-4437-EB34D5BA233E}"/>
              </a:ext>
            </a:extLst>
          </p:cNvPr>
          <p:cNvSpPr txBox="1"/>
          <p:nvPr/>
        </p:nvSpPr>
        <p:spPr>
          <a:xfrm>
            <a:off x="6241232" y="1486111"/>
            <a:ext cx="4875233" cy="4463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structure of nested conditional statements: There is also </a:t>
            </a: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the branch of </a:t>
            </a: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endParaRPr lang="zh-CN" altLang="zh-CN" dirty="0">
              <a:solidFill>
                <a:srgbClr val="006699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syntax requirements for nested </a:t>
            </a: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are exactly the same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nlimited levels of nesting are allowed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zh-CN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always pairs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with the nearest </a:t>
            </a:r>
            <a:r>
              <a:rPr lang="en" altLang="en-US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endParaRPr lang="zh-CN" altLang="zh-CN" dirty="0">
              <a:solidFill>
                <a:srgbClr val="006699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you want to change the pairing, you can add curly braces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inside curly braces cannot be paired with those outside 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Indentation is usually used for statements after </a:t>
            </a:r>
            <a:r>
              <a:rPr lang="en" altLang="zh-CN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improve readability.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4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 animBg="1"/>
      <p:bldP spid="16" grpId="0" animBg="1"/>
      <p:bldP spid="1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3">
            <a:extLst>
              <a:ext uri="{FF2B5EF4-FFF2-40B4-BE49-F238E27FC236}">
                <a16:creationId xmlns:a16="http://schemas.microsoft.com/office/drawing/2014/main" id="{8A6C83F9-F3D5-4A02-AEB0-357F61A65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175564"/>
              </p:ext>
            </p:extLst>
          </p:nvPr>
        </p:nvGraphicFramePr>
        <p:xfrm>
          <a:off x="8533488" y="2364969"/>
          <a:ext cx="3238981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253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915659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1714069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input</a:t>
                      </a:r>
                      <a:endParaRPr lang="e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519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324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417881"/>
                  </a:ext>
                </a:extLst>
              </a:tr>
            </a:tbl>
          </a:graphicData>
        </a:graphic>
      </p:graphicFrame>
      <p:graphicFrame>
        <p:nvGraphicFramePr>
          <p:cNvPr id="29" name="表格 3">
            <a:extLst>
              <a:ext uri="{FF2B5EF4-FFF2-40B4-BE49-F238E27FC236}">
                <a16:creationId xmlns:a16="http://schemas.microsoft.com/office/drawing/2014/main" id="{A95AA777-D4C6-437C-BBA7-BA4DC2CF3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473004"/>
              </p:ext>
            </p:extLst>
          </p:nvPr>
        </p:nvGraphicFramePr>
        <p:xfrm>
          <a:off x="8532576" y="2364969"/>
          <a:ext cx="3238981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424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79680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1830750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input</a:t>
                      </a:r>
                      <a:endParaRPr lang="e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2 1 3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3 3 2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is 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04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is 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4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All three numbers are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04176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2833755" y="1904789"/>
            <a:ext cx="2812259" cy="1335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(a&gt;b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a&gt;c)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(b&gt;a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b&gt;c)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(c&gt;a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c&gt;b)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  <a:endParaRPr lang="zh-CN" altLang="en-US" sz="1100" dirty="0">
              <a:solidFill>
                <a:prstClr val="black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DDCD9B-6717-4189-9FDE-594D47BEA958}"/>
              </a:ext>
            </a:extLst>
          </p:cNvPr>
          <p:cNvSpPr txBox="1"/>
          <p:nvPr/>
        </p:nvSpPr>
        <p:spPr>
          <a:xfrm>
            <a:off x="2832843" y="3697364"/>
            <a:ext cx="2884974" cy="2097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// </a:t>
            </a:r>
            <a:r>
              <a:rPr lang="en" altLang="en-US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Revision </a:t>
            </a: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B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// </a:t>
            </a:r>
            <a:r>
              <a:rPr lang="en" altLang="en-US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Each branch considers equality situations</a:t>
            </a:r>
            <a:endParaRPr lang="en-US" altLang="zh-CN" sz="1100" dirty="0">
              <a:solidFill>
                <a:srgbClr val="008200"/>
              </a:solidFill>
              <a:latin typeface="JetBrains Mono" panose="020B0509020102050004" pitchFamily="49" charset="77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(b&gt;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(c&gt;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  <a:endParaRPr lang="zh-CN" altLang="en-US" sz="1100" dirty="0">
              <a:solidFill>
                <a:srgbClr val="FF0000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762FCF-F59C-4AB0-9879-D1231D07CDE5}"/>
              </a:ext>
            </a:extLst>
          </p:cNvPr>
          <p:cNvSpPr txBox="1"/>
          <p:nvPr/>
        </p:nvSpPr>
        <p:spPr>
          <a:xfrm>
            <a:off x="5708283" y="1340471"/>
            <a:ext cx="265817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What went wrong?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DEEA64-85F0-475B-AF82-77BDEEA42804}"/>
              </a:ext>
            </a:extLst>
          </p:cNvPr>
          <p:cNvSpPr txBox="1"/>
          <p:nvPr/>
        </p:nvSpPr>
        <p:spPr>
          <a:xfrm>
            <a:off x="5708283" y="3694690"/>
            <a:ext cx="2884974" cy="184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// </a:t>
            </a:r>
            <a:r>
              <a:rPr lang="en-US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Revision </a:t>
            </a: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C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// </a:t>
            </a:r>
            <a:r>
              <a:rPr lang="en" altLang="en-US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Joining the two revisions</a:t>
            </a:r>
            <a:endParaRPr lang="en-US" altLang="zh-CN" sz="1100" dirty="0">
              <a:solidFill>
                <a:srgbClr val="008200"/>
              </a:solidFill>
              <a:latin typeface="JetBrains Mono" panose="020B0509020102050004" pitchFamily="49" charset="77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(b&gt;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b&gt;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B05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zh-CN" sz="1100" dirty="0" err="1">
                <a:solidFill>
                  <a:srgbClr val="00B05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srgbClr val="00B05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srgbClr val="00B05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B05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  <a:endParaRPr lang="zh-CN" altLang="en-US" sz="1100" dirty="0">
              <a:solidFill>
                <a:srgbClr val="00B050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009F5-DDDF-4F3E-9C3D-19B0839BB766}"/>
              </a:ext>
            </a:extLst>
          </p:cNvPr>
          <p:cNvSpPr txBox="1"/>
          <p:nvPr/>
        </p:nvSpPr>
        <p:spPr>
          <a:xfrm>
            <a:off x="149556" y="3691021"/>
            <a:ext cx="2806381" cy="201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// </a:t>
            </a:r>
            <a:r>
              <a:rPr lang="en-US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Revision </a:t>
            </a: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A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// </a:t>
            </a:r>
            <a:r>
              <a:rPr lang="en" altLang="en-US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Change the last </a:t>
            </a:r>
            <a:r>
              <a:rPr lang="en" altLang="zh-CN" sz="1100" dirty="0">
                <a:solidFill>
                  <a:srgbClr val="008200"/>
                </a:solidFill>
                <a:latin typeface="JetBrains Mono" panose="020B0509020102050004" pitchFamily="49" charset="77"/>
              </a:rPr>
              <a:t>else-if to else</a:t>
            </a:r>
            <a:endParaRPr lang="en-US" altLang="zh-CN" sz="1200" dirty="0">
              <a:solidFill>
                <a:srgbClr val="008200"/>
              </a:solidFill>
              <a:latin typeface="JetBrains Mono" panose="020B0509020102050004" pitchFamily="49" charset="77"/>
            </a:endParaRPr>
          </a:p>
          <a:p>
            <a:pPr defTabSz="914400"/>
            <a:r>
              <a:rPr lang="en" altLang="zh-CN" sz="11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(a&gt;b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a&gt;c)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(b&gt;a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b&gt;c)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en-US" altLang="zh-CN" sz="1200" dirty="0">
              <a:solidFill>
                <a:prstClr val="black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70A928-30E2-472E-8D40-11005315FF69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the largest of three numbers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8C088F-D247-4961-B039-7EEB00CE0FB2}"/>
              </a:ext>
            </a:extLst>
          </p:cNvPr>
          <p:cNvSpPr/>
          <p:nvPr/>
        </p:nvSpPr>
        <p:spPr>
          <a:xfrm>
            <a:off x="5708284" y="1720640"/>
            <a:ext cx="2345780" cy="886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three logical branches do not add up to the whole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Missing the case where two numbers are equal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56BB75-3A2C-47B2-BE7D-83E98A79D323}"/>
              </a:ext>
            </a:extLst>
          </p:cNvPr>
          <p:cNvSpPr/>
          <p:nvPr/>
        </p:nvSpPr>
        <p:spPr>
          <a:xfrm>
            <a:off x="146942" y="5851121"/>
            <a:ext cx="1657313" cy="426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AU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ailed case</a:t>
            </a:r>
            <a:r>
              <a:rPr lang="en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3 3 2</a:t>
            </a:r>
            <a:endParaRPr lang="zh-CN" altLang="en-US" sz="16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7A7E70-3E12-4BF8-9EAD-4E241F8342EB}"/>
              </a:ext>
            </a:extLst>
          </p:cNvPr>
          <p:cNvSpPr/>
          <p:nvPr/>
        </p:nvSpPr>
        <p:spPr>
          <a:xfrm>
            <a:off x="2832843" y="5830283"/>
            <a:ext cx="856581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dirty="0">
                <a:solidFill>
                  <a:srgbClr val="00CC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correct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1C3C4D-CCF1-4517-8012-B7E5CCFEB566}"/>
              </a:ext>
            </a:extLst>
          </p:cNvPr>
          <p:cNvSpPr/>
          <p:nvPr/>
        </p:nvSpPr>
        <p:spPr>
          <a:xfrm>
            <a:off x="5646014" y="5825479"/>
            <a:ext cx="781561" cy="426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sz="1600" dirty="0">
                <a:solidFill>
                  <a:srgbClr val="00CC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correct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8AB53D-9661-4594-8F1D-BAD39821A3BB}"/>
              </a:ext>
            </a:extLst>
          </p:cNvPr>
          <p:cNvSpPr txBox="1"/>
          <p:nvPr/>
        </p:nvSpPr>
        <p:spPr>
          <a:xfrm>
            <a:off x="114092" y="2271128"/>
            <a:ext cx="2553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Compare each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with other two: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defTabSz="914400"/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If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 greater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than other two, output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;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defTabSz="914400"/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If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greater than other two, output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;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defTabSz="914400"/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If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greater than other two, output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FCE9B9-13F1-42E2-9E72-958170BDB44C}"/>
              </a:ext>
            </a:extLst>
          </p:cNvPr>
          <p:cNvSpPr txBox="1"/>
          <p:nvPr/>
        </p:nvSpPr>
        <p:spPr>
          <a:xfrm>
            <a:off x="204637" y="1346811"/>
            <a:ext cx="2532679" cy="95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just" defTabSz="914400">
              <a:lnSpc>
                <a:spcPct val="90000"/>
              </a:lnSpc>
              <a:spcBef>
                <a:spcPts val="1000"/>
              </a:spcBef>
              <a:defRPr sz="16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>
                <a:latin typeface="Aptos Display" panose="020B0004020202020204" pitchFamily="34" charset="0"/>
              </a:rPr>
              <a:t>Input</a:t>
            </a:r>
            <a:r>
              <a:rPr lang="en" altLang="en-US" dirty="0">
                <a:latin typeface="Aptos Display" panose="020B0004020202020204" pitchFamily="34" charset="0"/>
              </a:rPr>
              <a:t> three integers </a:t>
            </a:r>
            <a:r>
              <a:rPr lang="en" altLang="zh-CN" dirty="0">
                <a:latin typeface="Aptos Display" panose="020B0004020202020204" pitchFamily="34" charset="0"/>
              </a:rPr>
              <a:t>a</a:t>
            </a:r>
            <a:r>
              <a:rPr lang="en" altLang="en-US" dirty="0">
                <a:latin typeface="Aptos Display" panose="020B0004020202020204" pitchFamily="34" charset="0"/>
              </a:rPr>
              <a:t>, </a:t>
            </a:r>
            <a:r>
              <a:rPr lang="en" altLang="zh-CN" dirty="0">
                <a:latin typeface="Aptos Display" panose="020B0004020202020204" pitchFamily="34" charset="0"/>
              </a:rPr>
              <a:t>b</a:t>
            </a:r>
            <a:r>
              <a:rPr lang="en" altLang="en-US" dirty="0">
                <a:latin typeface="Aptos Display" panose="020B0004020202020204" pitchFamily="34" charset="0"/>
              </a:rPr>
              <a:t>, </a:t>
            </a:r>
            <a:r>
              <a:rPr lang="en" altLang="zh-CN" dirty="0">
                <a:latin typeface="Aptos Display" panose="020B0004020202020204" pitchFamily="34" charset="0"/>
              </a:rPr>
              <a:t>c</a:t>
            </a:r>
          </a:p>
          <a:p>
            <a:pPr>
              <a:lnSpc>
                <a:spcPct val="100000"/>
              </a:lnSpc>
            </a:pPr>
            <a:r>
              <a:rPr lang="en" altLang="en-US" dirty="0">
                <a:latin typeface="Aptos Display" panose="020B0004020202020204" pitchFamily="34" charset="0"/>
              </a:rPr>
              <a:t>Output the largest number among them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F0D443-9DDD-4354-9C92-49DB9D45013F}"/>
              </a:ext>
            </a:extLst>
          </p:cNvPr>
          <p:cNvSpPr txBox="1"/>
          <p:nvPr/>
        </p:nvSpPr>
        <p:spPr>
          <a:xfrm>
            <a:off x="146942" y="5355270"/>
            <a:ext cx="2553664" cy="31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zh-CN" sz="1100" dirty="0" err="1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srgbClr val="FF000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593448-E436-42DF-8AEE-B77BD78661D2}"/>
              </a:ext>
            </a:extLst>
          </p:cNvPr>
          <p:cNvSpPr txBox="1"/>
          <p:nvPr/>
        </p:nvSpPr>
        <p:spPr>
          <a:xfrm>
            <a:off x="2833755" y="1379786"/>
            <a:ext cx="2553664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just" defTabSz="914400">
              <a:lnSpc>
                <a:spcPct val="90000"/>
              </a:lnSpc>
              <a:spcBef>
                <a:spcPts val="1000"/>
              </a:spcBef>
              <a:defRPr sz="16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</a:rPr>
              <a:t>// </a:t>
            </a:r>
            <a:r>
              <a:rPr lang="en" altLang="en-US" sz="1400" dirty="0">
                <a:solidFill>
                  <a:srgbClr val="FF0000"/>
                </a:solidFill>
                <a:latin typeface="JetBrains Mono" panose="020B0509020102050004" pitchFamily="49" charset="77"/>
              </a:rPr>
              <a:t>Error example</a:t>
            </a:r>
            <a:endParaRPr lang="en-US" altLang="zh-CN" sz="1400" dirty="0">
              <a:solidFill>
                <a:srgbClr val="FF0000"/>
              </a:solidFill>
              <a:latin typeface="JetBrains Mono" panose="020B0509020102050004" pitchFamily="49" charset="77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AA7C6E-E688-455E-ACAC-C99F30E4BBF0}"/>
              </a:ext>
            </a:extLst>
          </p:cNvPr>
          <p:cNvSpPr/>
          <p:nvPr/>
        </p:nvSpPr>
        <p:spPr>
          <a:xfrm>
            <a:off x="4512108" y="1640543"/>
            <a:ext cx="1133906" cy="72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Input: </a:t>
            </a:r>
            <a:r>
              <a:rPr lang="en" altLang="zh-CN" sz="12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2 2 3</a:t>
            </a: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See what will be output?</a:t>
            </a:r>
            <a:endParaRPr lang="en-US" altLang="zh-CN" sz="1200" kern="1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58CC1B-65FA-4BCF-B44C-3A2A2E0AC1B8}"/>
              </a:ext>
            </a:extLst>
          </p:cNvPr>
          <p:cNvSpPr txBox="1"/>
          <p:nvPr/>
        </p:nvSpPr>
        <p:spPr>
          <a:xfrm>
            <a:off x="8436797" y="1340471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496203-5057-4652-8D82-F92EB5797D81}"/>
              </a:ext>
            </a:extLst>
          </p:cNvPr>
          <p:cNvSpPr txBox="1"/>
          <p:nvPr/>
        </p:nvSpPr>
        <p:spPr>
          <a:xfrm>
            <a:off x="8436797" y="1666018"/>
            <a:ext cx="3334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Count, how many logical branches are there?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Prepare a test case for each branch</a:t>
            </a:r>
            <a:endParaRPr lang="zh-CN" altLang="en-US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069B6C-DD45-481B-9BBA-E041AAAC0699}"/>
              </a:ext>
            </a:extLst>
          </p:cNvPr>
          <p:cNvSpPr/>
          <p:nvPr/>
        </p:nvSpPr>
        <p:spPr>
          <a:xfrm>
            <a:off x="11356059" y="1627790"/>
            <a:ext cx="4154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7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65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5" grpId="0"/>
      <p:bldP spid="6" grpId="0"/>
      <p:bldP spid="7" grpId="0"/>
      <p:bldP spid="12" grpId="0"/>
      <p:bldP spid="16" grpId="0"/>
      <p:bldP spid="17" grpId="0"/>
      <p:bldP spid="18" grpId="0"/>
      <p:bldP spid="13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7799" y="2822216"/>
            <a:ext cx="2284249" cy="1725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c,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=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 maxn)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=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(c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 maxn)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=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 &lt;&lt; maxn;</a:t>
            </a:r>
            <a:endParaRPr lang="zh-CN" altLang="en-US" sz="1200" dirty="0">
              <a:solidFill>
                <a:prstClr val="black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8413A5-F60C-4FEC-9A6B-1402A06E450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the largest of three numbers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3F1AC2-A06B-47C1-B683-3B3DA3BF2FA9}"/>
              </a:ext>
            </a:extLst>
          </p:cNvPr>
          <p:cNvSpPr txBox="1"/>
          <p:nvPr/>
        </p:nvSpPr>
        <p:spPr>
          <a:xfrm>
            <a:off x="3055057" y="2812022"/>
            <a:ext cx="2284249" cy="1447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a) 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(c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a) 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  <a:endParaRPr lang="zh-CN" altLang="en-US" sz="1200" dirty="0">
              <a:solidFill>
                <a:prstClr val="black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338D40-F832-4471-A1A1-0F359FB6F50C}"/>
              </a:ext>
            </a:extLst>
          </p:cNvPr>
          <p:cNvSpPr txBox="1"/>
          <p:nvPr/>
        </p:nvSpPr>
        <p:spPr>
          <a:xfrm>
            <a:off x="678609" y="1400091"/>
            <a:ext cx="4451741" cy="896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This can be solved by changing the value of the variable: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Define a variable </a:t>
            </a:r>
            <a:r>
              <a:rPr lang="en" altLang="zh-CN" sz="1200" kern="100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maxn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as the largest of the three numbers, and then output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maxn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B894EC-1823-4CF3-8DEA-FEA464447023}"/>
              </a:ext>
            </a:extLst>
          </p:cNvPr>
          <p:cNvSpPr txBox="1"/>
          <p:nvPr/>
        </p:nvSpPr>
        <p:spPr>
          <a:xfrm>
            <a:off x="5740400" y="1309399"/>
            <a:ext cx="5816971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kern="100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dvantages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77C2A-788A-4436-B2B4-F98C2C1B3DB4}"/>
              </a:ext>
            </a:extLst>
          </p:cNvPr>
          <p:cNvSpPr/>
          <p:nvPr/>
        </p:nvSpPr>
        <p:spPr>
          <a:xfrm>
            <a:off x="5740400" y="1675597"/>
            <a:ext cx="6009235" cy="80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Reduce branch nesting and make the logic simple and clear</a:t>
            </a:r>
          </a:p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Take advantage of the feature of the question "It does not require distinguishing which variable is the largest, but only needs to output the largest value"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F3F1EB-5FD4-452B-90BE-7DC24CBBA3AD}"/>
              </a:ext>
            </a:extLst>
          </p:cNvPr>
          <p:cNvSpPr txBox="1"/>
          <p:nvPr/>
        </p:nvSpPr>
        <p:spPr>
          <a:xfrm>
            <a:off x="5740400" y="2509126"/>
            <a:ext cx="1208174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B40165-3ED8-46A4-B419-A37780BAC9D5}"/>
              </a:ext>
            </a:extLst>
          </p:cNvPr>
          <p:cNvSpPr txBox="1"/>
          <p:nvPr/>
        </p:nvSpPr>
        <p:spPr>
          <a:xfrm>
            <a:off x="5740400" y="2822216"/>
            <a:ext cx="5372682" cy="609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Count, how many logical branches are there?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Prepare a test case for each branch</a:t>
            </a:r>
            <a:endParaRPr lang="zh-CN" altLang="en-US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57B736-0408-4EA1-87E3-8201179FCF05}"/>
              </a:ext>
            </a:extLst>
          </p:cNvPr>
          <p:cNvSpPr/>
          <p:nvPr/>
        </p:nvSpPr>
        <p:spPr>
          <a:xfrm>
            <a:off x="9633917" y="2783547"/>
            <a:ext cx="4555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 </a:t>
            </a:r>
            <a:r>
              <a:rPr lang="en" altLang="zh-CN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7 </a:t>
            </a: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17" name="表格 3">
            <a:extLst>
              <a:ext uri="{FF2B5EF4-FFF2-40B4-BE49-F238E27FC236}">
                <a16:creationId xmlns:a16="http://schemas.microsoft.com/office/drawing/2014/main" id="{BB5AF028-C5E5-4D10-A4C2-18007EA1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90055"/>
              </p:ext>
            </p:extLst>
          </p:nvPr>
        </p:nvGraphicFramePr>
        <p:xfrm>
          <a:off x="5740400" y="3441700"/>
          <a:ext cx="5816972" cy="2900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072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143100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3287893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36144"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36144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36144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36144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2 1 3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432185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3 3 2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432185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is 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043058"/>
                  </a:ext>
                </a:extLst>
              </a:tr>
              <a:tr h="432185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is 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41456"/>
                  </a:ext>
                </a:extLst>
              </a:tr>
              <a:tr h="240103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All three numbers are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04176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EA71A14-633A-4D93-9054-FD976C1583F5}"/>
              </a:ext>
            </a:extLst>
          </p:cNvPr>
          <p:cNvSpPr txBox="1"/>
          <p:nvPr/>
        </p:nvSpPr>
        <p:spPr>
          <a:xfrm>
            <a:off x="678608" y="2234832"/>
            <a:ext cx="4306085" cy="619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You can also change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to the largest of the three numbers, and then output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75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D69A63-152F-4019-8DB6-3E2A85231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18" y="2416756"/>
            <a:ext cx="6437614" cy="302622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7256194" y="1472667"/>
            <a:ext cx="45575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a,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b,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 ;</a:t>
            </a:r>
          </a:p>
          <a:p>
            <a:pPr defTabSz="914400"/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  <a:p>
            <a:pPr defTabSz="914400"/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b;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b;</a:t>
            </a:r>
          </a:p>
          <a:p>
            <a:pPr defTabSz="914400"/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2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AEBD838-4BEE-4DB9-AD80-97C80FAD6C14}"/>
              </a:ext>
            </a:extLst>
          </p:cNvPr>
          <p:cNvSpPr txBox="1"/>
          <p:nvPr/>
        </p:nvSpPr>
        <p:spPr>
          <a:xfrm>
            <a:off x="678609" y="301567"/>
            <a:ext cx="115133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three numbers in descending order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83F9DB-42A3-46ED-A4A8-B6DA41976A4C}"/>
              </a:ext>
            </a:extLst>
          </p:cNvPr>
          <p:cNvSpPr/>
          <p:nvPr/>
        </p:nvSpPr>
        <p:spPr>
          <a:xfrm>
            <a:off x="4301811" y="5756917"/>
            <a:ext cx="12081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zh-CN" altLang="en-US" sz="1200" dirty="0">
              <a:latin typeface="Aptos Display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4C3890-FBC9-4DC7-9887-F3F9BAD30EDE}"/>
              </a:ext>
            </a:extLst>
          </p:cNvPr>
          <p:cNvSpPr txBox="1"/>
          <p:nvPr/>
        </p:nvSpPr>
        <p:spPr>
          <a:xfrm>
            <a:off x="378277" y="1971857"/>
            <a:ext cx="5494735" cy="619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Compare the three numbers in pairs, and output them according to comparison results.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DBBC80-632A-489C-9B6B-F8E72843C64D}"/>
              </a:ext>
            </a:extLst>
          </p:cNvPr>
          <p:cNvSpPr txBox="1"/>
          <p:nvPr/>
        </p:nvSpPr>
        <p:spPr>
          <a:xfrm>
            <a:off x="378278" y="1263572"/>
            <a:ext cx="5494735" cy="79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Input three integers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output these three numbers in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descending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order.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F56781-CD53-4EE3-A6B7-7D7ACC305B49}"/>
              </a:ext>
            </a:extLst>
          </p:cNvPr>
          <p:cNvSpPr txBox="1"/>
          <p:nvPr/>
        </p:nvSpPr>
        <p:spPr>
          <a:xfrm>
            <a:off x="468218" y="5442985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27C311-56E2-4FFD-93B2-25B965D618F3}"/>
              </a:ext>
            </a:extLst>
          </p:cNvPr>
          <p:cNvSpPr txBox="1"/>
          <p:nvPr/>
        </p:nvSpPr>
        <p:spPr>
          <a:xfrm>
            <a:off x="468218" y="5768531"/>
            <a:ext cx="5997318" cy="5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Count, how many logical branches are there?	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Prepare a test case for each branch</a:t>
            </a:r>
            <a:endParaRPr lang="zh-CN" altLang="en-US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808407-F11B-D35C-EFE3-75082B47B240}"/>
              </a:ext>
            </a:extLst>
          </p:cNvPr>
          <p:cNvSpPr txBox="1"/>
          <p:nvPr/>
        </p:nvSpPr>
        <p:spPr>
          <a:xfrm>
            <a:off x="3596913" y="2627633"/>
            <a:ext cx="504825" cy="246221"/>
          </a:xfrm>
          <a:prstGeom prst="rect">
            <a:avLst/>
          </a:prstGeom>
          <a:solidFill>
            <a:srgbClr val="CDE5FF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greater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than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b?</a:t>
            </a:r>
            <a:endParaRPr lang="en-AU" sz="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0DCFC3-0F13-7A8F-BF02-87EE0627FA04}"/>
              </a:ext>
            </a:extLst>
          </p:cNvPr>
          <p:cNvSpPr txBox="1"/>
          <p:nvPr/>
        </p:nvSpPr>
        <p:spPr>
          <a:xfrm>
            <a:off x="1693810" y="3440286"/>
            <a:ext cx="526879" cy="246221"/>
          </a:xfrm>
          <a:prstGeom prst="rect">
            <a:avLst/>
          </a:prstGeom>
          <a:solidFill>
            <a:srgbClr val="CDE5FF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b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greater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than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c?</a:t>
            </a:r>
            <a:endParaRPr lang="en-AU" sz="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992E9-E4F9-E316-5B3E-3714BF0B5BFD}"/>
              </a:ext>
            </a:extLst>
          </p:cNvPr>
          <p:cNvSpPr txBox="1"/>
          <p:nvPr/>
        </p:nvSpPr>
        <p:spPr>
          <a:xfrm>
            <a:off x="2525479" y="4245830"/>
            <a:ext cx="526879" cy="246221"/>
          </a:xfrm>
          <a:prstGeom prst="rect">
            <a:avLst/>
          </a:prstGeom>
          <a:solidFill>
            <a:srgbClr val="CDE5FF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greater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than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c?</a:t>
            </a:r>
            <a:endParaRPr lang="en-AU" sz="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1AF7E5-B125-F86E-8F13-CA737C0FCEBE}"/>
              </a:ext>
            </a:extLst>
          </p:cNvPr>
          <p:cNvSpPr txBox="1"/>
          <p:nvPr/>
        </p:nvSpPr>
        <p:spPr>
          <a:xfrm>
            <a:off x="5425433" y="3443394"/>
            <a:ext cx="526879" cy="246221"/>
          </a:xfrm>
          <a:prstGeom prst="rect">
            <a:avLst/>
          </a:prstGeom>
          <a:solidFill>
            <a:srgbClr val="CDE5FF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b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greater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than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c?</a:t>
            </a:r>
            <a:endParaRPr lang="en-AU" sz="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1B133-C2FB-03F7-1876-6C04E492FE33}"/>
              </a:ext>
            </a:extLst>
          </p:cNvPr>
          <p:cNvSpPr txBox="1"/>
          <p:nvPr/>
        </p:nvSpPr>
        <p:spPr>
          <a:xfrm>
            <a:off x="4715655" y="4245829"/>
            <a:ext cx="526879" cy="246221"/>
          </a:xfrm>
          <a:prstGeom prst="rect">
            <a:avLst/>
          </a:prstGeom>
          <a:solidFill>
            <a:srgbClr val="CDE5FF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greater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than</a:t>
            </a:r>
            <a:r>
              <a:rPr lang="zh-CN" altLang="en-US" sz="8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ptos Display" panose="020B0004020202020204" pitchFamily="34" charset="0"/>
              </a:rPr>
              <a:t>c?</a:t>
            </a:r>
            <a:endParaRPr lang="en-AU" sz="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5FFDD2-32FC-0ADA-0387-F6ACC66EC1EC}"/>
              </a:ext>
            </a:extLst>
          </p:cNvPr>
          <p:cNvSpPr txBox="1"/>
          <p:nvPr/>
        </p:nvSpPr>
        <p:spPr>
          <a:xfrm>
            <a:off x="2841398" y="3112450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F80E7F-1B19-143C-8E03-89CAB8B394AB}"/>
              </a:ext>
            </a:extLst>
          </p:cNvPr>
          <p:cNvSpPr txBox="1"/>
          <p:nvPr/>
        </p:nvSpPr>
        <p:spPr>
          <a:xfrm>
            <a:off x="4701880" y="3107202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280A2-2969-216E-6CA8-CFDBAA203DE9}"/>
              </a:ext>
            </a:extLst>
          </p:cNvPr>
          <p:cNvSpPr txBox="1"/>
          <p:nvPr/>
        </p:nvSpPr>
        <p:spPr>
          <a:xfrm>
            <a:off x="1391418" y="3935412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EA3B5-8EFA-42F8-3CD9-66F4A1CFC9B6}"/>
              </a:ext>
            </a:extLst>
          </p:cNvPr>
          <p:cNvSpPr txBox="1"/>
          <p:nvPr/>
        </p:nvSpPr>
        <p:spPr>
          <a:xfrm>
            <a:off x="2375487" y="4693060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60B82F-DDE0-3582-0F47-BE51CDF35466}"/>
              </a:ext>
            </a:extLst>
          </p:cNvPr>
          <p:cNvSpPr txBox="1"/>
          <p:nvPr/>
        </p:nvSpPr>
        <p:spPr>
          <a:xfrm>
            <a:off x="5292867" y="3909287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C97EF6-176C-588D-F238-3DA81B869BBD}"/>
              </a:ext>
            </a:extLst>
          </p:cNvPr>
          <p:cNvSpPr txBox="1"/>
          <p:nvPr/>
        </p:nvSpPr>
        <p:spPr>
          <a:xfrm>
            <a:off x="4604886" y="4675643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EEC239-71DB-8EC7-03D2-85D7B9A06CA4}"/>
              </a:ext>
            </a:extLst>
          </p:cNvPr>
          <p:cNvSpPr txBox="1"/>
          <p:nvPr/>
        </p:nvSpPr>
        <p:spPr>
          <a:xfrm>
            <a:off x="2328788" y="3930166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229988-1E9F-5B72-6BB8-AA308E5EE4E2}"/>
              </a:ext>
            </a:extLst>
          </p:cNvPr>
          <p:cNvSpPr txBox="1"/>
          <p:nvPr/>
        </p:nvSpPr>
        <p:spPr>
          <a:xfrm>
            <a:off x="5968976" y="3904044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CF1898-23A6-5AC8-DD19-4FB75FC909B5}"/>
              </a:ext>
            </a:extLst>
          </p:cNvPr>
          <p:cNvSpPr txBox="1"/>
          <p:nvPr/>
        </p:nvSpPr>
        <p:spPr>
          <a:xfrm>
            <a:off x="5289714" y="4661686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22C12-A14E-03A5-AB00-95984D2BA1D6}"/>
              </a:ext>
            </a:extLst>
          </p:cNvPr>
          <p:cNvSpPr txBox="1"/>
          <p:nvPr/>
        </p:nvSpPr>
        <p:spPr>
          <a:xfrm>
            <a:off x="3008060" y="4679109"/>
            <a:ext cx="157656" cy="12311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800" dirty="0">
                <a:solidFill>
                  <a:schemeClr val="bg1"/>
                </a:solidFill>
                <a:latin typeface="Aptos Display" panose="020B0004020202020204" pitchFamily="34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05293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7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8608" y="2283838"/>
            <a:ext cx="38672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a,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temp;</a:t>
            </a:r>
          </a:p>
          <a:p>
            <a:pPr defTabSz="914400"/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  <a:p>
            <a:pPr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b){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temp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temp;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c){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temp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c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temp;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c){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temp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c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temp;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577FD6-BC9E-4D01-8F9A-A65A15262712}"/>
              </a:ext>
            </a:extLst>
          </p:cNvPr>
          <p:cNvSpPr txBox="1"/>
          <p:nvPr/>
        </p:nvSpPr>
        <p:spPr>
          <a:xfrm>
            <a:off x="3344092" y="2283838"/>
            <a:ext cx="3867266" cy="296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a,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temp;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swap(a,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b);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swap(a,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swap(b,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c);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“,”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102DA5-8D97-40E3-9E1C-F49BABC8FF0B}"/>
              </a:ext>
            </a:extLst>
          </p:cNvPr>
          <p:cNvSpPr txBox="1"/>
          <p:nvPr/>
        </p:nvSpPr>
        <p:spPr>
          <a:xfrm>
            <a:off x="678609" y="301567"/>
            <a:ext cx="11188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three numbers in descending order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111927-CC87-40B7-AD2C-3E7B22D5EB47}"/>
              </a:ext>
            </a:extLst>
          </p:cNvPr>
          <p:cNvSpPr txBox="1"/>
          <p:nvPr/>
        </p:nvSpPr>
        <p:spPr>
          <a:xfrm>
            <a:off x="678609" y="1400091"/>
            <a:ext cx="6021747" cy="896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This can also be solved by changing the value of the variable: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Change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to the largest of the three numbers, change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to the smallest of the three numbers, and then output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 in sequence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C3F236-DCF8-4A6A-8997-9F8002CA4EDC}"/>
              </a:ext>
            </a:extLst>
          </p:cNvPr>
          <p:cNvSpPr txBox="1"/>
          <p:nvPr/>
        </p:nvSpPr>
        <p:spPr>
          <a:xfrm>
            <a:off x="7034388" y="1409095"/>
            <a:ext cx="4278880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Advantages</a:t>
            </a:r>
            <a:endParaRPr lang="en-US" altLang="zh-CN" sz="20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F6D115-E7D3-4797-A3D8-E324BCD39EC3}"/>
              </a:ext>
            </a:extLst>
          </p:cNvPr>
          <p:cNvSpPr/>
          <p:nvPr/>
        </p:nvSpPr>
        <p:spPr>
          <a:xfrm>
            <a:off x="7034388" y="1799733"/>
            <a:ext cx="4278880" cy="1108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Reduce branch nesting and make the logic simpler and clearer</a:t>
            </a:r>
          </a:p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Clarify the order of the final variable values and use the fact variable values can be assigned.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5F193F-F727-4686-AC5B-64D055579D9A}"/>
              </a:ext>
            </a:extLst>
          </p:cNvPr>
          <p:cNvSpPr txBox="1"/>
          <p:nvPr/>
        </p:nvSpPr>
        <p:spPr>
          <a:xfrm>
            <a:off x="7034388" y="3094214"/>
            <a:ext cx="1208174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</a:t>
            </a:r>
            <a:endParaRPr lang="en-US" altLang="zh-CN" sz="20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D58A82-CD15-4E46-A82D-D8955A9ED390}"/>
              </a:ext>
            </a:extLst>
          </p:cNvPr>
          <p:cNvSpPr txBox="1"/>
          <p:nvPr/>
        </p:nvSpPr>
        <p:spPr>
          <a:xfrm>
            <a:off x="7040384" y="3592299"/>
            <a:ext cx="4272884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Count, how many logical branches are there?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Prepare a test case for each branch</a:t>
            </a:r>
            <a:endParaRPr lang="zh-CN" altLang="en-US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5ED684-1E22-4B02-BBDB-BDC405B5509F}"/>
              </a:ext>
            </a:extLst>
          </p:cNvPr>
          <p:cNvSpPr/>
          <p:nvPr/>
        </p:nvSpPr>
        <p:spPr>
          <a:xfrm>
            <a:off x="10782102" y="3592299"/>
            <a:ext cx="4138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6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35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10" grpId="0"/>
      <p:bldP spid="11" grpId="0"/>
      <p:bldP spid="12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FDDAFC8-0CAA-452E-A2F2-19BB8BC3142F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Branches don’t cover all possibilities</a:t>
            </a:r>
            <a:endParaRPr lang="zh-CN" altLang="en-US" sz="4000" dirty="0">
              <a:latin typeface="Aptos Display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412CC9-1235-477A-B7A8-539082DC456A}"/>
              </a:ext>
            </a:extLst>
          </p:cNvPr>
          <p:cNvSpPr txBox="1"/>
          <p:nvPr/>
        </p:nvSpPr>
        <p:spPr>
          <a:xfrm>
            <a:off x="3419476" y="1432300"/>
            <a:ext cx="4653369" cy="329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There is a ‘lone’ </a:t>
            </a: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if in </a:t>
            </a:r>
            <a:r>
              <a:rPr lang="en" altLang="en-US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the nested </a:t>
            </a: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if-else</a:t>
            </a:r>
            <a:r>
              <a:rPr lang="en" altLang="en-US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, missing the </a:t>
            </a: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 err="1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&gt;&gt;</a:t>
            </a:r>
            <a:r>
              <a:rPr lang="zh-CN" altLang="en-US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  <a:endParaRPr lang="en-US" altLang="zh-CN" sz="1400" dirty="0">
              <a:solidFill>
                <a:srgbClr val="006699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(a%3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0){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(a%5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is multiple of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15"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Not multiple of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3"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E8D196-394C-4D79-A50A-B72AEC3F8856}"/>
              </a:ext>
            </a:extLst>
          </p:cNvPr>
          <p:cNvSpPr txBox="1"/>
          <p:nvPr/>
        </p:nvSpPr>
        <p:spPr>
          <a:xfrm>
            <a:off x="361951" y="1432300"/>
            <a:ext cx="3057526" cy="3292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A set of </a:t>
            </a: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if-else-if </a:t>
            </a:r>
            <a:r>
              <a:rPr lang="en" altLang="en-US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is missing the last </a:t>
            </a: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(a&gt;b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a&gt;c)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(b&gt;a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b&gt;c)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(c&gt;a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c&gt;b)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  <a:r>
              <a:rPr lang="zh-CN" altLang="en-US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prstClr val="black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c;</a:t>
            </a:r>
            <a:endParaRPr lang="zh-CN" altLang="en-US" sz="1400" dirty="0">
              <a:solidFill>
                <a:prstClr val="black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8E6170-B73C-4058-AD1D-04A12A9F3292}"/>
              </a:ext>
            </a:extLst>
          </p:cNvPr>
          <p:cNvSpPr txBox="1"/>
          <p:nvPr/>
        </p:nvSpPr>
        <p:spPr>
          <a:xfrm>
            <a:off x="8236411" y="1432300"/>
            <a:ext cx="3593638" cy="2965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//</a:t>
            </a:r>
            <a:r>
              <a:rPr lang="en" altLang="en-US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Multiple </a:t>
            </a: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ifs </a:t>
            </a:r>
            <a:r>
              <a:rPr lang="en" altLang="en-US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without </a:t>
            </a:r>
            <a:r>
              <a:rPr lang="en" altLang="zh-CN" sz="1400" dirty="0">
                <a:solidFill>
                  <a:srgbClr val="008200"/>
                </a:solidFill>
                <a:latin typeface="JetBrains Mono" panose="020B0509020102050004" pitchFamily="49" charset="77"/>
              </a:rPr>
              <a:t>elses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  <a:endParaRPr lang="zh-CN" altLang="zh-CN" sz="11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  <a:endParaRPr lang="zh-CN" altLang="zh-CN" sz="11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(a%4==0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a%400==0)</a:t>
            </a:r>
            <a:endParaRPr lang="zh-CN" altLang="zh-CN" sz="11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“Y”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1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(a%4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!=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0)</a:t>
            </a:r>
            <a:endParaRPr lang="zh-CN" altLang="zh-CN" sz="11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“N”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1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(a%100==0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a%400!=0)</a:t>
            </a:r>
            <a:endParaRPr lang="zh-CN" altLang="zh-CN" sz="11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“N”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32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5162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3075C6-7BC9-49DE-A8E0-FDD37C9A0550}"/>
              </a:ext>
            </a:extLst>
          </p:cNvPr>
          <p:cNvSpPr/>
          <p:nvPr/>
        </p:nvSpPr>
        <p:spPr>
          <a:xfrm>
            <a:off x="7718246" y="1263572"/>
            <a:ext cx="374985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(a%3==0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a%5==0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a%7==0){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"3 5 7"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(a%3==0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a%5==0)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"3 5"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(a%3==0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a%7==0)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"3 7"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(a%5==0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a%7==0)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"5 7"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(a%3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0)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"3"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(a%5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0)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"5"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(a%7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0)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"7"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en-US" altLang="zh-CN" sz="1400" dirty="0">
              <a:solidFill>
                <a:srgbClr val="006699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   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"n"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11799-BFA4-476E-AB01-02830AA10BB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Common mistakes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1D5103-D675-45F4-BBD9-D7FB55BCCA61}"/>
              </a:ext>
            </a:extLst>
          </p:cNvPr>
          <p:cNvSpPr/>
          <p:nvPr/>
        </p:nvSpPr>
        <p:spPr>
          <a:xfrm>
            <a:off x="6593666" y="3194536"/>
            <a:ext cx="9837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en-US" sz="1400" dirty="0">
                <a:solidFill>
                  <a:srgbClr val="FF0000"/>
                </a:solidFill>
                <a:latin typeface="Aptos Display" panose="020B0004020202020204" pitchFamily="34" charset="0"/>
              </a:rPr>
              <a:t>M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</a:rPr>
              <a:t>istakes the last else for a common else for all ifs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8647E60D-832A-4E1F-A64F-A799985CAC51}"/>
              </a:ext>
            </a:extLst>
          </p:cNvPr>
          <p:cNvSpPr/>
          <p:nvPr/>
        </p:nvSpPr>
        <p:spPr>
          <a:xfrm>
            <a:off x="7559707" y="3697668"/>
            <a:ext cx="504826" cy="138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EE134216-D1CB-4401-B428-F37D7CA751CB}"/>
              </a:ext>
            </a:extLst>
          </p:cNvPr>
          <p:cNvSpPr/>
          <p:nvPr/>
        </p:nvSpPr>
        <p:spPr>
          <a:xfrm>
            <a:off x="7937158" y="2451558"/>
            <a:ext cx="260546" cy="11185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AAA6B9C-90B0-462D-8F43-BAD223B1961C}"/>
              </a:ext>
            </a:extLst>
          </p:cNvPr>
          <p:cNvSpPr/>
          <p:nvPr/>
        </p:nvSpPr>
        <p:spPr>
          <a:xfrm rot="18268760">
            <a:off x="7458240" y="3277925"/>
            <a:ext cx="535695" cy="144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968ECC-5985-44C2-B349-38A324CE82D2}"/>
              </a:ext>
            </a:extLst>
          </p:cNvPr>
          <p:cNvSpPr/>
          <p:nvPr/>
        </p:nvSpPr>
        <p:spPr>
          <a:xfrm>
            <a:off x="6990184" y="4682010"/>
            <a:ext cx="9837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</a:rPr>
              <a:t>Mistakes the last else for a common else for all ifs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10C3E90-227C-488E-8284-66C1F719BA61}"/>
              </a:ext>
            </a:extLst>
          </p:cNvPr>
          <p:cNvSpPr/>
          <p:nvPr/>
        </p:nvSpPr>
        <p:spPr>
          <a:xfrm>
            <a:off x="7956225" y="5185142"/>
            <a:ext cx="504826" cy="138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3E6A6A76-9748-4685-80D1-1E9AEAFF269C}"/>
              </a:ext>
            </a:extLst>
          </p:cNvPr>
          <p:cNvSpPr/>
          <p:nvPr/>
        </p:nvSpPr>
        <p:spPr>
          <a:xfrm>
            <a:off x="8333676" y="3939032"/>
            <a:ext cx="260546" cy="11185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C74729A3-CBF8-4799-B10A-7F066CB5BF8F}"/>
              </a:ext>
            </a:extLst>
          </p:cNvPr>
          <p:cNvSpPr/>
          <p:nvPr/>
        </p:nvSpPr>
        <p:spPr>
          <a:xfrm rot="18268760">
            <a:off x="7854758" y="4765399"/>
            <a:ext cx="535695" cy="144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567AC1-0B2C-451E-90C5-D2A4C3CE8193}"/>
              </a:ext>
            </a:extLst>
          </p:cNvPr>
          <p:cNvSpPr txBox="1"/>
          <p:nvPr/>
        </p:nvSpPr>
        <p:spPr>
          <a:xfrm>
            <a:off x="378278" y="5057619"/>
            <a:ext cx="5494735" cy="70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Based on divisibility by </a:t>
            </a:r>
            <a:r>
              <a:rPr lang="en" altLang="zh-CN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by </a:t>
            </a:r>
            <a:r>
              <a:rPr lang="en" altLang="zh-CN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5</a:t>
            </a: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and by 7, </a:t>
            </a:r>
            <a:r>
              <a:rPr lang="en" altLang="zh-CN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there are 8 </a:t>
            </a: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scenarios in total.  Out results for each  scenario.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1BB390-677A-4E17-A572-CF9C11838757}"/>
              </a:ext>
            </a:extLst>
          </p:cNvPr>
          <p:cNvSpPr txBox="1"/>
          <p:nvPr/>
        </p:nvSpPr>
        <p:spPr>
          <a:xfrm>
            <a:off x="378278" y="1263572"/>
            <a:ext cx="5717722" cy="30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Given an integer, determine whether it is divisible by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3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5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or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7 , and output the following information: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1. It’s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divisible by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3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5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and 7 at the same time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(directly output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3 5 7, seprated by one space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);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2.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It’s divisible by two (output 2 numbers, smaller first, followed by the larger. For example: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3 5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or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3 7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or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5 7.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Separated by one space);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3.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It’s divisible by only one (output the divisor);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4. it’s not divisible by any. 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output the lowercase character “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n”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38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 animBg="1"/>
      <p:bldP spid="6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8A11799-BFA4-476E-AB01-02830AA10BB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Common mistakes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D95A97-2CB2-42E6-9529-4AE7D629CC69}"/>
              </a:ext>
            </a:extLst>
          </p:cNvPr>
          <p:cNvSpPr/>
          <p:nvPr/>
        </p:nvSpPr>
        <p:spPr>
          <a:xfrm>
            <a:off x="5579708" y="1722105"/>
            <a:ext cx="6398932" cy="2643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float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x;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x;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(0&lt;=x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x&lt;=5)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fixed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setprecision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(3)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-x+2.5;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(5&lt;=x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x&lt;=10)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fixed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setprecision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(3)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2-1.5*(x-3)*(x-3);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(10&lt;=x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x&lt;=20)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fixed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setprecision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(3)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x/2-1.5;</a:t>
            </a:r>
            <a:endParaRPr lang="zh-CN" altLang="zh-CN" sz="1400" dirty="0">
              <a:latin typeface="JetBrains Mono" panose="020B0509020102050004" pitchFamily="49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318801-2199-49BA-BCB7-D2EEE3DCFEAC}"/>
                  </a:ext>
                </a:extLst>
              </p:cNvPr>
              <p:cNvSpPr txBox="1"/>
              <p:nvPr/>
            </p:nvSpPr>
            <p:spPr>
              <a:xfrm>
                <a:off x="678609" y="1705140"/>
                <a:ext cx="4364082" cy="3130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Write a program to evaluate the following piecewise function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y=f(x) 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:</a:t>
                </a:r>
              </a:p>
              <a:p>
                <a:pPr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When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0≤x&lt;5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,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y=-x+2.5</a:t>
                </a:r>
              </a:p>
              <a:p>
                <a:pPr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When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5≤x&lt;10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,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y=2-1.5(x-3)</a:t>
                </a:r>
                <a:r>
                  <a:rPr lang="en" altLang="zh-CN" sz="1600" kern="100" baseline="300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2</a:t>
                </a:r>
                <a:endParaRPr lang="en-US" altLang="zh-CN" sz="1600" kern="100" dirty="0">
                  <a:solidFill>
                    <a:prstClr val="black"/>
                  </a:solidFill>
                  <a:latin typeface="Aptos Display" panose="020B0004020202020204" pitchFamily="34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When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10≤x&lt;20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,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0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600" b="0" i="0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  <m:t>x</m:t>
                        </m:r>
                      </m:num>
                      <m:den>
                        <m:r>
                          <a:rPr lang="en-US" altLang="zh-CN" sz="1600" b="0" i="0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-1.5</a:t>
                </a:r>
              </a:p>
              <a:p>
                <a:pPr defTabSz="914400">
                  <a:lnSpc>
                    <a:spcPct val="150000"/>
                  </a:lnSpc>
                </a:pPr>
                <a:endParaRPr lang="en-US" altLang="zh-CN" sz="1600" kern="100" dirty="0">
                  <a:solidFill>
                    <a:prstClr val="black"/>
                  </a:solidFill>
                  <a:latin typeface="Aptos Display" panose="020B0004020202020204" pitchFamily="34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Input:</a:t>
                </a:r>
                <a:endParaRPr lang="en-US" altLang="zh-CN" sz="1600" kern="100" dirty="0">
                  <a:solidFill>
                    <a:prstClr val="black"/>
                  </a:solidFill>
                  <a:latin typeface="Aptos Display" panose="020B0004020202020204" pitchFamily="34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A floating point number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x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,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Aptos Display" panose="020B0004020202020204" pitchFamily="34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0&lt;=x&lt;20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318801-2199-49BA-BCB7-D2EEE3DCF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09" y="1705140"/>
                <a:ext cx="4364082" cy="3130344"/>
              </a:xfrm>
              <a:prstGeom prst="rect">
                <a:avLst/>
              </a:prstGeom>
              <a:blipFill>
                <a:blip r:embed="rId2"/>
                <a:stretch>
                  <a:fillRect l="-872" b="-16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D3101E58-8183-474F-B2D0-6BD59E0BEF16}"/>
              </a:ext>
            </a:extLst>
          </p:cNvPr>
          <p:cNvSpPr/>
          <p:nvPr/>
        </p:nvSpPr>
        <p:spPr>
          <a:xfrm>
            <a:off x="6746715" y="4365136"/>
            <a:ext cx="35949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There are overlapping ranges that are evaluated in different ifs</a:t>
            </a:r>
          </a:p>
          <a:p>
            <a:endParaRPr lang="en-US" altLang="zh-CN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For example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5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or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882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8609" y="1486111"/>
            <a:ext cx="7621936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program has multiple execution branches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Prepare test cases for each branch to ensure that each branch has been executed and is correct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Pay special attention to the boundary cases of conditions and prepare test cases for boundary cases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After modifying the program, it should be retested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cannot use the training site to verify whether the program passes. You must verify it </a:t>
            </a:r>
            <a:r>
              <a:rPr lang="en" altLang="en-US" kern="10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</a:t>
            </a:r>
            <a:r>
              <a:rPr lang="en" altLang="zh-CN" kern="10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DevC++ 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before submitting the code.</a:t>
            </a:r>
            <a:endParaRPr lang="zh-CN" altLang="en-US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957E51-7EE1-420B-BA10-63BA0539563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Verify the program</a:t>
            </a:r>
          </a:p>
        </p:txBody>
      </p:sp>
    </p:spTree>
    <p:extLst>
      <p:ext uri="{BB962C8B-B14F-4D97-AF65-F5344CB8AC3E}">
        <p14:creationId xmlns:p14="http://schemas.microsoft.com/office/powerpoint/2010/main" val="292588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all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61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Mr. Gao’s Algorithm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49862</TotalTime>
  <Words>2940</Words>
  <Application>Microsoft Macintosh PowerPoint</Application>
  <PresentationFormat>Widescreen</PresentationFormat>
  <Paragraphs>430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华文楷体</vt:lpstr>
      <vt:lpstr>Aptos Display</vt:lpstr>
      <vt:lpstr>Arial</vt:lpstr>
      <vt:lpstr>Cambria Math</vt:lpstr>
      <vt:lpstr>Consolas</vt:lpstr>
      <vt:lpstr>JetBrains Mono</vt:lpstr>
      <vt:lpstr>Tw Cen MT</vt:lpstr>
      <vt:lpstr>电路</vt:lpstr>
      <vt:lpstr>Branching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377</cp:revision>
  <dcterms:created xsi:type="dcterms:W3CDTF">2018-08-09T00:16:20Z</dcterms:created>
  <dcterms:modified xsi:type="dcterms:W3CDTF">2026-08-23T02:05:23Z</dcterms:modified>
</cp:coreProperties>
</file>