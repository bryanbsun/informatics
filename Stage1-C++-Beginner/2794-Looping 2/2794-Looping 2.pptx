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646" r:id="rId3"/>
    <p:sldId id="647" r:id="rId4"/>
    <p:sldId id="642" r:id="rId5"/>
    <p:sldId id="641" r:id="rId6"/>
    <p:sldId id="644" r:id="rId7"/>
    <p:sldId id="649" r:id="rId8"/>
    <p:sldId id="643" r:id="rId9"/>
    <p:sldId id="648" r:id="rId10"/>
    <p:sldId id="347" r:id="rId11"/>
    <p:sldId id="636" r:id="rId12"/>
    <p:sldId id="638" r:id="rId13"/>
    <p:sldId id="639" r:id="rId14"/>
    <p:sldId id="261" r:id="rId15"/>
  </p:sldIdLst>
  <p:sldSz cx="12192000" cy="6858000"/>
  <p:notesSz cx="6858000" cy="9144000"/>
  <p:defaultTextStyle>
    <a:defPPr>
      <a:defRPr lang="e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52" autoAdjust="0"/>
    <p:restoredTop sz="95959"/>
  </p:normalViewPr>
  <p:slideViewPr>
    <p:cSldViewPr snapToGrid="0">
      <p:cViewPr varScale="1">
        <p:scale>
          <a:sx n="117" d="100"/>
          <a:sy n="117" d="100"/>
        </p:scale>
        <p:origin x="744" y="184"/>
      </p:cViewPr>
      <p:guideLst>
        <p:guide orient="horz" pos="213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1A8111D1-4A65-4A29-9DEE-6B0D34390FD8}"/>
    <pc:docChg chg="undo custSel modSld">
      <pc:chgData name="Bryan Sun" userId="851caa7714272873" providerId="LiveId" clId="{1A8111D1-4A65-4A29-9DEE-6B0D34390FD8}" dt="2026-09-11T06:31:36.624" v="1824" actId="14100"/>
      <pc:docMkLst>
        <pc:docMk/>
      </pc:docMkLst>
      <pc:sldChg chg="modSp mod">
        <pc:chgData name="Bryan Sun" userId="851caa7714272873" providerId="LiveId" clId="{1A8111D1-4A65-4A29-9DEE-6B0D34390FD8}" dt="2026-09-10T10:46:04.066" v="16" actId="2711"/>
        <pc:sldMkLst>
          <pc:docMk/>
          <pc:sldMk cId="0" sldId="256"/>
        </pc:sldMkLst>
        <pc:spChg chg="mod">
          <ac:chgData name="Bryan Sun" userId="851caa7714272873" providerId="LiveId" clId="{1A8111D1-4A65-4A29-9DEE-6B0D34390FD8}" dt="2026-09-10T10:46:04.066" v="16" actId="2711"/>
          <ac:spMkLst>
            <pc:docMk/>
            <pc:sldMk cId="0" sldId="256"/>
            <ac:spMk id="2" creationId="{00000000-0000-0000-0000-000000000000}"/>
          </ac:spMkLst>
        </pc:spChg>
        <pc:spChg chg="mod">
          <ac:chgData name="Bryan Sun" userId="851caa7714272873" providerId="LiveId" clId="{1A8111D1-4A65-4A29-9DEE-6B0D34390FD8}" dt="2026-09-10T10:45:34.881" v="8" actId="2711"/>
          <ac:spMkLst>
            <pc:docMk/>
            <pc:sldMk cId="0" sldId="256"/>
            <ac:spMk id="3" creationId="{00000000-0000-0000-0000-000000000000}"/>
          </ac:spMkLst>
        </pc:spChg>
        <pc:spChg chg="mod">
          <ac:chgData name="Bryan Sun" userId="851caa7714272873" providerId="LiveId" clId="{1A8111D1-4A65-4A29-9DEE-6B0D34390FD8}" dt="2026-09-10T10:45:48.017" v="13" actId="121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Bryan Sun" userId="851caa7714272873" providerId="LiveId" clId="{1A8111D1-4A65-4A29-9DEE-6B0D34390FD8}" dt="2026-09-11T06:31:02.644" v="1822" actId="20577"/>
        <pc:sldMkLst>
          <pc:docMk/>
          <pc:sldMk cId="0" sldId="347"/>
        </pc:sldMkLst>
        <pc:spChg chg="mod">
          <ac:chgData name="Bryan Sun" userId="851caa7714272873" providerId="LiveId" clId="{1A8111D1-4A65-4A29-9DEE-6B0D34390FD8}" dt="2026-09-11T06:31:02.644" v="1822" actId="20577"/>
          <ac:spMkLst>
            <pc:docMk/>
            <pc:sldMk cId="0" sldId="347"/>
            <ac:spMk id="7" creationId="{00000000-0000-0000-0000-000000000000}"/>
          </ac:spMkLst>
        </pc:spChg>
        <pc:spChg chg="mod">
          <ac:chgData name="Bryan Sun" userId="851caa7714272873" providerId="LiveId" clId="{1A8111D1-4A65-4A29-9DEE-6B0D34390FD8}" dt="2026-09-10T11:21:12.089" v="1013" actId="14100"/>
          <ac:spMkLst>
            <pc:docMk/>
            <pc:sldMk cId="0" sldId="347"/>
            <ac:spMk id="8" creationId="{00000000-0000-0000-0000-000000000000}"/>
          </ac:spMkLst>
        </pc:spChg>
        <pc:spChg chg="mod">
          <ac:chgData name="Bryan Sun" userId="851caa7714272873" providerId="LiveId" clId="{1A8111D1-4A65-4A29-9DEE-6B0D34390FD8}" dt="2026-09-10T11:18:34.891" v="946" actId="2711"/>
          <ac:spMkLst>
            <pc:docMk/>
            <pc:sldMk cId="0" sldId="347"/>
            <ac:spMk id="10" creationId="{00000000-0000-0000-0000-000000000000}"/>
          </ac:spMkLst>
        </pc:spChg>
        <pc:spChg chg="mod">
          <ac:chgData name="Bryan Sun" userId="851caa7714272873" providerId="LiveId" clId="{1A8111D1-4A65-4A29-9DEE-6B0D34390FD8}" dt="2026-09-10T11:21:09.030" v="1012" actId="14100"/>
          <ac:spMkLst>
            <pc:docMk/>
            <pc:sldMk cId="0" sldId="347"/>
            <ac:spMk id="12" creationId="{00000000-0000-0000-0000-000000000000}"/>
          </ac:spMkLst>
        </pc:spChg>
        <pc:spChg chg="mod">
          <ac:chgData name="Bryan Sun" userId="851caa7714272873" providerId="LiveId" clId="{1A8111D1-4A65-4A29-9DEE-6B0D34390FD8}" dt="2026-09-10T11:21:21.720" v="1017" actId="14100"/>
          <ac:spMkLst>
            <pc:docMk/>
            <pc:sldMk cId="0" sldId="347"/>
            <ac:spMk id="13" creationId="{00000000-0000-0000-0000-000000000000}"/>
          </ac:spMkLst>
        </pc:spChg>
        <pc:spChg chg="mod">
          <ac:chgData name="Bryan Sun" userId="851caa7714272873" providerId="LiveId" clId="{1A8111D1-4A65-4A29-9DEE-6B0D34390FD8}" dt="2026-09-10T11:21:17.028" v="1015" actId="14100"/>
          <ac:spMkLst>
            <pc:docMk/>
            <pc:sldMk cId="0" sldId="347"/>
            <ac:spMk id="14" creationId="{00000000-0000-0000-0000-000000000000}"/>
          </ac:spMkLst>
        </pc:spChg>
      </pc:sldChg>
      <pc:sldChg chg="modSp mod">
        <pc:chgData name="Bryan Sun" userId="851caa7714272873" providerId="LiveId" clId="{1A8111D1-4A65-4A29-9DEE-6B0D34390FD8}" dt="2026-09-11T06:31:36.624" v="1824" actId="14100"/>
        <pc:sldMkLst>
          <pc:docMk/>
          <pc:sldMk cId="0" sldId="636"/>
        </pc:sldMkLst>
        <pc:spChg chg="mod">
          <ac:chgData name="Bryan Sun" userId="851caa7714272873" providerId="LiveId" clId="{1A8111D1-4A65-4A29-9DEE-6B0D34390FD8}" dt="2026-09-10T11:22:59.619" v="1072" actId="20577"/>
          <ac:spMkLst>
            <pc:docMk/>
            <pc:sldMk cId="0" sldId="636"/>
            <ac:spMk id="3" creationId="{00000000-0000-0000-0000-000000000000}"/>
          </ac:spMkLst>
        </pc:spChg>
        <pc:spChg chg="mod">
          <ac:chgData name="Bryan Sun" userId="851caa7714272873" providerId="LiveId" clId="{1A8111D1-4A65-4A29-9DEE-6B0D34390FD8}" dt="2026-09-10T11:21:54.439" v="1029" actId="114"/>
          <ac:spMkLst>
            <pc:docMk/>
            <pc:sldMk cId="0" sldId="636"/>
            <ac:spMk id="7" creationId="{00000000-0000-0000-0000-000000000000}"/>
          </ac:spMkLst>
        </pc:spChg>
        <pc:spChg chg="mod">
          <ac:chgData name="Bryan Sun" userId="851caa7714272873" providerId="LiveId" clId="{1A8111D1-4A65-4A29-9DEE-6B0D34390FD8}" dt="2026-09-11T06:31:36.624" v="1824" actId="14100"/>
          <ac:spMkLst>
            <pc:docMk/>
            <pc:sldMk cId="0" sldId="636"/>
            <ac:spMk id="8" creationId="{00000000-0000-0000-0000-000000000000}"/>
          </ac:spMkLst>
        </pc:spChg>
        <pc:graphicFrameChg chg="mod modGraphic">
          <ac:chgData name="Bryan Sun" userId="851caa7714272873" providerId="LiveId" clId="{1A8111D1-4A65-4A29-9DEE-6B0D34390FD8}" dt="2026-09-10T11:26:05.477" v="1192" actId="14100"/>
          <ac:graphicFrameMkLst>
            <pc:docMk/>
            <pc:sldMk cId="0" sldId="636"/>
            <ac:graphicFrameMk id="14" creationId="{00000000-0000-0000-0000-000000000000}"/>
          </ac:graphicFrameMkLst>
        </pc:graphicFrameChg>
      </pc:sldChg>
      <pc:sldChg chg="modSp mod">
        <pc:chgData name="Bryan Sun" userId="851caa7714272873" providerId="LiveId" clId="{1A8111D1-4A65-4A29-9DEE-6B0D34390FD8}" dt="2026-09-11T06:09:03.773" v="1430" actId="2711"/>
        <pc:sldMkLst>
          <pc:docMk/>
          <pc:sldMk cId="0" sldId="641"/>
        </pc:sldMkLst>
        <pc:spChg chg="mod">
          <ac:chgData name="Bryan Sun" userId="851caa7714272873" providerId="LiveId" clId="{1A8111D1-4A65-4A29-9DEE-6B0D34390FD8}" dt="2026-09-10T11:01:34.104" v="553" actId="1037"/>
          <ac:spMkLst>
            <pc:docMk/>
            <pc:sldMk cId="0" sldId="641"/>
            <ac:spMk id="5" creationId="{00000000-0000-0000-0000-000000000000}"/>
          </ac:spMkLst>
        </pc:spChg>
        <pc:spChg chg="mod">
          <ac:chgData name="Bryan Sun" userId="851caa7714272873" providerId="LiveId" clId="{1A8111D1-4A65-4A29-9DEE-6B0D34390FD8}" dt="2026-09-10T11:01:36.724" v="557" actId="20577"/>
          <ac:spMkLst>
            <pc:docMk/>
            <pc:sldMk cId="0" sldId="641"/>
            <ac:spMk id="6" creationId="{00000000-0000-0000-0000-000000000000}"/>
          </ac:spMkLst>
        </pc:spChg>
        <pc:spChg chg="mod">
          <ac:chgData name="Bryan Sun" userId="851caa7714272873" providerId="LiveId" clId="{1A8111D1-4A65-4A29-9DEE-6B0D34390FD8}" dt="2026-09-11T06:09:03.773" v="1430" actId="2711"/>
          <ac:spMkLst>
            <pc:docMk/>
            <pc:sldMk cId="0" sldId="641"/>
            <ac:spMk id="7" creationId="{00000000-0000-0000-0000-000000000000}"/>
          </ac:spMkLst>
        </pc:spChg>
        <pc:spChg chg="mod">
          <ac:chgData name="Bryan Sun" userId="851caa7714272873" providerId="LiveId" clId="{1A8111D1-4A65-4A29-9DEE-6B0D34390FD8}" dt="2026-09-10T11:01:25.913" v="533" actId="20577"/>
          <ac:spMkLst>
            <pc:docMk/>
            <pc:sldMk cId="0" sldId="641"/>
            <ac:spMk id="8" creationId="{00000000-0000-0000-0000-000000000000}"/>
          </ac:spMkLst>
        </pc:spChg>
        <pc:spChg chg="mod">
          <ac:chgData name="Bryan Sun" userId="851caa7714272873" providerId="LiveId" clId="{1A8111D1-4A65-4A29-9DEE-6B0D34390FD8}" dt="2026-09-10T11:00:58.025" v="508" actId="2711"/>
          <ac:spMkLst>
            <pc:docMk/>
            <pc:sldMk cId="0" sldId="641"/>
            <ac:spMk id="9" creationId="{00000000-0000-0000-0000-000000000000}"/>
          </ac:spMkLst>
        </pc:spChg>
      </pc:sldChg>
      <pc:sldChg chg="modSp mod">
        <pc:chgData name="Bryan Sun" userId="851caa7714272873" providerId="LiveId" clId="{1A8111D1-4A65-4A29-9DEE-6B0D34390FD8}" dt="2026-09-10T11:00:47.149" v="507" actId="1076"/>
        <pc:sldMkLst>
          <pc:docMk/>
          <pc:sldMk cId="0" sldId="642"/>
        </pc:sldMkLst>
        <pc:spChg chg="mod">
          <ac:chgData name="Bryan Sun" userId="851caa7714272873" providerId="LiveId" clId="{1A8111D1-4A65-4A29-9DEE-6B0D34390FD8}" dt="2026-09-10T11:00:47.149" v="507" actId="1076"/>
          <ac:spMkLst>
            <pc:docMk/>
            <pc:sldMk cId="0" sldId="642"/>
            <ac:spMk id="4" creationId="{4A21CFCB-6174-C717-576A-18EEBD2F9AB5}"/>
          </ac:spMkLst>
        </pc:spChg>
        <pc:spChg chg="mod">
          <ac:chgData name="Bryan Sun" userId="851caa7714272873" providerId="LiveId" clId="{1A8111D1-4A65-4A29-9DEE-6B0D34390FD8}" dt="2026-09-10T10:49:40.425" v="146" actId="2711"/>
          <ac:spMkLst>
            <pc:docMk/>
            <pc:sldMk cId="0" sldId="642"/>
            <ac:spMk id="8" creationId="{00000000-0000-0000-0000-000000000000}"/>
          </ac:spMkLst>
        </pc:spChg>
        <pc:spChg chg="mod">
          <ac:chgData name="Bryan Sun" userId="851caa7714272873" providerId="LiveId" clId="{1A8111D1-4A65-4A29-9DEE-6B0D34390FD8}" dt="2026-09-10T11:00:41.050" v="505" actId="1076"/>
          <ac:spMkLst>
            <pc:docMk/>
            <pc:sldMk cId="0" sldId="642"/>
            <ac:spMk id="9" creationId="{00000000-0000-0000-0000-000000000000}"/>
          </ac:spMkLst>
        </pc:spChg>
        <pc:spChg chg="mod">
          <ac:chgData name="Bryan Sun" userId="851caa7714272873" providerId="LiveId" clId="{1A8111D1-4A65-4A29-9DEE-6B0D34390FD8}" dt="2026-09-10T10:52:31.317" v="234" actId="14100"/>
          <ac:spMkLst>
            <pc:docMk/>
            <pc:sldMk cId="0" sldId="642"/>
            <ac:spMk id="10" creationId="{00000000-0000-0000-0000-000000000000}"/>
          </ac:spMkLst>
        </pc:spChg>
        <pc:spChg chg="mod">
          <ac:chgData name="Bryan Sun" userId="851caa7714272873" providerId="LiveId" clId="{1A8111D1-4A65-4A29-9DEE-6B0D34390FD8}" dt="2026-09-10T10:56:17.605" v="370" actId="20577"/>
          <ac:spMkLst>
            <pc:docMk/>
            <pc:sldMk cId="0" sldId="642"/>
            <ac:spMk id="14" creationId="{00000000-0000-0000-0000-000000000000}"/>
          </ac:spMkLst>
        </pc:spChg>
        <pc:graphicFrameChg chg="mod modGraphic">
          <ac:chgData name="Bryan Sun" userId="851caa7714272873" providerId="LiveId" clId="{1A8111D1-4A65-4A29-9DEE-6B0D34390FD8}" dt="2026-09-10T11:00:44.874" v="506" actId="1076"/>
          <ac:graphicFrameMkLst>
            <pc:docMk/>
            <pc:sldMk cId="0" sldId="642"/>
            <ac:graphicFrameMk id="2" creationId="{393AFEC2-73A2-1FF3-7D71-683FCFD08E1C}"/>
          </ac:graphicFrameMkLst>
        </pc:graphicFrameChg>
      </pc:sldChg>
      <pc:sldChg chg="modSp mod">
        <pc:chgData name="Bryan Sun" userId="851caa7714272873" providerId="LiveId" clId="{1A8111D1-4A65-4A29-9DEE-6B0D34390FD8}" dt="2026-09-10T11:13:08.078" v="827" actId="20577"/>
        <pc:sldMkLst>
          <pc:docMk/>
          <pc:sldMk cId="0" sldId="643"/>
        </pc:sldMkLst>
        <pc:spChg chg="mod">
          <ac:chgData name="Bryan Sun" userId="851caa7714272873" providerId="LiveId" clId="{1A8111D1-4A65-4A29-9DEE-6B0D34390FD8}" dt="2026-09-10T11:12:39.462" v="811" actId="20577"/>
          <ac:spMkLst>
            <pc:docMk/>
            <pc:sldMk cId="0" sldId="643"/>
            <ac:spMk id="2" creationId="{B694F0FE-6A11-61E1-8036-D5A974DCE3D8}"/>
          </ac:spMkLst>
        </pc:spChg>
        <pc:spChg chg="mod">
          <ac:chgData name="Bryan Sun" userId="851caa7714272873" providerId="LiveId" clId="{1A8111D1-4A65-4A29-9DEE-6B0D34390FD8}" dt="2026-09-10T11:13:08.078" v="827" actId="20577"/>
          <ac:spMkLst>
            <pc:docMk/>
            <pc:sldMk cId="0" sldId="643"/>
            <ac:spMk id="3" creationId="{212D4439-694D-CE0C-C1CC-0BE1D640AE01}"/>
          </ac:spMkLst>
        </pc:spChg>
        <pc:spChg chg="mod">
          <ac:chgData name="Bryan Sun" userId="851caa7714272873" providerId="LiveId" clId="{1A8111D1-4A65-4A29-9DEE-6B0D34390FD8}" dt="2026-09-10T11:10:09.201" v="787" actId="2711"/>
          <ac:spMkLst>
            <pc:docMk/>
            <pc:sldMk cId="0" sldId="643"/>
            <ac:spMk id="4" creationId="{52A81F41-1974-6877-FBC3-41E64F3EF880}"/>
          </ac:spMkLst>
        </pc:spChg>
        <pc:spChg chg="mod">
          <ac:chgData name="Bryan Sun" userId="851caa7714272873" providerId="LiveId" clId="{1A8111D1-4A65-4A29-9DEE-6B0D34390FD8}" dt="2026-09-10T11:11:00.243" v="792" actId="14100"/>
          <ac:spMkLst>
            <pc:docMk/>
            <pc:sldMk cId="0" sldId="643"/>
            <ac:spMk id="5" creationId="{0E9C09D7-660F-1F0C-2B8D-3C277199BF05}"/>
          </ac:spMkLst>
        </pc:spChg>
        <pc:spChg chg="mod">
          <ac:chgData name="Bryan Sun" userId="851caa7714272873" providerId="LiveId" clId="{1A8111D1-4A65-4A29-9DEE-6B0D34390FD8}" dt="2026-09-10T11:11:58.161" v="797" actId="14100"/>
          <ac:spMkLst>
            <pc:docMk/>
            <pc:sldMk cId="0" sldId="643"/>
            <ac:spMk id="7" creationId="{00000000-0000-0000-0000-000000000000}"/>
          </ac:spMkLst>
        </pc:spChg>
        <pc:spChg chg="mod">
          <ac:chgData name="Bryan Sun" userId="851caa7714272873" providerId="LiveId" clId="{1A8111D1-4A65-4A29-9DEE-6B0D34390FD8}" dt="2026-09-10T11:10:09.201" v="787" actId="2711"/>
          <ac:spMkLst>
            <pc:docMk/>
            <pc:sldMk cId="0" sldId="643"/>
            <ac:spMk id="9" creationId="{00000000-0000-0000-0000-000000000000}"/>
          </ac:spMkLst>
        </pc:spChg>
        <pc:spChg chg="mod">
          <ac:chgData name="Bryan Sun" userId="851caa7714272873" providerId="LiveId" clId="{1A8111D1-4A65-4A29-9DEE-6B0D34390FD8}" dt="2026-09-10T11:10:09.201" v="787" actId="2711"/>
          <ac:spMkLst>
            <pc:docMk/>
            <pc:sldMk cId="0" sldId="643"/>
            <ac:spMk id="13" creationId="{8112D732-8401-B752-7FC6-2AD6BFB0FFD5}"/>
          </ac:spMkLst>
        </pc:spChg>
      </pc:sldChg>
      <pc:sldChg chg="modSp mod">
        <pc:chgData name="Bryan Sun" userId="851caa7714272873" providerId="LiveId" clId="{1A8111D1-4A65-4A29-9DEE-6B0D34390FD8}" dt="2026-09-11T06:25:13.650" v="1713" actId="20577"/>
        <pc:sldMkLst>
          <pc:docMk/>
          <pc:sldMk cId="0" sldId="644"/>
        </pc:sldMkLst>
        <pc:spChg chg="mod">
          <ac:chgData name="Bryan Sun" userId="851caa7714272873" providerId="LiveId" clId="{1A8111D1-4A65-4A29-9DEE-6B0D34390FD8}" dt="2026-09-11T06:20:33.475" v="1612" actId="20577"/>
          <ac:spMkLst>
            <pc:docMk/>
            <pc:sldMk cId="0" sldId="644"/>
            <ac:spMk id="5" creationId="{00000000-0000-0000-0000-000000000000}"/>
          </ac:spMkLst>
        </pc:spChg>
        <pc:spChg chg="mod">
          <ac:chgData name="Bryan Sun" userId="851caa7714272873" providerId="LiveId" clId="{1A8111D1-4A65-4A29-9DEE-6B0D34390FD8}" dt="2026-09-11T06:22:55.763" v="1656" actId="20577"/>
          <ac:spMkLst>
            <pc:docMk/>
            <pc:sldMk cId="0" sldId="644"/>
            <ac:spMk id="6" creationId="{00000000-0000-0000-0000-000000000000}"/>
          </ac:spMkLst>
        </pc:spChg>
        <pc:spChg chg="mod">
          <ac:chgData name="Bryan Sun" userId="851caa7714272873" providerId="LiveId" clId="{1A8111D1-4A65-4A29-9DEE-6B0D34390FD8}" dt="2026-09-11T06:24:21.096" v="1669" actId="14100"/>
          <ac:spMkLst>
            <pc:docMk/>
            <pc:sldMk cId="0" sldId="644"/>
            <ac:spMk id="7" creationId="{00000000-0000-0000-0000-000000000000}"/>
          </ac:spMkLst>
        </pc:spChg>
        <pc:spChg chg="mod">
          <ac:chgData name="Bryan Sun" userId="851caa7714272873" providerId="LiveId" clId="{1A8111D1-4A65-4A29-9DEE-6B0D34390FD8}" dt="2026-09-10T11:03:22.625" v="638" actId="20577"/>
          <ac:spMkLst>
            <pc:docMk/>
            <pc:sldMk cId="0" sldId="644"/>
            <ac:spMk id="9" creationId="{00000000-0000-0000-0000-000000000000}"/>
          </ac:spMkLst>
        </pc:spChg>
        <pc:spChg chg="mod">
          <ac:chgData name="Bryan Sun" userId="851caa7714272873" providerId="LiveId" clId="{1A8111D1-4A65-4A29-9DEE-6B0D34390FD8}" dt="2026-09-11T06:12:30.690" v="1500" actId="2711"/>
          <ac:spMkLst>
            <pc:docMk/>
            <pc:sldMk cId="0" sldId="644"/>
            <ac:spMk id="10" creationId="{00000000-0000-0000-0000-000000000000}"/>
          </ac:spMkLst>
        </pc:spChg>
        <pc:spChg chg="mod">
          <ac:chgData name="Bryan Sun" userId="851caa7714272873" providerId="LiveId" clId="{1A8111D1-4A65-4A29-9DEE-6B0D34390FD8}" dt="2026-09-10T11:01:57.433" v="561" actId="2711"/>
          <ac:spMkLst>
            <pc:docMk/>
            <pc:sldMk cId="0" sldId="644"/>
            <ac:spMk id="11" creationId="{00000000-0000-0000-0000-000000000000}"/>
          </ac:spMkLst>
        </pc:spChg>
        <pc:spChg chg="mod">
          <ac:chgData name="Bryan Sun" userId="851caa7714272873" providerId="LiveId" clId="{1A8111D1-4A65-4A29-9DEE-6B0D34390FD8}" dt="2026-09-11T06:24:24.316" v="1670" actId="14100"/>
          <ac:spMkLst>
            <pc:docMk/>
            <pc:sldMk cId="0" sldId="644"/>
            <ac:spMk id="12" creationId="{00000000-0000-0000-0000-000000000000}"/>
          </ac:spMkLst>
        </pc:spChg>
        <pc:spChg chg="mod">
          <ac:chgData name="Bryan Sun" userId="851caa7714272873" providerId="LiveId" clId="{1A8111D1-4A65-4A29-9DEE-6B0D34390FD8}" dt="2026-09-11T06:25:13.650" v="1713" actId="20577"/>
          <ac:spMkLst>
            <pc:docMk/>
            <pc:sldMk cId="0" sldId="644"/>
            <ac:spMk id="13" creationId="{00000000-0000-0000-0000-000000000000}"/>
          </ac:spMkLst>
        </pc:spChg>
        <pc:spChg chg="mod">
          <ac:chgData name="Bryan Sun" userId="851caa7714272873" providerId="LiveId" clId="{1A8111D1-4A65-4A29-9DEE-6B0D34390FD8}" dt="2026-09-11T06:15:12.792" v="1519" actId="113"/>
          <ac:spMkLst>
            <pc:docMk/>
            <pc:sldMk cId="0" sldId="644"/>
            <ac:spMk id="14" creationId="{00000000-0000-0000-0000-000000000000}"/>
          </ac:spMkLst>
        </pc:spChg>
      </pc:sldChg>
      <pc:sldChg chg="modSp mod">
        <pc:chgData name="Bryan Sun" userId="851caa7714272873" providerId="LiveId" clId="{1A8111D1-4A65-4A29-9DEE-6B0D34390FD8}" dt="2026-09-11T06:01:43.573" v="1353" actId="14100"/>
        <pc:sldMkLst>
          <pc:docMk/>
          <pc:sldMk cId="0" sldId="646"/>
        </pc:sldMkLst>
        <pc:spChg chg="mod">
          <ac:chgData name="Bryan Sun" userId="851caa7714272873" providerId="LiveId" clId="{1A8111D1-4A65-4A29-9DEE-6B0D34390FD8}" dt="2026-09-10T10:47:27.456" v="65" actId="1038"/>
          <ac:spMkLst>
            <pc:docMk/>
            <pc:sldMk cId="0" sldId="646"/>
            <ac:spMk id="5" creationId="{00000000-0000-0000-0000-000000000000}"/>
          </ac:spMkLst>
        </pc:spChg>
        <pc:spChg chg="mod">
          <ac:chgData name="Bryan Sun" userId="851caa7714272873" providerId="LiveId" clId="{1A8111D1-4A65-4A29-9DEE-6B0D34390FD8}" dt="2026-09-10T10:47:31.159" v="69" actId="20577"/>
          <ac:spMkLst>
            <pc:docMk/>
            <pc:sldMk cId="0" sldId="646"/>
            <ac:spMk id="6" creationId="{00000000-0000-0000-0000-000000000000}"/>
          </ac:spMkLst>
        </pc:spChg>
        <pc:spChg chg="mod">
          <ac:chgData name="Bryan Sun" userId="851caa7714272873" providerId="LiveId" clId="{1A8111D1-4A65-4A29-9DEE-6B0D34390FD8}" dt="2026-09-11T05:52:30.557" v="1297" actId="2711"/>
          <ac:spMkLst>
            <pc:docMk/>
            <pc:sldMk cId="0" sldId="646"/>
            <ac:spMk id="7" creationId="{00000000-0000-0000-0000-000000000000}"/>
          </ac:spMkLst>
        </pc:spChg>
        <pc:spChg chg="mod">
          <ac:chgData name="Bryan Sun" userId="851caa7714272873" providerId="LiveId" clId="{1A8111D1-4A65-4A29-9DEE-6B0D34390FD8}" dt="2026-09-11T06:01:43.573" v="1353" actId="14100"/>
          <ac:spMkLst>
            <pc:docMk/>
            <pc:sldMk cId="0" sldId="646"/>
            <ac:spMk id="8" creationId="{00000000-0000-0000-0000-000000000000}"/>
          </ac:spMkLst>
        </pc:spChg>
        <pc:spChg chg="mod">
          <ac:chgData name="Bryan Sun" userId="851caa7714272873" providerId="LiveId" clId="{1A8111D1-4A65-4A29-9DEE-6B0D34390FD8}" dt="2026-09-10T10:46:37.613" v="20" actId="20577"/>
          <ac:spMkLst>
            <pc:docMk/>
            <pc:sldMk cId="0" sldId="646"/>
            <ac:spMk id="9" creationId="{00000000-0000-0000-0000-000000000000}"/>
          </ac:spMkLst>
        </pc:spChg>
      </pc:sldChg>
      <pc:sldChg chg="modSp mod">
        <pc:chgData name="Bryan Sun" userId="851caa7714272873" providerId="LiveId" clId="{1A8111D1-4A65-4A29-9DEE-6B0D34390FD8}" dt="2026-09-11T06:01:54.727" v="1355" actId="14100"/>
        <pc:sldMkLst>
          <pc:docMk/>
          <pc:sldMk cId="0" sldId="647"/>
        </pc:sldMkLst>
        <pc:spChg chg="mod">
          <ac:chgData name="Bryan Sun" userId="851caa7714272873" providerId="LiveId" clId="{1A8111D1-4A65-4A29-9DEE-6B0D34390FD8}" dt="2026-09-10T10:48:38.127" v="136" actId="1038"/>
          <ac:spMkLst>
            <pc:docMk/>
            <pc:sldMk cId="0" sldId="647"/>
            <ac:spMk id="5" creationId="{00000000-0000-0000-0000-000000000000}"/>
          </ac:spMkLst>
        </pc:spChg>
        <pc:spChg chg="mod">
          <ac:chgData name="Bryan Sun" userId="851caa7714272873" providerId="LiveId" clId="{1A8111D1-4A65-4A29-9DEE-6B0D34390FD8}" dt="2026-09-11T05:55:31.587" v="1347" actId="20577"/>
          <ac:spMkLst>
            <pc:docMk/>
            <pc:sldMk cId="0" sldId="647"/>
            <ac:spMk id="6" creationId="{00000000-0000-0000-0000-000000000000}"/>
          </ac:spMkLst>
        </pc:spChg>
        <pc:spChg chg="mod">
          <ac:chgData name="Bryan Sun" userId="851caa7714272873" providerId="LiveId" clId="{1A8111D1-4A65-4A29-9DEE-6B0D34390FD8}" dt="2026-09-11T05:53:40.392" v="1341" actId="2711"/>
          <ac:spMkLst>
            <pc:docMk/>
            <pc:sldMk cId="0" sldId="647"/>
            <ac:spMk id="7" creationId="{00000000-0000-0000-0000-000000000000}"/>
          </ac:spMkLst>
        </pc:spChg>
        <pc:spChg chg="mod">
          <ac:chgData name="Bryan Sun" userId="851caa7714272873" providerId="LiveId" clId="{1A8111D1-4A65-4A29-9DEE-6B0D34390FD8}" dt="2026-09-11T06:01:54.727" v="1355" actId="14100"/>
          <ac:spMkLst>
            <pc:docMk/>
            <pc:sldMk cId="0" sldId="647"/>
            <ac:spMk id="8" creationId="{00000000-0000-0000-0000-000000000000}"/>
          </ac:spMkLst>
        </pc:spChg>
        <pc:spChg chg="mod">
          <ac:chgData name="Bryan Sun" userId="851caa7714272873" providerId="LiveId" clId="{1A8111D1-4A65-4A29-9DEE-6B0D34390FD8}" dt="2026-09-10T10:47:55.283" v="73" actId="2711"/>
          <ac:spMkLst>
            <pc:docMk/>
            <pc:sldMk cId="0" sldId="647"/>
            <ac:spMk id="9" creationId="{00000000-0000-0000-0000-000000000000}"/>
          </ac:spMkLst>
        </pc:spChg>
      </pc:sldChg>
      <pc:sldChg chg="modSp mod">
        <pc:chgData name="Bryan Sun" userId="851caa7714272873" providerId="LiveId" clId="{1A8111D1-4A65-4A29-9DEE-6B0D34390FD8}" dt="2026-09-11T06:27:22.895" v="1735" actId="20577"/>
        <pc:sldMkLst>
          <pc:docMk/>
          <pc:sldMk cId="0" sldId="648"/>
        </pc:sldMkLst>
        <pc:spChg chg="mod">
          <ac:chgData name="Bryan Sun" userId="851caa7714272873" providerId="LiveId" clId="{1A8111D1-4A65-4A29-9DEE-6B0D34390FD8}" dt="2026-09-10T11:13:18.109" v="828" actId="2711"/>
          <ac:spMkLst>
            <pc:docMk/>
            <pc:sldMk cId="0" sldId="648"/>
            <ac:spMk id="7" creationId="{00000000-0000-0000-0000-000000000000}"/>
          </ac:spMkLst>
        </pc:spChg>
        <pc:spChg chg="mod">
          <ac:chgData name="Bryan Sun" userId="851caa7714272873" providerId="LiveId" clId="{1A8111D1-4A65-4A29-9DEE-6B0D34390FD8}" dt="2026-09-11T06:26:28.951" v="1720" actId="114"/>
          <ac:spMkLst>
            <pc:docMk/>
            <pc:sldMk cId="0" sldId="648"/>
            <ac:spMk id="8" creationId="{00000000-0000-0000-0000-000000000000}"/>
          </ac:spMkLst>
        </pc:spChg>
        <pc:spChg chg="mod">
          <ac:chgData name="Bryan Sun" userId="851caa7714272873" providerId="LiveId" clId="{1A8111D1-4A65-4A29-9DEE-6B0D34390FD8}" dt="2026-09-10T11:17:53.661" v="922" actId="14100"/>
          <ac:spMkLst>
            <pc:docMk/>
            <pc:sldMk cId="0" sldId="648"/>
            <ac:spMk id="9" creationId="{00000000-0000-0000-0000-000000000000}"/>
          </ac:spMkLst>
        </pc:spChg>
        <pc:spChg chg="mod">
          <ac:chgData name="Bryan Sun" userId="851caa7714272873" providerId="LiveId" clId="{1A8111D1-4A65-4A29-9DEE-6B0D34390FD8}" dt="2026-09-10T11:18:06.824" v="926" actId="14100"/>
          <ac:spMkLst>
            <pc:docMk/>
            <pc:sldMk cId="0" sldId="648"/>
            <ac:spMk id="11" creationId="{00000000-0000-0000-0000-000000000000}"/>
          </ac:spMkLst>
        </pc:spChg>
        <pc:spChg chg="mod">
          <ac:chgData name="Bryan Sun" userId="851caa7714272873" providerId="LiveId" clId="{1A8111D1-4A65-4A29-9DEE-6B0D34390FD8}" dt="2026-09-11T06:27:05.998" v="1733" actId="20577"/>
          <ac:spMkLst>
            <pc:docMk/>
            <pc:sldMk cId="0" sldId="648"/>
            <ac:spMk id="12" creationId="{00000000-0000-0000-0000-000000000000}"/>
          </ac:spMkLst>
        </pc:spChg>
        <pc:spChg chg="mod">
          <ac:chgData name="Bryan Sun" userId="851caa7714272873" providerId="LiveId" clId="{1A8111D1-4A65-4A29-9DEE-6B0D34390FD8}" dt="2026-09-11T06:27:22.895" v="1735" actId="20577"/>
          <ac:spMkLst>
            <pc:docMk/>
            <pc:sldMk cId="0" sldId="648"/>
            <ac:spMk id="13" creationId="{00000000-0000-0000-0000-000000000000}"/>
          </ac:spMkLst>
        </pc:spChg>
      </pc:sldChg>
      <pc:sldChg chg="modSp mod">
        <pc:chgData name="Bryan Sun" userId="851caa7714272873" providerId="LiveId" clId="{1A8111D1-4A65-4A29-9DEE-6B0D34390FD8}" dt="2026-09-11T06:25:27.835" v="1716" actId="20577"/>
        <pc:sldMkLst>
          <pc:docMk/>
          <pc:sldMk cId="2604724591" sldId="649"/>
        </pc:sldMkLst>
        <pc:spChg chg="mod">
          <ac:chgData name="Bryan Sun" userId="851caa7714272873" providerId="LiveId" clId="{1A8111D1-4A65-4A29-9DEE-6B0D34390FD8}" dt="2026-09-10T11:09:53.918" v="786" actId="14100"/>
          <ac:spMkLst>
            <pc:docMk/>
            <pc:sldMk cId="2604724591" sldId="649"/>
            <ac:spMk id="2" creationId="{41406FC9-442D-D41A-BBDB-5DD28DF942A0}"/>
          </ac:spMkLst>
        </pc:spChg>
        <pc:spChg chg="mod">
          <ac:chgData name="Bryan Sun" userId="851caa7714272873" providerId="LiveId" clId="{1A8111D1-4A65-4A29-9DEE-6B0D34390FD8}" dt="2026-09-11T06:25:27.835" v="1716" actId="20577"/>
          <ac:spMkLst>
            <pc:docMk/>
            <pc:sldMk cId="2604724591" sldId="649"/>
            <ac:spMk id="7" creationId="{7F6345ED-8695-0543-67C2-E408FCB14938}"/>
          </ac:spMkLst>
        </pc:spChg>
        <pc:spChg chg="mod">
          <ac:chgData name="Bryan Sun" userId="851caa7714272873" providerId="LiveId" clId="{1A8111D1-4A65-4A29-9DEE-6B0D34390FD8}" dt="2026-09-10T11:07:48.835" v="710" actId="2711"/>
          <ac:spMkLst>
            <pc:docMk/>
            <pc:sldMk cId="2604724591" sldId="649"/>
            <ac:spMk id="9" creationId="{1FA6FB05-DF09-D7C8-2EBF-3043817CB70C}"/>
          </ac:spMkLst>
        </pc:spChg>
      </pc:sldChg>
    </pc:docChg>
  </pc:docChgLst>
  <pc:docChgLst>
    <pc:chgData name="Bryan Sun" userId="851caa7714272873" providerId="LiveId" clId="{1DF0C224-3A3E-55A6-A8D1-F8F2208D385B}"/>
    <pc:docChg chg="undo redo custSel modSld">
      <pc:chgData name="Bryan Sun" userId="851caa7714272873" providerId="LiveId" clId="{1DF0C224-3A3E-55A6-A8D1-F8F2208D385B}" dt="2026-09-12T11:44:30.677" v="565" actId="20577"/>
      <pc:docMkLst>
        <pc:docMk/>
      </pc:docMkLst>
      <pc:sldChg chg="modSp mod">
        <pc:chgData name="Bryan Sun" userId="851caa7714272873" providerId="LiveId" clId="{1DF0C224-3A3E-55A6-A8D1-F8F2208D385B}" dt="2026-09-12T11:35:02.222" v="236" actId="114"/>
        <pc:sldMkLst>
          <pc:docMk/>
          <pc:sldMk cId="0" sldId="636"/>
        </pc:sldMkLst>
        <pc:spChg chg="mod">
          <ac:chgData name="Bryan Sun" userId="851caa7714272873" providerId="LiveId" clId="{1DF0C224-3A3E-55A6-A8D1-F8F2208D385B}" dt="2026-09-12T11:34:31.856" v="224" actId="404"/>
          <ac:spMkLst>
            <pc:docMk/>
            <pc:sldMk cId="0" sldId="636"/>
            <ac:spMk id="3" creationId="{00000000-0000-0000-0000-000000000000}"/>
          </ac:spMkLst>
        </pc:spChg>
        <pc:spChg chg="mod">
          <ac:chgData name="Bryan Sun" userId="851caa7714272873" providerId="LiveId" clId="{1DF0C224-3A3E-55A6-A8D1-F8F2208D385B}" dt="2026-09-12T11:35:02.222" v="236" actId="114"/>
          <ac:spMkLst>
            <pc:docMk/>
            <pc:sldMk cId="0" sldId="636"/>
            <ac:spMk id="8" creationId="{00000000-0000-0000-0000-000000000000}"/>
          </ac:spMkLst>
        </pc:spChg>
        <pc:graphicFrameChg chg="modGraphic">
          <ac:chgData name="Bryan Sun" userId="851caa7714272873" providerId="LiveId" clId="{1DF0C224-3A3E-55A6-A8D1-F8F2208D385B}" dt="2026-09-12T11:34:43.511" v="227" actId="14734"/>
          <ac:graphicFrameMkLst>
            <pc:docMk/>
            <pc:sldMk cId="0" sldId="636"/>
            <ac:graphicFrameMk id="14" creationId="{00000000-0000-0000-0000-000000000000}"/>
          </ac:graphicFrameMkLst>
        </pc:graphicFrameChg>
      </pc:sldChg>
      <pc:sldChg chg="modSp mod">
        <pc:chgData name="Bryan Sun" userId="851caa7714272873" providerId="LiveId" clId="{1DF0C224-3A3E-55A6-A8D1-F8F2208D385B}" dt="2026-09-12T11:39:10.343" v="416" actId="6549"/>
        <pc:sldMkLst>
          <pc:docMk/>
          <pc:sldMk cId="0" sldId="638"/>
        </pc:sldMkLst>
        <pc:spChg chg="mod">
          <ac:chgData name="Bryan Sun" userId="851caa7714272873" providerId="LiveId" clId="{1DF0C224-3A3E-55A6-A8D1-F8F2208D385B}" dt="2026-09-12T11:33:19.537" v="216" actId="948"/>
          <ac:spMkLst>
            <pc:docMk/>
            <pc:sldMk cId="0" sldId="638"/>
            <ac:spMk id="3" creationId="{00000000-0000-0000-0000-000000000000}"/>
          </ac:spMkLst>
        </pc:spChg>
        <pc:spChg chg="mod">
          <ac:chgData name="Bryan Sun" userId="851caa7714272873" providerId="LiveId" clId="{1DF0C224-3A3E-55A6-A8D1-F8F2208D385B}" dt="2026-09-12T11:36:13.594" v="256" actId="114"/>
          <ac:spMkLst>
            <pc:docMk/>
            <pc:sldMk cId="0" sldId="638"/>
            <ac:spMk id="6" creationId="{00000000-0000-0000-0000-000000000000}"/>
          </ac:spMkLst>
        </pc:spChg>
        <pc:spChg chg="mod">
          <ac:chgData name="Bryan Sun" userId="851caa7714272873" providerId="LiveId" clId="{1DF0C224-3A3E-55A6-A8D1-F8F2208D385B}" dt="2026-09-12T11:39:10.343" v="416" actId="6549"/>
          <ac:spMkLst>
            <pc:docMk/>
            <pc:sldMk cId="0" sldId="638"/>
            <ac:spMk id="7" creationId="{00000000-0000-0000-0000-000000000000}"/>
          </ac:spMkLst>
        </pc:spChg>
        <pc:spChg chg="mod">
          <ac:chgData name="Bryan Sun" userId="851caa7714272873" providerId="LiveId" clId="{1DF0C224-3A3E-55A6-A8D1-F8F2208D385B}" dt="2026-09-12T11:28:35.915" v="114" actId="114"/>
          <ac:spMkLst>
            <pc:docMk/>
            <pc:sldMk cId="0" sldId="638"/>
            <ac:spMk id="9" creationId="{00000000-0000-0000-0000-000000000000}"/>
          </ac:spMkLst>
        </pc:spChg>
        <pc:graphicFrameChg chg="modGraphic">
          <ac:chgData name="Bryan Sun" userId="851caa7714272873" providerId="LiveId" clId="{1DF0C224-3A3E-55A6-A8D1-F8F2208D385B}" dt="2026-09-12T11:32:21.196" v="210" actId="14734"/>
          <ac:graphicFrameMkLst>
            <pc:docMk/>
            <pc:sldMk cId="0" sldId="638"/>
            <ac:graphicFrameMk id="5" creationId="{00000000-0000-0000-0000-000000000000}"/>
          </ac:graphicFrameMkLst>
        </pc:graphicFrameChg>
      </pc:sldChg>
      <pc:sldChg chg="modSp mod">
        <pc:chgData name="Bryan Sun" userId="851caa7714272873" providerId="LiveId" clId="{1DF0C224-3A3E-55A6-A8D1-F8F2208D385B}" dt="2026-09-12T11:44:30.677" v="565" actId="20577"/>
        <pc:sldMkLst>
          <pc:docMk/>
          <pc:sldMk cId="0" sldId="639"/>
        </pc:sldMkLst>
        <pc:spChg chg="mod">
          <ac:chgData name="Bryan Sun" userId="851caa7714272873" providerId="LiveId" clId="{1DF0C224-3A3E-55A6-A8D1-F8F2208D385B}" dt="2026-09-12T11:43:27.738" v="489" actId="20577"/>
          <ac:spMkLst>
            <pc:docMk/>
            <pc:sldMk cId="0" sldId="639"/>
            <ac:spMk id="6" creationId="{00000000-0000-0000-0000-000000000000}"/>
          </ac:spMkLst>
        </pc:spChg>
        <pc:spChg chg="mod">
          <ac:chgData name="Bryan Sun" userId="851caa7714272873" providerId="LiveId" clId="{1DF0C224-3A3E-55A6-A8D1-F8F2208D385B}" dt="2026-09-12T11:44:30.677" v="565" actId="20577"/>
          <ac:spMkLst>
            <pc:docMk/>
            <pc:sldMk cId="0" sldId="639"/>
            <ac:spMk id="7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09-12T11:24:29.620" v="81" actId="20577"/>
        <pc:sldMkLst>
          <pc:docMk/>
          <pc:sldMk cId="0" sldId="642"/>
        </pc:sldMkLst>
        <pc:spChg chg="mod">
          <ac:chgData name="Bryan Sun" userId="851caa7714272873" providerId="LiveId" clId="{1DF0C224-3A3E-55A6-A8D1-F8F2208D385B}" dt="2026-09-12T11:24:29.620" v="81" actId="20577"/>
          <ac:spMkLst>
            <pc:docMk/>
            <pc:sldMk cId="0" sldId="642"/>
            <ac:spMk id="8" creationId="{00000000-0000-0000-0000-000000000000}"/>
          </ac:spMkLst>
        </pc:spChg>
      </pc:sldChg>
      <pc:sldChg chg="modSp">
        <pc:chgData name="Bryan Sun" userId="851caa7714272873" providerId="LiveId" clId="{1DF0C224-3A3E-55A6-A8D1-F8F2208D385B}" dt="2026-09-12T11:34:17.705" v="222" actId="948"/>
        <pc:sldMkLst>
          <pc:docMk/>
          <pc:sldMk cId="0" sldId="643"/>
        </pc:sldMkLst>
        <pc:spChg chg="mod">
          <ac:chgData name="Bryan Sun" userId="851caa7714272873" providerId="LiveId" clId="{1DF0C224-3A3E-55A6-A8D1-F8F2208D385B}" dt="2026-09-12T11:34:17.705" v="222" actId="948"/>
          <ac:spMkLst>
            <pc:docMk/>
            <pc:sldMk cId="0" sldId="643"/>
            <ac:spMk id="2" creationId="{B694F0FE-6A11-61E1-8036-D5A974DCE3D8}"/>
          </ac:spMkLst>
        </pc:spChg>
        <pc:spChg chg="mod">
          <ac:chgData name="Bryan Sun" userId="851caa7714272873" providerId="LiveId" clId="{1DF0C224-3A3E-55A6-A8D1-F8F2208D385B}" dt="2026-09-12T11:23:58.568" v="68" actId="20577"/>
          <ac:spMkLst>
            <pc:docMk/>
            <pc:sldMk cId="0" sldId="643"/>
            <ac:spMk id="3" creationId="{212D4439-694D-CE0C-C1CC-0BE1D640AE01}"/>
          </ac:spMkLst>
        </pc:spChg>
        <pc:spChg chg="mod">
          <ac:chgData name="Bryan Sun" userId="851caa7714272873" providerId="LiveId" clId="{1DF0C224-3A3E-55A6-A8D1-F8F2208D385B}" dt="2026-09-12T11:23:17.219" v="53" actId="20577"/>
          <ac:spMkLst>
            <pc:docMk/>
            <pc:sldMk cId="0" sldId="643"/>
            <ac:spMk id="7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09-12T11:24:21.918" v="80" actId="20577"/>
        <pc:sldMkLst>
          <pc:docMk/>
          <pc:sldMk cId="0" sldId="644"/>
        </pc:sldMkLst>
        <pc:spChg chg="mod">
          <ac:chgData name="Bryan Sun" userId="851caa7714272873" providerId="LiveId" clId="{1DF0C224-3A3E-55A6-A8D1-F8F2208D385B}" dt="2026-09-12T11:20:58.226" v="22" actId="20577"/>
          <ac:spMkLst>
            <pc:docMk/>
            <pc:sldMk cId="0" sldId="644"/>
            <ac:spMk id="5" creationId="{00000000-0000-0000-0000-000000000000}"/>
          </ac:spMkLst>
        </pc:spChg>
        <pc:spChg chg="mod">
          <ac:chgData name="Bryan Sun" userId="851caa7714272873" providerId="LiveId" clId="{1DF0C224-3A3E-55A6-A8D1-F8F2208D385B}" dt="2026-09-12T11:24:21.918" v="80" actId="20577"/>
          <ac:spMkLst>
            <pc:docMk/>
            <pc:sldMk cId="0" sldId="644"/>
            <ac:spMk id="11" creationId="{00000000-0000-0000-0000-000000000000}"/>
          </ac:spMkLst>
        </pc:spChg>
        <pc:spChg chg="mod">
          <ac:chgData name="Bryan Sun" userId="851caa7714272873" providerId="LiveId" clId="{1DF0C224-3A3E-55A6-A8D1-F8F2208D385B}" dt="2026-09-12T11:20:45.556" v="12" actId="2711"/>
          <ac:spMkLst>
            <pc:docMk/>
            <pc:sldMk cId="0" sldId="644"/>
            <ac:spMk id="13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09-12T11:24:10.964" v="71" actId="20577"/>
        <pc:sldMkLst>
          <pc:docMk/>
          <pc:sldMk cId="0" sldId="648"/>
        </pc:sldMkLst>
        <pc:spChg chg="mod">
          <ac:chgData name="Bryan Sun" userId="851caa7714272873" providerId="LiveId" clId="{1DF0C224-3A3E-55A6-A8D1-F8F2208D385B}" dt="2026-09-12T11:24:10.964" v="71" actId="20577"/>
          <ac:spMkLst>
            <pc:docMk/>
            <pc:sldMk cId="0" sldId="648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/>
          <p:cNvSpPr txBox="1"/>
          <p:nvPr userDrawn="1"/>
        </p:nvSpPr>
        <p:spPr>
          <a:xfrm>
            <a:off x="10057394" y="6209128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1346106" y="5666005"/>
            <a:ext cx="546595" cy="550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" altLang="zh-CN" cap="none" dirty="0">
                <a:latin typeface="Aptos Display" panose="020B0004020202020204" pitchFamily="34" charset="0"/>
              </a:rPr>
              <a:t>NOIP </a:t>
            </a:r>
            <a:r>
              <a:rPr lang="en" altLang="en-US" cap="none" dirty="0">
                <a:latin typeface="Aptos Display" panose="020B0004020202020204" pitchFamily="34" charset="0"/>
              </a:rPr>
              <a:t>Introduction </a:t>
            </a:r>
            <a:r>
              <a:rPr lang="en" altLang="zh-CN" cap="none" dirty="0">
                <a:latin typeface="Aptos Display" panose="020B0004020202020204" pitchFamily="34" charset="0"/>
              </a:rPr>
              <a:t>- </a:t>
            </a:r>
            <a:r>
              <a:rPr lang="en" altLang="en-US" cap="none" dirty="0">
                <a:latin typeface="Aptos Display" panose="020B0004020202020204" pitchFamily="34" charset="0"/>
              </a:rPr>
              <a:t>Looping (Part 2)</a:t>
            </a:r>
            <a:endParaRPr lang="zh-CN" altLang="en-US" dirty="0">
              <a:latin typeface="Aptos Display" panose="020B000402020202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7190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Mr. Gao's Algorithm </a:t>
            </a:r>
          </a:p>
          <a:p>
            <a:pPr algn="r"/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5495792" y="1324186"/>
            <a:ext cx="5817476" cy="5370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defTabSz="9144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loop control section is enclosed in parentheses and separated into three parts by two semicolons.</a:t>
            </a:r>
            <a:endParaRPr lang="en-US" altLang="zh-CN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 defTabSz="9144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Execution process:</a:t>
            </a:r>
            <a:endParaRPr lang="en-US" altLang="zh-CN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algn="just" defTabSz="914400">
              <a:spcBef>
                <a:spcPts val="300"/>
              </a:spcBef>
              <a:spcAft>
                <a:spcPts val="300"/>
              </a:spcAft>
              <a:buFont typeface="+mj-lt"/>
              <a:buAutoNum type="alphaLcPeriod"/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Perform initialisation</a:t>
            </a:r>
            <a:endParaRPr lang="zh-CN" altLang="zh-CN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algn="just" defTabSz="914400">
              <a:spcBef>
                <a:spcPts val="300"/>
              </a:spcBef>
              <a:spcAft>
                <a:spcPts val="300"/>
              </a:spcAft>
              <a:buFont typeface="+mj-lt"/>
              <a:buAutoNum type="alphaLcPeriod"/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Perform check</a:t>
            </a:r>
            <a:endParaRPr lang="en-US" altLang="zh-CN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257300" lvl="2" indent="-342900" algn="just" defTabSz="9144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true, execute the loop body.</a:t>
            </a:r>
            <a:endParaRPr lang="en-US" altLang="zh-CN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257300" lvl="2" indent="-342900" algn="just" defTabSz="9144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not, end the loop.</a:t>
            </a:r>
            <a:endParaRPr lang="zh-CN" altLang="zh-CN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algn="just" defTabSz="914400">
              <a:spcBef>
                <a:spcPts val="300"/>
              </a:spcBef>
              <a:spcAft>
                <a:spcPts val="300"/>
              </a:spcAft>
              <a:buFont typeface="+mj-lt"/>
              <a:buAutoNum type="alphaLcPeriod"/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Perform change</a:t>
            </a:r>
            <a:endParaRPr lang="zh-CN" altLang="zh-CN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algn="just">
              <a:spcBef>
                <a:spcPts val="300"/>
              </a:spcBef>
              <a:spcAft>
                <a:spcPts val="300"/>
              </a:spcAft>
              <a:buFont typeface="+mj-lt"/>
              <a:buAutoNum type="alphaLcPeriod"/>
            </a:pPr>
            <a:r>
              <a:rPr lang="en" altLang="en-US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Repeat </a:t>
            </a:r>
            <a:r>
              <a:rPr lang="en" altLang="zh-CN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 </a:t>
            </a:r>
            <a:r>
              <a:rPr lang="en" altLang="en-US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</a:t>
            </a:r>
            <a:r>
              <a:rPr lang="en" altLang="zh-CN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endParaRPr lang="zh-CN" altLang="zh-CN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" altLang="en-US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the loop body contains multiple statements, curly braces must be added.</a:t>
            </a:r>
            <a:endParaRPr lang="en-US" altLang="zh-CN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" altLang="en-US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Initialisation must run once; the loop body is executed as many times as the change.</a:t>
            </a:r>
            <a:endParaRPr lang="en-US" altLang="zh-CN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" altLang="en-US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Indentation is usually applied to the loop body to make the program more readable.</a:t>
            </a:r>
            <a:endParaRPr lang="en-US" altLang="zh-CN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" altLang="en-US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Do not add a semicolon after </a:t>
            </a:r>
            <a:r>
              <a:rPr lang="en" altLang="en-US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for</a:t>
            </a:r>
            <a:r>
              <a:rPr lang="en" altLang="en-US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endParaRPr lang="en-US" altLang="zh-CN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678609" y="1486111"/>
            <a:ext cx="454871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for(</a:t>
            </a:r>
            <a:r>
              <a:rPr lang="en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initialise</a:t>
            </a:r>
            <a:r>
              <a:rPr lang="en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 </a:t>
            </a:r>
            <a:r>
              <a:rPr lang="en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check</a:t>
            </a:r>
            <a:r>
              <a:rPr lang="en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 </a:t>
            </a:r>
            <a:r>
              <a:rPr lang="en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change</a:t>
            </a:r>
            <a:r>
              <a:rPr lang="en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en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statement;</a:t>
            </a:r>
            <a:endParaRPr lang="en" altLang="zh-CN" sz="2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statement</a:t>
            </a:r>
            <a:r>
              <a:rPr lang="en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...</a:t>
            </a:r>
          </a:p>
          <a:p>
            <a:pPr marL="0" indent="0">
              <a:buNone/>
            </a:pPr>
            <a:r>
              <a:rPr lang="en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右大括号 4"/>
          <p:cNvSpPr/>
          <p:nvPr/>
        </p:nvSpPr>
        <p:spPr>
          <a:xfrm>
            <a:off x="2800847" y="1948070"/>
            <a:ext cx="310101" cy="874643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72129" y="2200725"/>
            <a:ext cx="1158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Loop body</a:t>
            </a:r>
          </a:p>
        </p:txBody>
      </p:sp>
      <p:sp>
        <p:nvSpPr>
          <p:cNvPr id="9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For-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loop: syntax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5588547" y="1390861"/>
            <a:ext cx="5648618" cy="3862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loop control section is enclosed in parentheses.</a:t>
            </a:r>
          </a:p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Execution process:</a:t>
            </a:r>
          </a:p>
          <a:p>
            <a: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Perform check</a:t>
            </a:r>
          </a:p>
          <a:p>
            <a:pPr marL="1257300" lvl="2" indent="-342900" algn="just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true, execute the loop body.</a:t>
            </a:r>
          </a:p>
          <a:p>
            <a:pPr marL="1257300" lvl="2" indent="-342900" algn="just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not, end the loop.</a:t>
            </a:r>
          </a:p>
          <a:p>
            <a: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Repeat </a:t>
            </a:r>
            <a:r>
              <a:rPr lang="en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</a:p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the loop body contains multiple statements, curly braces must be added.</a:t>
            </a:r>
          </a:p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Indentation is usually applied to the loop body to make the program more readable.</a:t>
            </a:r>
          </a:p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Do not add a semicolon after </a:t>
            </a:r>
            <a:r>
              <a:rPr lang="en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while</a:t>
            </a:r>
            <a:r>
              <a:rPr lang="en" altLang="zh-CN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8" name="内容占位符 2"/>
          <p:cNvSpPr txBox="1"/>
          <p:nvPr/>
        </p:nvSpPr>
        <p:spPr>
          <a:xfrm>
            <a:off x="678610" y="1486111"/>
            <a:ext cx="43963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while(check){</a:t>
            </a:r>
          </a:p>
          <a:p>
            <a:pPr marL="0" indent="0">
              <a:buNone/>
            </a:pPr>
            <a:r>
              <a:rPr lang="en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statement</a:t>
            </a:r>
            <a:r>
              <a:rPr lang="en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statement</a:t>
            </a:r>
            <a:r>
              <a:rPr lang="en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...</a:t>
            </a:r>
          </a:p>
          <a:p>
            <a:pPr marL="0" indent="0">
              <a:buNone/>
            </a:pPr>
            <a:r>
              <a:rPr lang="en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右大括号 4"/>
          <p:cNvSpPr/>
          <p:nvPr/>
        </p:nvSpPr>
        <p:spPr>
          <a:xfrm>
            <a:off x="2743697" y="1948070"/>
            <a:ext cx="310101" cy="874643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14979" y="2200725"/>
            <a:ext cx="1158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Loop body</a:t>
            </a:r>
          </a:p>
        </p:txBody>
      </p:sp>
      <p:sp>
        <p:nvSpPr>
          <p:cNvPr id="9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hile-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loop: syntax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838810" y="1318317"/>
            <a:ext cx="389339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400" dirty="0">
              <a:latin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400" dirty="0">
              <a:latin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400" dirty="0">
              <a:latin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n;</a:t>
            </a:r>
            <a:endParaRPr lang="zh-CN" altLang="zh-CN" sz="1400" dirty="0">
              <a:latin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 &gt;&gt; n;</a:t>
            </a:r>
            <a:endParaRPr lang="zh-CN" altLang="zh-CN" sz="1400" dirty="0">
              <a:latin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 </a:t>
            </a:r>
            <a:r>
              <a:rPr lang="e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 &gt; 0){</a:t>
            </a:r>
            <a:endParaRPr lang="zh-CN" altLang="zh-CN" sz="1400" dirty="0">
              <a:latin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&lt;&lt; n%10 &lt;&lt; </a:t>
            </a:r>
            <a:r>
              <a:rPr lang="en" altLang="zh-CN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  <a:r>
              <a:rPr lang="e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 /= 10;</a:t>
            </a:r>
            <a:endParaRPr lang="zh-CN" altLang="zh-CN" sz="1400" dirty="0">
              <a:latin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400" dirty="0">
              <a:latin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400" dirty="0">
              <a:latin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4000" dirty="0">
              <a:latin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78609" y="1318317"/>
            <a:ext cx="3893391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Problem Description</a:t>
            </a:r>
            <a:endParaRPr lang="en-US" altLang="zh-CN" b="1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Input an integer </a:t>
            </a:r>
            <a:r>
              <a:rPr lang="en" altLang="zh-CN" sz="1600" i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≤ </a:t>
            </a:r>
            <a:r>
              <a:rPr lang="en" altLang="zh-CN" sz="1600" i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≤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r>
              <a:rPr lang="en" altLang="zh-CN" sz="16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), output each digit of </a:t>
            </a:r>
            <a:r>
              <a:rPr lang="en" altLang="en-US" sz="1600" i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starting with the lowest digit, separated by single spaces.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  <a:sym typeface="+mn-ea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sym typeface="+mn-ea"/>
              </a:rPr>
              <a:t>Sample input: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11357029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sym typeface="+mn-ea"/>
              </a:rPr>
              <a:t>Sample output: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9 2 0 7 5 3 1 1</a:t>
            </a:r>
            <a:endParaRPr lang="zh-CN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78608" y="3226532"/>
            <a:ext cx="4251027" cy="3077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Analysis</a:t>
            </a:r>
            <a:endParaRPr lang="en-US" altLang="zh-CN" b="1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problem clearly involves repeating the same task, using a loop.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Identify the action to be repeated and make it the fixed part of the loop: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Take the lowest digit: mod 10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ü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Remove the current lowest digit and make the 2</a:t>
            </a:r>
            <a:r>
              <a:rPr lang="en" altLang="en-US" sz="1600" baseline="30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nd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digit the new lowest digit: divide by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loop continues until number becomes 0</a:t>
            </a:r>
            <a:endParaRPr lang="en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 extra space will be output at the end, but this will not affect the judging.</a:t>
            </a:r>
            <a:endParaRPr lang="zh-CN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Separate the digits of an integer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93AFEC2-73A2-1FF3-7D71-683FCFD08E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645842"/>
              </p:ext>
            </p:extLst>
          </p:nvPr>
        </p:nvGraphicFramePr>
        <p:xfrm>
          <a:off x="8589530" y="1355350"/>
          <a:ext cx="3252137" cy="3352800"/>
        </p:xfrm>
        <a:graphic>
          <a:graphicData uri="http://schemas.openxmlformats.org/drawingml/2006/table">
            <a:tbl>
              <a:tblPr firstRow="1" bandRow="1"/>
              <a:tblGrid>
                <a:gridCol w="1285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3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3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95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n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n&gt;0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n%10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5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/>
                      <a:r>
                        <a:rPr lang="en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11357029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9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5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/>
                      <a:r>
                        <a:rPr lang="en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1135702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5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/>
                      <a:r>
                        <a:rPr lang="en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113570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5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/>
                      <a:r>
                        <a:rPr lang="en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11357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5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/>
                      <a:r>
                        <a:rPr lang="en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1135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646152"/>
                  </a:ext>
                </a:extLst>
              </a:tr>
              <a:tr h="2995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/>
                      <a:r>
                        <a:rPr lang="en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113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1943819"/>
                  </a:ext>
                </a:extLst>
              </a:tr>
              <a:tr h="2995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/>
                      <a:r>
                        <a:rPr lang="en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11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982139"/>
                  </a:ext>
                </a:extLst>
              </a:tr>
              <a:tr h="299513">
                <a:tc>
                  <a:txBody>
                    <a:bodyPr/>
                    <a:lstStyle/>
                    <a:p>
                      <a:pPr algn="r"/>
                      <a:r>
                        <a:rPr lang="en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154560"/>
                  </a:ext>
                </a:extLst>
              </a:tr>
              <a:tr h="2995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/>
                      <a:r>
                        <a:rPr lang="en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927385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4A21CFCB-6174-C717-576A-18EEBD2F9AB5}"/>
              </a:ext>
            </a:extLst>
          </p:cNvPr>
          <p:cNvSpPr/>
          <p:nvPr/>
        </p:nvSpPr>
        <p:spPr>
          <a:xfrm>
            <a:off x="4838810" y="4708150"/>
            <a:ext cx="583361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This is the standard code template for “ripping digits of an integer":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(n){ </a:t>
            </a: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//</a:t>
            </a:r>
            <a:r>
              <a:rPr lang="en" altLang="en-US" sz="14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Why </a:t>
            </a: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n&gt;0? </a:t>
            </a:r>
            <a:r>
              <a:rPr lang="en" altLang="en-US" sz="14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Why </a:t>
            </a: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n?</a:t>
            </a:r>
            <a:endParaRPr lang="zh-CN" altLang="zh-CN" sz="14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 sth. with n%10</a:t>
            </a:r>
            <a:endParaRPr lang="zh-CN" altLang="zh-CN" sz="1200" dirty="0">
              <a:latin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   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n/=10;</a:t>
            </a:r>
            <a:endParaRPr lang="zh-CN" altLang="zh-CN" sz="1200" dirty="0">
              <a:latin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200" dirty="0">
              <a:latin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“do sth."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here will vary depending on the specific. For example, to "find the sum of the digits of </a:t>
            </a:r>
            <a:r>
              <a:rPr lang="en" altLang="zh-CN" sz="1600" i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" you need to sum n%10.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4" grpId="0"/>
      <p:bldP spid="14" grpId="1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5495792" y="1314661"/>
            <a:ext cx="5817476" cy="4617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2pPr>
            <a:lvl3pPr marL="1257300" lvl="2" indent="-342900" algn="just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3pPr>
          </a:lstStyle>
          <a:p>
            <a:r>
              <a:rPr lang="en" altLang="en-US" sz="1800" dirty="0">
                <a:latin typeface="Aptos Display" panose="020B0004020202020204" pitchFamily="34" charset="0"/>
              </a:rPr>
              <a:t>The loop control section is enclosed in parentheses.</a:t>
            </a:r>
            <a:endParaRPr lang="en-US" altLang="zh-CN" sz="1800" dirty="0">
              <a:latin typeface="Aptos Display" panose="020B0004020202020204" pitchFamily="34" charset="0"/>
            </a:endParaRPr>
          </a:p>
          <a:p>
            <a:r>
              <a:rPr lang="en" altLang="en-US" sz="1800" dirty="0">
                <a:latin typeface="Aptos Display" panose="020B0004020202020204" pitchFamily="34" charset="0"/>
              </a:rPr>
              <a:t>Execution process:</a:t>
            </a:r>
            <a:endParaRPr lang="en-US" altLang="zh-CN" sz="1800" dirty="0">
              <a:latin typeface="Aptos Display" panose="020B0004020202020204" pitchFamily="34" charset="0"/>
            </a:endParaRPr>
          </a:p>
          <a:p>
            <a:pPr lvl="1">
              <a:buFont typeface="+mj-lt"/>
              <a:buAutoNum type="alphaLcPeriod"/>
            </a:pPr>
            <a:r>
              <a:rPr lang="en" altLang="en-US" sz="1800" dirty="0">
                <a:latin typeface="Aptos Display" panose="020B0004020202020204" pitchFamily="34" charset="0"/>
              </a:rPr>
              <a:t>Run the loop body once first.</a:t>
            </a:r>
            <a:endParaRPr lang="en-US" altLang="zh-CN" sz="1800" dirty="0">
              <a:latin typeface="Aptos Display" panose="020B0004020202020204" pitchFamily="34" charset="0"/>
            </a:endParaRPr>
          </a:p>
          <a:p>
            <a:pPr lvl="1">
              <a:buFont typeface="+mj-lt"/>
              <a:buAutoNum type="alphaLcPeriod"/>
            </a:pPr>
            <a:r>
              <a:rPr lang="en" altLang="en-US" sz="1800" dirty="0">
                <a:latin typeface="Aptos Display" panose="020B0004020202020204" pitchFamily="34" charset="0"/>
              </a:rPr>
              <a:t>Perform check</a:t>
            </a:r>
            <a:endParaRPr lang="en-US" altLang="zh-CN" sz="1800" dirty="0">
              <a:latin typeface="Aptos Display" panose="020B0004020202020204" pitchFamily="34" charset="0"/>
            </a:endParaRPr>
          </a:p>
          <a:p>
            <a:pPr lvl="2"/>
            <a:r>
              <a:rPr lang="en" altLang="en-US" sz="1800" dirty="0">
                <a:latin typeface="Aptos Display" panose="020B0004020202020204" pitchFamily="34" charset="0"/>
              </a:rPr>
              <a:t>If true, execute the loop body.</a:t>
            </a:r>
            <a:endParaRPr lang="en-US" altLang="zh-CN" sz="1800" dirty="0">
              <a:latin typeface="Aptos Display" panose="020B0004020202020204" pitchFamily="34" charset="0"/>
            </a:endParaRPr>
          </a:p>
          <a:p>
            <a:pPr lvl="2"/>
            <a:r>
              <a:rPr lang="en" altLang="en-US" sz="1800" dirty="0">
                <a:latin typeface="Aptos Display" panose="020B0004020202020204" pitchFamily="34" charset="0"/>
              </a:rPr>
              <a:t>If not, end the loop.</a:t>
            </a:r>
            <a:endParaRPr lang="zh-CN" altLang="zh-CN" sz="1800" dirty="0">
              <a:latin typeface="Aptos Display" panose="020B0004020202020204" pitchFamily="34" charset="0"/>
            </a:endParaRPr>
          </a:p>
          <a:p>
            <a:pPr lvl="1">
              <a:buAutoNum type="alphaLcPeriod"/>
            </a:pPr>
            <a:r>
              <a:rPr lang="en" altLang="en-US" sz="1800" dirty="0">
                <a:latin typeface="Aptos Display" panose="020B0004020202020204" pitchFamily="34" charset="0"/>
              </a:rPr>
              <a:t>Repeat </a:t>
            </a:r>
            <a:r>
              <a:rPr lang="en" altLang="zh-CN" sz="1800" dirty="0">
                <a:latin typeface="Aptos Display" panose="020B0004020202020204" pitchFamily="34" charset="0"/>
              </a:rPr>
              <a:t>b</a:t>
            </a:r>
            <a:endParaRPr lang="zh-CN" altLang="zh-CN" sz="1800" dirty="0">
              <a:latin typeface="Aptos Display" panose="020B0004020202020204" pitchFamily="34" charset="0"/>
            </a:endParaRPr>
          </a:p>
          <a:p>
            <a:r>
              <a:rPr lang="en" altLang="en-US" sz="1800" dirty="0">
                <a:latin typeface="Aptos Display" panose="020B0004020202020204" pitchFamily="34" charset="0"/>
              </a:rPr>
              <a:t>The loop body will be executed at least once.</a:t>
            </a:r>
            <a:endParaRPr lang="en-US" altLang="zh-CN" sz="1800" dirty="0">
              <a:latin typeface="Aptos Display" panose="020B0004020202020204" pitchFamily="34" charset="0"/>
            </a:endParaRPr>
          </a:p>
          <a:p>
            <a:r>
              <a:rPr lang="en" altLang="en-US" sz="1800" dirty="0">
                <a:latin typeface="Aptos Display" panose="020B0004020202020204" pitchFamily="34" charset="0"/>
              </a:rPr>
              <a:t>If the loop body contains multiple statements, curly braces must be added.</a:t>
            </a:r>
            <a:endParaRPr lang="en-US" altLang="zh-CN" sz="1800" dirty="0">
              <a:latin typeface="Aptos Display" panose="020B0004020202020204" pitchFamily="34" charset="0"/>
            </a:endParaRPr>
          </a:p>
          <a:p>
            <a:r>
              <a:rPr lang="en" altLang="en-US" sz="1800" dirty="0">
                <a:latin typeface="Aptos Display" panose="020B0004020202020204" pitchFamily="34" charset="0"/>
              </a:rPr>
              <a:t>Indentation is usually applied to the loop body to make the program more readable.</a:t>
            </a:r>
            <a:endParaRPr lang="en-US" altLang="zh-CN" sz="1800" dirty="0">
              <a:latin typeface="Aptos Display" panose="020B0004020202020204" pitchFamily="34" charset="0"/>
            </a:endParaRPr>
          </a:p>
          <a:p>
            <a:r>
              <a:rPr lang="en" altLang="en-US" sz="1800" dirty="0">
                <a:latin typeface="Aptos Display" panose="020B0004020202020204" pitchFamily="34" charset="0"/>
              </a:rPr>
              <a:t>A semicolon must follow </a:t>
            </a:r>
            <a:r>
              <a:rPr lang="en" altLang="en-US" sz="1800" dirty="0"/>
              <a:t>while</a:t>
            </a:r>
            <a:endParaRPr lang="en-US" altLang="zh-CN" sz="1800" dirty="0"/>
          </a:p>
        </p:txBody>
      </p:sp>
      <p:sp>
        <p:nvSpPr>
          <p:cNvPr id="8" name="内容占位符 2"/>
          <p:cNvSpPr txBox="1"/>
          <p:nvPr/>
        </p:nvSpPr>
        <p:spPr>
          <a:xfrm>
            <a:off x="678610" y="1486111"/>
            <a:ext cx="3853976" cy="19428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" altLang="zh-CN" dirty="0"/>
              <a:t>do{</a:t>
            </a:r>
          </a:p>
          <a:p>
            <a:r>
              <a:rPr lang="en" altLang="en-US" dirty="0"/>
              <a:t>    statement</a:t>
            </a:r>
            <a:r>
              <a:rPr lang="en" altLang="zh-CN" dirty="0"/>
              <a:t>;</a:t>
            </a:r>
          </a:p>
          <a:p>
            <a:r>
              <a:rPr lang="en" altLang="en-US" dirty="0"/>
              <a:t>    statement</a:t>
            </a:r>
            <a:r>
              <a:rPr lang="en" altLang="zh-CN" dirty="0"/>
              <a:t>;</a:t>
            </a:r>
          </a:p>
          <a:p>
            <a:r>
              <a:rPr lang="en" altLang="zh-CN" dirty="0"/>
              <a:t>    ...</a:t>
            </a:r>
          </a:p>
          <a:p>
            <a:r>
              <a:rPr lang="en" altLang="zh-CN" dirty="0"/>
              <a:t>}while(</a:t>
            </a:r>
            <a:r>
              <a:rPr lang="en" altLang="en-US" dirty="0"/>
              <a:t>check</a:t>
            </a:r>
            <a:r>
              <a:rPr lang="en" altLang="zh-CN" dirty="0"/>
              <a:t>);</a:t>
            </a:r>
          </a:p>
        </p:txBody>
      </p:sp>
      <p:sp>
        <p:nvSpPr>
          <p:cNvPr id="5" name="右大括号 4"/>
          <p:cNvSpPr/>
          <p:nvPr/>
        </p:nvSpPr>
        <p:spPr>
          <a:xfrm>
            <a:off x="2715122" y="1948070"/>
            <a:ext cx="310101" cy="874643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086404" y="2200725"/>
            <a:ext cx="1158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Loop body</a:t>
            </a:r>
          </a:p>
        </p:txBody>
      </p:sp>
      <p:sp>
        <p:nvSpPr>
          <p:cNvPr id="9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do-while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loop: Syntax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739844" y="1313861"/>
            <a:ext cx="331764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 i;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 &gt;&gt; n;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 == 1)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AU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2; </a:t>
            </a:r>
            <a:r>
              <a:rPr lang="en-AU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n; ++ i)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(n%i == 0)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break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AU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&gt;= n)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"Yes"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26818" y="1318317"/>
            <a:ext cx="3224208" cy="23292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en-US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Problem Description</a:t>
            </a:r>
            <a:endParaRPr lang="en-US" altLang="zh-CN" sz="1600" b="1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For a positive integer </a:t>
            </a:r>
            <a:r>
              <a:rPr lang="en" altLang="zh-CN" sz="1400" i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x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greater than 1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if it has no factors other than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itself, we call </a:t>
            </a:r>
            <a:r>
              <a:rPr lang="en" altLang="zh-CN" sz="1400" i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x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 prime number.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Input a positive integer </a:t>
            </a:r>
            <a:r>
              <a:rPr lang="en" altLang="zh-CN" sz="1400" i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(guaranteed to be within the range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of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).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Output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‘Yes’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 </a:t>
            </a:r>
            <a:r>
              <a:rPr lang="en" altLang="zh-CN" sz="1400" i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is a prime number, output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‘No’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otherwise.</a:t>
            </a:r>
            <a:endParaRPr lang="zh-CN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26817" y="3484057"/>
            <a:ext cx="3224209" cy="31371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en-US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Analysis</a:t>
            </a:r>
            <a:endParaRPr lang="en-US" altLang="zh-CN" sz="1600" b="1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85750" indent="-285750" defTabSz="914400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all numbers from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</a:t>
            </a:r>
            <a:r>
              <a:rPr lang="en" altLang="zh-CN" sz="1400" i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-1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are not divisible by </a:t>
            </a:r>
            <a:r>
              <a:rPr lang="en" altLang="zh-CN" sz="1400" i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then </a:t>
            </a:r>
            <a:r>
              <a:rPr lang="en" altLang="zh-CN" sz="1400" i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a prime number.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85750" indent="-285750" defTabSz="914400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"Up to </a:t>
            </a:r>
            <a:r>
              <a:rPr lang="en" altLang="zh-CN" sz="1400" i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-1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" can be optimised to "Up to the square root of </a:t>
            </a:r>
            <a:r>
              <a:rPr lang="en" altLang="zh-CN" sz="1400" i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(rounded up)".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85750" indent="-285750" defTabSz="914400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loop body is a </a:t>
            </a:r>
            <a:r>
              <a:rPr lang="en" altLang="en-US" sz="1400" b="1" i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null statement</a:t>
            </a:r>
            <a:endParaRPr lang="en-US" altLang="zh-CN" sz="1400" b="1" i="1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85750" indent="-285750" defTabSz="914400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loop has two exits; the condition is determined based on the exit.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85750" indent="-285750" defTabSz="914400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Consider the special case: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not a prime number.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376684" y="1313861"/>
            <a:ext cx="386281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 i;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 &gt;&gt; n;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 == 1)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for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</a:t>
            </a:r>
            <a:r>
              <a:rPr lang="en-AU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= 2;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i*</a:t>
            </a:r>
            <a:r>
              <a:rPr lang="en-AU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&lt;= n; ++ i)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(n%i == 0)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break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(i*</a:t>
            </a:r>
            <a:r>
              <a:rPr lang="en-AU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n)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"Yes"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Determine if a number is prime</a:t>
            </a:r>
            <a:r>
              <a:rPr lang="zh-C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number</a:t>
            </a:r>
            <a:endParaRPr lang="e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739844" y="5289040"/>
            <a:ext cx="34064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There are two possibilities for the loop to end:</a:t>
            </a:r>
            <a:endParaRPr lang="en-US" altLang="zh-CN" sz="12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Either </a:t>
            </a:r>
            <a:r>
              <a:rPr lang="en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i&lt;n</a:t>
            </a: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not true, or </a:t>
            </a:r>
            <a:r>
              <a:rPr lang="en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n%i</a:t>
            </a: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zero.</a:t>
            </a:r>
            <a:endParaRPr lang="en-US" altLang="zh-CN" sz="12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former indicates </a:t>
            </a: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that </a:t>
            </a:r>
            <a:r>
              <a:rPr lang="en" altLang="zh-CN" sz="1200" i="1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a prime number,  the latter indicates that </a:t>
            </a:r>
            <a:r>
              <a:rPr lang="en" altLang="zh-CN" sz="1200" i="1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not a prime number. </a:t>
            </a:r>
          </a:p>
          <a:p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After the loop ends, we can tell which case it is based on whether </a:t>
            </a:r>
            <a:r>
              <a:rPr lang="en-US" altLang="zh-CN" sz="12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&gt;=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(opposite of 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 </a:t>
            </a:r>
            <a:endParaRPr lang="zh-CN" altLang="en-US" sz="1200" dirty="0">
              <a:solidFill>
                <a:srgbClr val="FF0000"/>
              </a:solidFill>
              <a:latin typeface="Aptos Display" panose="020B00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884151" y="2482930"/>
            <a:ext cx="18810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There's no need to try every number less than </a:t>
            </a:r>
            <a:r>
              <a:rPr lang="en" altLang="zh-CN" sz="1200" i="1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; up to square root of </a:t>
            </a:r>
            <a:r>
              <a:rPr lang="en" altLang="zh-CN" sz="1200" i="1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enough.</a:t>
            </a:r>
          </a:p>
        </p:txBody>
      </p:sp>
      <p:sp>
        <p:nvSpPr>
          <p:cNvPr id="12" name="矩形 11"/>
          <p:cNvSpPr/>
          <p:nvPr/>
        </p:nvSpPr>
        <p:spPr>
          <a:xfrm>
            <a:off x="9944539" y="3445268"/>
            <a:ext cx="18206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Think, why is it </a:t>
            </a:r>
            <a:r>
              <a:rPr lang="en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i*i &lt;= n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not </a:t>
            </a:r>
            <a:r>
              <a:rPr lang="en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i*i &lt; n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? What is the purpose of the extra equal signs?</a:t>
            </a:r>
          </a:p>
        </p:txBody>
      </p:sp>
      <p:sp>
        <p:nvSpPr>
          <p:cNvPr id="13" name="矩形 12"/>
          <p:cNvSpPr/>
          <p:nvPr/>
        </p:nvSpPr>
        <p:spPr>
          <a:xfrm>
            <a:off x="7376684" y="5289041"/>
            <a:ext cx="38628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There are two possibilities for the loop to end:</a:t>
            </a:r>
            <a:endParaRPr lang="en-US" altLang="zh-CN" sz="12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Either </a:t>
            </a:r>
            <a:r>
              <a:rPr lang="en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i*i &lt;= n</a:t>
            </a: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not true, or </a:t>
            </a:r>
            <a:r>
              <a:rPr lang="en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n%i</a:t>
            </a: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zero.</a:t>
            </a:r>
            <a:endParaRPr lang="en-US" altLang="zh-CN" sz="12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former indicates that </a:t>
            </a:r>
            <a:r>
              <a:rPr lang="en" altLang="zh-CN" sz="1200" i="1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a prime number, the latter indicates that </a:t>
            </a:r>
            <a:r>
              <a:rPr lang="en" altLang="zh-CN" sz="1200" i="1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not a prime number.</a:t>
            </a:r>
            <a:endParaRPr lang="en-US" altLang="zh-CN" sz="12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Therefore, after the loop ends, tell which case it is based on </a:t>
            </a:r>
            <a:r>
              <a:rPr lang="en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i*i &gt; n </a:t>
            </a:r>
            <a:r>
              <a:rPr lang="e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opposite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of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*i &lt;= n</a:t>
            </a:r>
            <a:r>
              <a:rPr lang="e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endParaRPr lang="zh-CN" altLang="en-US" sz="1200" dirty="0">
              <a:solidFill>
                <a:srgbClr val="FF0000"/>
              </a:solidFill>
              <a:latin typeface="Aptos Display" panose="020B00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6" grpId="0"/>
      <p:bldP spid="5" grpId="0"/>
      <p:bldP spid="7" grpId="0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DBAD1-5B7F-8A72-B5A0-685B88C39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7F6345ED-8695-0543-67C2-E408FCB14938}"/>
              </a:ext>
            </a:extLst>
          </p:cNvPr>
          <p:cNvSpPr txBox="1"/>
          <p:nvPr/>
        </p:nvSpPr>
        <p:spPr>
          <a:xfrm>
            <a:off x="678609" y="1436728"/>
            <a:ext cx="4743847" cy="1330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  <a:defRPr sz="1400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2pPr>
            <a:lvl3pPr marL="1257300" lvl="2" indent="-342900" algn="just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3pPr>
          </a:lstStyle>
          <a:p>
            <a:r>
              <a:rPr lang="en" altLang="zh-CN" sz="2000" b="1" dirty="0">
                <a:solidFill>
                  <a:srgbClr val="006699"/>
                </a:solidFill>
                <a:latin typeface="Aptos Display" panose="020B0004020202020204" pitchFamily="34" charset="0"/>
              </a:rPr>
              <a:t>break statement </a:t>
            </a:r>
            <a:r>
              <a:rPr lang="en" altLang="en-US" sz="2000" dirty="0">
                <a:latin typeface="Aptos Display" panose="020B0004020202020204" pitchFamily="34" charset="0"/>
              </a:rPr>
              <a:t>in a loop will end the current loop immediately.</a:t>
            </a:r>
            <a:endParaRPr lang="en-US" altLang="zh-CN" sz="2000" dirty="0">
              <a:latin typeface="Aptos Display" panose="020B0004020202020204" pitchFamily="34" charset="0"/>
            </a:endParaRPr>
          </a:p>
          <a:p>
            <a:r>
              <a:rPr lang="en" altLang="en-US" sz="2000" dirty="0">
                <a:latin typeface="Aptos Display" panose="020B0004020202020204" pitchFamily="34" charset="0"/>
              </a:rPr>
              <a:t>If it's </a:t>
            </a:r>
            <a:r>
              <a:rPr lang="en" altLang="zh-CN" sz="2000" dirty="0">
                <a:latin typeface="Aptos Display" panose="020B0004020202020204" pitchFamily="34" charset="0"/>
              </a:rPr>
              <a:t>a </a:t>
            </a:r>
            <a:r>
              <a:rPr lang="en" altLang="zh-CN" sz="2000" b="1" dirty="0">
                <a:solidFill>
                  <a:srgbClr val="006699"/>
                </a:solidFill>
                <a:latin typeface="Aptos Display" panose="020B0004020202020204" pitchFamily="34" charset="0"/>
              </a:rPr>
              <a:t>for </a:t>
            </a:r>
            <a:r>
              <a:rPr lang="en" altLang="en-US" sz="2000" b="1" dirty="0">
                <a:solidFill>
                  <a:srgbClr val="006699"/>
                </a:solidFill>
                <a:latin typeface="Aptos Display" panose="020B0004020202020204" pitchFamily="34" charset="0"/>
              </a:rPr>
              <a:t>loop</a:t>
            </a:r>
            <a:r>
              <a:rPr lang="en" altLang="en-US" sz="2000" dirty="0">
                <a:latin typeface="Aptos Display" panose="020B0004020202020204" pitchFamily="34" charset="0"/>
              </a:rPr>
              <a:t>, the "change" will not be executed.</a:t>
            </a:r>
            <a:endParaRPr lang="zh-CN" altLang="zh-CN" sz="2000" dirty="0">
              <a:latin typeface="Aptos Display" panose="020B0004020202020204" pitchFamily="34" charset="0"/>
            </a:endParaRPr>
          </a:p>
        </p:txBody>
      </p:sp>
      <p:sp>
        <p:nvSpPr>
          <p:cNvPr id="9" name="文本框 23">
            <a:extLst>
              <a:ext uri="{FF2B5EF4-FFF2-40B4-BE49-F238E27FC236}">
                <a16:creationId xmlns:a16="http://schemas.microsoft.com/office/drawing/2014/main" id="{1FA6FB05-DF09-D7C8-2EBF-3043817CB70C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break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statement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1406FC9-442D-D41A-BBDB-5DD28DF942A0}"/>
              </a:ext>
            </a:extLst>
          </p:cNvPr>
          <p:cNvSpPr txBox="1"/>
          <p:nvPr/>
        </p:nvSpPr>
        <p:spPr>
          <a:xfrm>
            <a:off x="5546749" y="1296762"/>
            <a:ext cx="6464276" cy="4524315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cin &gt;&gt; n;</a:t>
            </a:r>
            <a:endParaRPr lang="zh-CN" altLang="zh-CN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(n){</a:t>
            </a:r>
            <a:endParaRPr lang="zh-CN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    </a:t>
            </a:r>
            <a:r>
              <a:rPr lang="en" altLang="zh-CN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(n%10 == 0)</a:t>
            </a:r>
            <a:endParaRPr lang="zh-CN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break</a:t>
            </a:r>
            <a:r>
              <a:rPr lang="e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n /= 10;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endParaRPr lang="zh-CN" altLang="zh-CN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(n)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    </a:t>
            </a:r>
            <a:r>
              <a:rPr lang="e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&lt;&lt; </a:t>
            </a:r>
            <a:r>
              <a:rPr lang="en" altLang="zh-CN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 </a:t>
            </a:r>
            <a:r>
              <a:rPr lang="en" altLang="en-US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contains the</a:t>
            </a:r>
            <a:r>
              <a:rPr lang="en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digit 0</a:t>
            </a:r>
            <a:r>
              <a:rPr lang="en" altLang="zh-CN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    </a:t>
            </a:r>
            <a:r>
              <a:rPr lang="e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&lt;&lt; </a:t>
            </a:r>
            <a:r>
              <a:rPr lang="en" altLang="zh-CN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 does not contain the digit </a:t>
            </a:r>
            <a:r>
              <a:rPr lang="en" altLang="zh-CN" dirty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en" altLang="zh-CN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724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440613" y="1285899"/>
            <a:ext cx="5303711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  <a:defRPr sz="1400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2pPr>
            <a:lvl3pPr marL="1257300" lvl="2" indent="-342900" algn="just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3pPr>
          </a:lstStyle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b="1" dirty="0">
                <a:solidFill>
                  <a:srgbClr val="006699"/>
                </a:solidFill>
                <a:latin typeface="Aptos Display" panose="020B0004020202020204" pitchFamily="34" charset="0"/>
              </a:rPr>
              <a:t>continue statement </a:t>
            </a:r>
            <a:r>
              <a:rPr lang="en" altLang="en-US" dirty="0">
                <a:latin typeface="Aptos Display" panose="020B0004020202020204" pitchFamily="34" charset="0"/>
              </a:rPr>
              <a:t>within a loop terminates the current iteration of the loop, allowing the loop to continue execution.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marL="268288" lvl="1" indent="-26828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" altLang="en-US" dirty="0">
                <a:latin typeface="Aptos Display" panose="020B0004020202020204" pitchFamily="34" charset="0"/>
              </a:rPr>
              <a:t>If it's </a:t>
            </a:r>
            <a:r>
              <a:rPr lang="en" altLang="zh-CN" b="1" dirty="0">
                <a:solidFill>
                  <a:srgbClr val="006699"/>
                </a:solidFill>
                <a:latin typeface="Aptos Display" panose="020B0004020202020204" pitchFamily="34" charset="0"/>
              </a:rPr>
              <a:t>a for </a:t>
            </a:r>
            <a:r>
              <a:rPr lang="en" altLang="en-US" dirty="0">
                <a:latin typeface="Aptos Display" panose="020B0004020202020204" pitchFamily="34" charset="0"/>
              </a:rPr>
              <a:t>loop, it will execute the "change" statement first, and then execute the "</a:t>
            </a:r>
            <a:r>
              <a:rPr lang="en-US" altLang="zh-CN" dirty="0">
                <a:latin typeface="Aptos Display" panose="020B0004020202020204" pitchFamily="34" charset="0"/>
              </a:rPr>
              <a:t>check</a:t>
            </a:r>
            <a:r>
              <a:rPr lang="en" altLang="en-US" dirty="0">
                <a:latin typeface="Aptos Display" panose="020B0004020202020204" pitchFamily="34" charset="0"/>
              </a:rPr>
              <a:t>" statement.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marL="268288" lvl="1" indent="-26828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" altLang="en-US" dirty="0">
                <a:latin typeface="Aptos Display" panose="020B0004020202020204" pitchFamily="34" charset="0"/>
              </a:rPr>
              <a:t>If it's </a:t>
            </a:r>
            <a:r>
              <a:rPr lang="en" altLang="zh-CN" sz="1400" b="1" dirty="0">
                <a:solidFill>
                  <a:srgbClr val="006699"/>
                </a:solidFill>
                <a:latin typeface="Aptos Display" panose="020B0004020202020204" pitchFamily="34" charset="0"/>
              </a:rPr>
              <a:t>a while </a:t>
            </a:r>
            <a:r>
              <a:rPr lang="en" altLang="en-US" dirty="0">
                <a:latin typeface="Aptos Display" panose="020B0004020202020204" pitchFamily="34" charset="0"/>
              </a:rPr>
              <a:t>loop, the "</a:t>
            </a:r>
            <a:r>
              <a:rPr lang="en-US" altLang="zh-CN" dirty="0">
                <a:latin typeface="Aptos Display" panose="020B0004020202020204" pitchFamily="34" charset="0"/>
              </a:rPr>
              <a:t>check</a:t>
            </a:r>
            <a:r>
              <a:rPr lang="en" altLang="en-US" dirty="0">
                <a:latin typeface="Aptos Display" panose="020B0004020202020204" pitchFamily="34" charset="0"/>
              </a:rPr>
              <a:t>" will be executed directly;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marL="447675" lvl="2" indent="-17938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" altLang="en-US" dirty="0">
                <a:latin typeface="Aptos Display" panose="020B0004020202020204" pitchFamily="34" charset="0"/>
              </a:rPr>
              <a:t>If </a:t>
            </a:r>
            <a:r>
              <a:rPr lang="en-US" altLang="zh-CN" dirty="0">
                <a:latin typeface="Aptos Display" panose="020B0004020202020204" pitchFamily="34" charset="0"/>
              </a:rPr>
              <a:t>check</a:t>
            </a:r>
            <a:r>
              <a:rPr lang="en" altLang="en-US" dirty="0">
                <a:latin typeface="Aptos Display" panose="020B0004020202020204" pitchFamily="34" charset="0"/>
              </a:rPr>
              <a:t> is true, execute the loop body;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marL="447675" lvl="2" indent="-179388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" altLang="en-US" dirty="0">
                <a:latin typeface="Aptos Display" panose="020B0004020202020204" pitchFamily="34" charset="0"/>
              </a:rPr>
              <a:t>If </a:t>
            </a:r>
            <a:r>
              <a:rPr lang="en-US" altLang="zh-CN" dirty="0">
                <a:latin typeface="Aptos Display" panose="020B0004020202020204" pitchFamily="34" charset="0"/>
              </a:rPr>
              <a:t>check</a:t>
            </a:r>
            <a:r>
              <a:rPr lang="en" altLang="en-US" dirty="0">
                <a:latin typeface="Aptos Display" panose="020B0004020202020204" pitchFamily="34" charset="0"/>
              </a:rPr>
              <a:t> is false, end the loop;</a:t>
            </a:r>
            <a:endParaRPr lang="zh-CN" altLang="zh-CN" dirty="0">
              <a:latin typeface="Aptos Display" panose="020B0004020202020204" pitchFamily="34" charset="0"/>
            </a:endParaRPr>
          </a:p>
        </p:txBody>
      </p:sp>
      <p:sp>
        <p:nvSpPr>
          <p:cNvPr id="9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continue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statement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694F0FE-6A11-61E1-8036-D5A974DCE3D8}"/>
              </a:ext>
            </a:extLst>
          </p:cNvPr>
          <p:cNvSpPr txBox="1"/>
          <p:nvPr/>
        </p:nvSpPr>
        <p:spPr>
          <a:xfrm>
            <a:off x="678608" y="3738620"/>
            <a:ext cx="5587908" cy="3046988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008200"/>
                </a:solidFill>
                <a:latin typeface="Consolas" panose="020B0609020204030204" pitchFamily="49" charset="0"/>
              </a:rPr>
              <a:t>// </a:t>
            </a:r>
            <a:r>
              <a:rPr lang="en" altLang="en-US" sz="16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Five-digit numbers with special properties</a:t>
            </a:r>
            <a:endParaRPr lang="en-US" altLang="zh-CN" sz="16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 = 10000; i &lt; 100000; i++){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a=i%10, b=i/10%10, c=i/100%10;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d=i/1000%10, e=i/10000;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(a&amp;&amp;b&amp;&amp;c&amp;&amp;d&amp;&amp;e&amp;&amp;</a:t>
            </a:r>
            <a:r>
              <a:rPr lang="en" altLang="zh-CN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a+c+e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en" altLang="zh-CN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b+d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&amp;&amp;a*c*e==b*d)</a:t>
            </a:r>
          </a:p>
          <a:p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cout &lt;&lt; </a:t>
            </a:r>
            <a:r>
              <a:rPr lang="en-AU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&lt;&lt;" ";</a:t>
            </a:r>
          </a:p>
          <a:p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endParaRPr lang="zh-CN" altLang="zh-CN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2D4439-694D-CE0C-C1CC-0BE1D640AE01}"/>
              </a:ext>
            </a:extLst>
          </p:cNvPr>
          <p:cNvSpPr txBox="1"/>
          <p:nvPr/>
        </p:nvSpPr>
        <p:spPr>
          <a:xfrm>
            <a:off x="6440613" y="3194114"/>
            <a:ext cx="5303711" cy="3108543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</a:rPr>
              <a:t>// </a:t>
            </a:r>
            <a:r>
              <a:rPr lang="en" altLang="en-US" sz="14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Five-digit numbers with special properties</a:t>
            </a:r>
            <a:endParaRPr lang="en-US" altLang="zh-CN" sz="14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i=10000; i&lt;100000; </a:t>
            </a:r>
            <a:r>
              <a:rPr lang="en-AU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++){</a:t>
            </a: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i%10, b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/10%10, c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/100%10;</a:t>
            </a: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/1000%10, e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/10000;</a:t>
            </a: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(a*b*c*d*e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0)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continue;</a:t>
            </a: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a+c+e != b+d )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continue;</a:t>
            </a: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(a*c*e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!=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b*d)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continue;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" ";</a:t>
            </a:r>
          </a:p>
          <a:p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endParaRPr lang="zh-CN" altLang="zh-CN" sz="14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52A81F41-1974-6877-FBC3-41E64F3EF880}"/>
              </a:ext>
            </a:extLst>
          </p:cNvPr>
          <p:cNvSpPr>
            <a:spLocks noGrp="1"/>
          </p:cNvSpPr>
          <p:nvPr/>
        </p:nvSpPr>
        <p:spPr>
          <a:xfrm>
            <a:off x="7553536" y="1285899"/>
            <a:ext cx="3390469" cy="9075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2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9C09D7-660F-1F0C-2B8D-3C277199BF05}"/>
              </a:ext>
            </a:extLst>
          </p:cNvPr>
          <p:cNvSpPr txBox="1"/>
          <p:nvPr/>
        </p:nvSpPr>
        <p:spPr>
          <a:xfrm>
            <a:off x="678608" y="1322574"/>
            <a:ext cx="5576735" cy="2416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indent="0" algn="just" defTabSz="914400">
              <a:lnSpc>
                <a:spcPct val="150000"/>
              </a:lnSpc>
              <a:buFont typeface="+mj-lt"/>
              <a:buNone/>
              <a:defRPr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charset="-122"/>
                <a:cs typeface="Courier New" panose="02070309020205020404" pitchFamily="49" charset="0"/>
              </a:defRPr>
            </a:lvl1pPr>
          </a:lstStyle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" altLang="zh-CN" sz="1400" b="1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[</a:t>
            </a:r>
            <a:r>
              <a:rPr lang="en" altLang="en-US" sz="1400" b="1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</a:t>
            </a:r>
            <a:r>
              <a:rPr lang="en" altLang="zh-CN" sz="1400" b="1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] </a:t>
            </a:r>
            <a:r>
              <a:rPr lang="en" altLang="en-US" sz="1400" b="1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Five-digit numbers with special properties</a:t>
            </a:r>
            <a:endParaRPr lang="en-US" altLang="zh-CN" sz="1400" b="1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There is a class of five-digit numbers that satisfy the following property:</a:t>
            </a:r>
            <a:endParaRPr lang="en-US" altLang="zh-CN" sz="14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1. </a:t>
            </a:r>
            <a:r>
              <a:rPr lang="en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None of the digits are </a:t>
            </a:r>
            <a:r>
              <a:rPr lang="en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 </a:t>
            </a:r>
            <a:r>
              <a:rPr lang="en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en-US" altLang="zh-CN" sz="14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2. </a:t>
            </a:r>
            <a:r>
              <a:rPr lang="en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ones place plus the hundreds place plus the ten thousands place equals the tens place plus the thousands place;</a:t>
            </a:r>
            <a:endParaRPr lang="en-US" altLang="zh-CN" sz="14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3. </a:t>
            </a:r>
            <a:r>
              <a:rPr lang="en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Multiplying the ones place by the hundreds place by the ten thousands place equals multiplying the tens place by the thousands place;</a:t>
            </a:r>
            <a:endParaRPr lang="en-US" altLang="zh-CN" sz="14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" altLang="en-US" sz="1400" dirty="0">
                <a:latin typeface="Aptos Display" panose="020B0004020202020204" pitchFamily="34" charset="0"/>
              </a:rPr>
              <a:t>Output all five-digit numbers that meet the requirements of the problem in ascending order, separated by spaces.</a:t>
            </a:r>
            <a:endParaRPr lang="en-US" altLang="zh-CN" sz="14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8112D732-8401-B752-7FC6-2AD6BFB0FFD5}"/>
              </a:ext>
            </a:extLst>
          </p:cNvPr>
          <p:cNvSpPr/>
          <p:nvPr/>
        </p:nvSpPr>
        <p:spPr>
          <a:xfrm>
            <a:off x="6542367" y="4279216"/>
            <a:ext cx="472295" cy="81915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 animBg="1"/>
      <p:bldP spid="3" grpId="0" animBg="1"/>
      <p:bldP spid="5" grpId="0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</a:t>
            </a:r>
            <a:r>
              <a:rPr lang="zh-C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Pride of the Little Squirrel</a:t>
            </a:r>
          </a:p>
        </p:txBody>
      </p:sp>
      <p:sp>
        <p:nvSpPr>
          <p:cNvPr id="8" name="矩形 7"/>
          <p:cNvSpPr/>
          <p:nvPr/>
        </p:nvSpPr>
        <p:spPr>
          <a:xfrm>
            <a:off x="431988" y="1310322"/>
            <a:ext cx="3863787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little squirrel learned to collect pine cones. It collected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one on the first day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two on the second day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so on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collecting </a:t>
            </a:r>
            <a:r>
              <a:rPr lang="en" altLang="zh-CN" sz="1600" i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on the </a:t>
            </a:r>
            <a:r>
              <a:rPr lang="en" altLang="zh-CN" sz="1600" i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 day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 It was very proud and wanted to show all the pine cones to its mother.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Input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 integer </a:t>
            </a:r>
            <a:r>
              <a:rPr lang="en" altLang="zh-CN" sz="1600" i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≤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≤ 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), and a character </a:t>
            </a:r>
            <a:r>
              <a:rPr lang="en" altLang="zh-CN" sz="1600" i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(ensure it is a printable character).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Output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i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lines, each displaying </a:t>
            </a:r>
            <a:r>
              <a:rPr lang="en" altLang="zh-CN" sz="1600" i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characters </a:t>
            </a:r>
            <a:r>
              <a:rPr lang="en" altLang="zh-CN" sz="1600" i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separated by single spaces.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Sample Input: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5 </a:t>
            </a:r>
            <a:r>
              <a:rPr lang="e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Sample output:</a:t>
            </a:r>
            <a:endParaRPr lang="en-US" altLang="zh-CN" sz="1600" b="1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 *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 * *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 * * </a:t>
            </a:r>
            <a:r>
              <a:rPr lang="e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 * * </a:t>
            </a:r>
            <a:r>
              <a:rPr lang="e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 *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4295775" y="1310322"/>
            <a:ext cx="3568161" cy="463327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 i, j;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 &gt;&gt; n &gt;&gt; c;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(i=1; i&lt;=n; ++i){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    </a:t>
            </a: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(j=1; j&lt;=i; ++j)</a:t>
            </a:r>
            <a:endParaRPr lang="en-US" altLang="zh-CN" sz="16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&lt;&lt; c &lt;&lt; " ";</a:t>
            </a:r>
            <a:endParaRPr lang="en-US" altLang="zh-CN" sz="16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&lt;&lt; endl;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内容占位符 2"/>
          <p:cNvSpPr txBox="1"/>
          <p:nvPr/>
        </p:nvSpPr>
        <p:spPr>
          <a:xfrm>
            <a:off x="7863936" y="1315718"/>
            <a:ext cx="3794664" cy="46278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 i, j;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 &gt;&gt; n &gt;&gt; c;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(i=1; i&lt;=n; ++i){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cout &lt;&lt; c;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    </a:t>
            </a: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(j=2; j&lt;=i; ++j)</a:t>
            </a:r>
            <a:endParaRPr lang="en-US" altLang="zh-CN" sz="16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&lt;&lt; " " &lt;&lt; c;</a:t>
            </a:r>
            <a:endParaRPr lang="en-US" altLang="zh-CN" sz="16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&lt;&lt; endl;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734176" y="3585554"/>
            <a:ext cx="13393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Each line will always end with an extra space.</a:t>
            </a:r>
          </a:p>
        </p:txBody>
      </p:sp>
      <p:sp>
        <p:nvSpPr>
          <p:cNvPr id="13" name="矩形 12"/>
          <p:cNvSpPr/>
          <p:nvPr/>
        </p:nvSpPr>
        <p:spPr>
          <a:xfrm>
            <a:off x="9574364" y="4143106"/>
            <a:ext cx="21856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You can output the first character first, then loop through the next </a:t>
            </a:r>
            <a:r>
              <a:rPr lang="en" altLang="zh-CN" sz="1200" i="1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-1 characters, outputting space first and then the remaining characters within the loop.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1" grpId="0"/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191374" y="1295481"/>
            <a:ext cx="4121893" cy="4919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  <a:defRPr sz="1400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2pPr>
            <a:lvl3pPr marL="1257300" lvl="2" indent="-342900" algn="just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3pPr>
          </a:lstStyle>
          <a:p>
            <a:pPr>
              <a:lnSpc>
                <a:spcPct val="100000"/>
              </a:lnSpc>
            </a:pPr>
            <a:r>
              <a:rPr lang="en" altLang="zh-CN" sz="1600" dirty="0">
                <a:latin typeface="Aptos Display" panose="020B0004020202020204" pitchFamily="34" charset="0"/>
              </a:rPr>
              <a:t>9 </a:t>
            </a:r>
            <a:r>
              <a:rPr lang="en" altLang="en-US" sz="1600" dirty="0">
                <a:latin typeface="Aptos Display" panose="020B0004020202020204" pitchFamily="34" charset="0"/>
              </a:rPr>
              <a:t>possible combinations nesting </a:t>
            </a:r>
            <a:r>
              <a:rPr lang="en" altLang="en-US" sz="1600" dirty="0"/>
              <a:t>for</a:t>
            </a:r>
            <a:r>
              <a:rPr lang="en" altLang="en-US" sz="1600" dirty="0">
                <a:latin typeface="Aptos Display" panose="020B0004020202020204" pitchFamily="34" charset="0"/>
              </a:rPr>
              <a:t>, </a:t>
            </a:r>
            <a:r>
              <a:rPr lang="en" altLang="en-US" sz="1600" dirty="0"/>
              <a:t>while</a:t>
            </a:r>
            <a:r>
              <a:rPr lang="en" altLang="en-US" sz="1600" dirty="0">
                <a:latin typeface="Aptos Display" panose="020B0004020202020204" pitchFamily="34" charset="0"/>
              </a:rPr>
              <a:t>, and </a:t>
            </a:r>
            <a:r>
              <a:rPr lang="en" altLang="en-US" sz="1600" dirty="0"/>
              <a:t>do-while</a:t>
            </a:r>
            <a:r>
              <a:rPr lang="en" altLang="en-US" sz="1600" dirty="0">
                <a:latin typeface="Aptos Display" panose="020B0004020202020204" pitchFamily="34" charset="0"/>
              </a:rPr>
              <a:t> loops.</a:t>
            </a:r>
            <a:endParaRPr lang="en-US" altLang="zh-CN" sz="1600" dirty="0">
              <a:latin typeface="Aptos Display" panose="020B00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" altLang="en-US" sz="1600" dirty="0">
                <a:latin typeface="Aptos Display" panose="020B0004020202020204" pitchFamily="34" charset="0"/>
              </a:rPr>
              <a:t>The above combinations can be used with further </a:t>
            </a:r>
            <a:r>
              <a:rPr lang="en" altLang="zh-CN" sz="1600" dirty="0"/>
              <a:t>for</a:t>
            </a:r>
            <a:r>
              <a:rPr lang="en" altLang="en-US" sz="1600" dirty="0">
                <a:latin typeface="Aptos Display" panose="020B0004020202020204" pitchFamily="34" charset="0"/>
              </a:rPr>
              <a:t>, </a:t>
            </a:r>
            <a:r>
              <a:rPr lang="en" altLang="zh-CN" sz="1600" dirty="0"/>
              <a:t>while</a:t>
            </a:r>
            <a:r>
              <a:rPr lang="en" altLang="zh-CN" sz="1600" dirty="0">
                <a:latin typeface="Aptos Display" panose="020B0004020202020204" pitchFamily="34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</a:rPr>
              <a:t>, </a:t>
            </a:r>
            <a:r>
              <a:rPr lang="en" altLang="zh-CN" sz="1600" dirty="0">
                <a:latin typeface="Aptos Display" panose="020B0004020202020204" pitchFamily="34" charset="0"/>
              </a:rPr>
              <a:t>and </a:t>
            </a:r>
            <a:r>
              <a:rPr lang="en" altLang="zh-CN" sz="1600" dirty="0"/>
              <a:t>do-while</a:t>
            </a:r>
            <a:r>
              <a:rPr lang="en" altLang="zh-CN" sz="1600" dirty="0">
                <a:latin typeface="Aptos Display" panose="020B0004020202020204" pitchFamily="34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</a:rPr>
              <a:t>loops to create more complex multi-level loops.</a:t>
            </a:r>
            <a:endParaRPr lang="zh-CN" altLang="zh-CN" sz="1600" dirty="0">
              <a:latin typeface="Aptos Display" panose="020B00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" altLang="en-US" sz="1600" dirty="0">
                <a:latin typeface="Aptos Display" panose="020B0004020202020204" pitchFamily="34" charset="0"/>
              </a:rPr>
              <a:t>The inner loop, which is the loop body of the outer loop, must be fully executed each time the outer loop is executed.</a:t>
            </a:r>
            <a:endParaRPr lang="en-US" altLang="zh-CN" sz="1600" dirty="0">
              <a:latin typeface="Aptos Display" panose="020B00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" altLang="en-US" sz="1600" dirty="0">
                <a:latin typeface="Aptos Display" panose="020B0004020202020204" pitchFamily="34" charset="0"/>
              </a:rPr>
              <a:t>The total number of times the inner loop body is executed follows the multiplication principle:</a:t>
            </a:r>
            <a:endParaRPr lang="en-US" altLang="zh-CN" sz="1600" dirty="0">
              <a:latin typeface="Aptos Display" panose="020B0004020202020204" pitchFamily="34" charset="0"/>
            </a:endParaRPr>
          </a:p>
          <a:p>
            <a:pPr marL="6413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" altLang="en-US" sz="1600" dirty="0">
                <a:latin typeface="Aptos Display" panose="020B0004020202020204" pitchFamily="34" charset="0"/>
              </a:rPr>
              <a:t>The number of times the inner loop body is executed is added together.</a:t>
            </a:r>
            <a:endParaRPr lang="en-US" altLang="zh-CN" sz="1600" dirty="0">
              <a:latin typeface="Aptos Display" panose="020B0004020202020204" pitchFamily="34" charset="0"/>
            </a:endParaRPr>
          </a:p>
          <a:p>
            <a:pPr marL="6413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" altLang="en-US" sz="1600" dirty="0">
                <a:latin typeface="Aptos Display" panose="020B0004020202020204" pitchFamily="34" charset="0"/>
              </a:rPr>
              <a:t>In other words, the number of times the outer loop body is executed </a:t>
            </a:r>
            <a:r>
              <a:rPr lang="en" altLang="zh-CN" sz="1600" dirty="0">
                <a:latin typeface="Aptos Display" panose="020B0004020202020204" pitchFamily="34" charset="0"/>
              </a:rPr>
              <a:t>multiplied by </a:t>
            </a:r>
            <a:r>
              <a:rPr lang="en" altLang="en-US" sz="1600" dirty="0">
                <a:latin typeface="Aptos Display" panose="020B0004020202020204" pitchFamily="34" charset="0"/>
              </a:rPr>
              <a:t>the number of times the inner loop body is executed once.</a:t>
            </a:r>
            <a:endParaRPr lang="en-US" altLang="zh-CN" sz="1600" dirty="0">
              <a:latin typeface="Aptos Display" panose="020B0004020202020204" pitchFamily="34" charset="0"/>
            </a:endParaRPr>
          </a:p>
        </p:txBody>
      </p:sp>
      <p:sp>
        <p:nvSpPr>
          <p:cNvPr id="12" name="内容占位符 2"/>
          <p:cNvSpPr txBox="1"/>
          <p:nvPr/>
        </p:nvSpPr>
        <p:spPr>
          <a:xfrm>
            <a:off x="678608" y="1295481"/>
            <a:ext cx="3000620" cy="1940088"/>
          </a:xfrm>
          <a:prstGeom prst="rect">
            <a:avLst/>
          </a:prstGeom>
          <a:ln>
            <a:solidFill>
              <a:schemeClr val="tx1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i, j;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(i = 1; i &lt;= 10; ++ i)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(j=1; j&lt;=i; ++j)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&lt;&lt; "*";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cout &lt;&lt; endl;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3" name="内容占位符 2"/>
          <p:cNvSpPr txBox="1"/>
          <p:nvPr/>
        </p:nvSpPr>
        <p:spPr>
          <a:xfrm>
            <a:off x="3876427" y="3796742"/>
            <a:ext cx="3197819" cy="2905899"/>
          </a:xfrm>
          <a:prstGeom prst="rect">
            <a:avLst/>
          </a:prstGeom>
          <a:ln>
            <a:solidFill>
              <a:schemeClr val="tx1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" altLang="zh-CN" sz="1600" b="1" dirty="0">
                <a:solidFill>
                  <a:srgbClr val="808080"/>
                </a:solidFill>
              </a:rPr>
              <a:t>int</a:t>
            </a:r>
            <a:r>
              <a:rPr lang="en" altLang="zh-CN" sz="1600" dirty="0"/>
              <a:t> i, j;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" altLang="zh-CN" sz="1600" b="1" dirty="0">
                <a:solidFill>
                  <a:srgbClr val="006699"/>
                </a:solidFill>
              </a:rPr>
              <a:t>for</a:t>
            </a:r>
            <a:r>
              <a:rPr lang="en" altLang="zh-CN" sz="1600" dirty="0"/>
              <a:t>(i=1; i&lt;=10; ++i){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" altLang="zh-CN" sz="1600" dirty="0"/>
              <a:t>    j = 1;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" altLang="zh-CN" sz="1600" dirty="0"/>
              <a:t>    </a:t>
            </a:r>
            <a:r>
              <a:rPr lang="en" altLang="zh-CN" sz="1600" b="1" dirty="0">
                <a:solidFill>
                  <a:srgbClr val="006699"/>
                </a:solidFill>
              </a:rPr>
              <a:t>while</a:t>
            </a:r>
            <a:r>
              <a:rPr lang="en" altLang="zh-CN" sz="1600" dirty="0"/>
              <a:t>(j &lt;= i){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" altLang="zh-CN" sz="1600" dirty="0"/>
              <a:t>        cout &lt;&lt; "*";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" altLang="zh-CN" sz="1600" dirty="0"/>
              <a:t>        ++ j;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" altLang="zh-CN" sz="1600" dirty="0"/>
              <a:t>    }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" altLang="zh-CN" sz="1600" dirty="0"/>
              <a:t>    cout &lt;&lt; endl;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" altLang="zh-CN" sz="1600" dirty="0"/>
              <a:t>}</a:t>
            </a:r>
          </a:p>
        </p:txBody>
      </p:sp>
      <p:sp>
        <p:nvSpPr>
          <p:cNvPr id="14" name="内容占位符 2"/>
          <p:cNvSpPr txBox="1"/>
          <p:nvPr/>
        </p:nvSpPr>
        <p:spPr>
          <a:xfrm>
            <a:off x="3876428" y="1285148"/>
            <a:ext cx="3197819" cy="2284988"/>
          </a:xfrm>
          <a:prstGeom prst="rect">
            <a:avLst/>
          </a:prstGeom>
          <a:ln>
            <a:solidFill>
              <a:schemeClr val="tx1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" altLang="zh-CN" sz="1600" b="1" dirty="0">
                <a:solidFill>
                  <a:srgbClr val="808080"/>
                </a:solidFill>
              </a:rPr>
              <a:t>int</a:t>
            </a:r>
            <a:r>
              <a:rPr lang="en" altLang="zh-CN" sz="1600" dirty="0"/>
              <a:t> i=1, j;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" altLang="zh-CN" sz="1600" b="1" dirty="0">
                <a:solidFill>
                  <a:srgbClr val="006699"/>
                </a:solidFill>
              </a:rPr>
              <a:t>while</a:t>
            </a:r>
            <a:r>
              <a:rPr lang="en" altLang="zh-CN" sz="1600" dirty="0"/>
              <a:t>(</a:t>
            </a:r>
            <a:r>
              <a:rPr lang="en-AU" altLang="zh-CN" sz="1600" dirty="0"/>
              <a:t>i</a:t>
            </a:r>
            <a:r>
              <a:rPr lang="en" altLang="zh-CN" sz="1600" dirty="0"/>
              <a:t> &lt;= 10){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" altLang="zh-CN" sz="1600" dirty="0"/>
              <a:t>    </a:t>
            </a:r>
            <a:r>
              <a:rPr lang="en" altLang="zh-CN" sz="1600" b="1" dirty="0">
                <a:solidFill>
                  <a:srgbClr val="006699"/>
                </a:solidFill>
              </a:rPr>
              <a:t>for</a:t>
            </a:r>
            <a:r>
              <a:rPr lang="en" altLang="zh-CN" sz="1600" dirty="0"/>
              <a:t>(j=1; j&lt;=i; ++j)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" altLang="zh-CN" sz="1600" dirty="0"/>
              <a:t>        cout &lt;&lt; "*";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" altLang="zh-CN" sz="1600" dirty="0"/>
              <a:t>    cout &lt;&lt; endl;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" altLang="zh-CN" sz="1600" dirty="0"/>
              <a:t>    ++ i;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" altLang="zh-CN" sz="1600" dirty="0"/>
              <a:t>}</a:t>
            </a:r>
          </a:p>
        </p:txBody>
      </p:sp>
      <p:sp>
        <p:nvSpPr>
          <p:cNvPr id="8" name="内容占位符 2"/>
          <p:cNvSpPr txBox="1"/>
          <p:nvPr/>
        </p:nvSpPr>
        <p:spPr>
          <a:xfrm>
            <a:off x="678608" y="3428999"/>
            <a:ext cx="3000620" cy="3273641"/>
          </a:xfrm>
          <a:prstGeom prst="rect">
            <a:avLst/>
          </a:prstGeom>
          <a:ln>
            <a:solidFill>
              <a:schemeClr val="tx1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" altLang="zh-CN" sz="1600" b="1" dirty="0">
                <a:solidFill>
                  <a:srgbClr val="808080"/>
                </a:solidFill>
              </a:rPr>
              <a:t>int</a:t>
            </a:r>
            <a:r>
              <a:rPr lang="en" altLang="zh-CN" sz="1600" dirty="0"/>
              <a:t> i=1, j;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" altLang="zh-CN" sz="1600" b="1" dirty="0">
                <a:solidFill>
                  <a:srgbClr val="006699"/>
                </a:solidFill>
              </a:rPr>
              <a:t>while</a:t>
            </a:r>
            <a:r>
              <a:rPr lang="en" altLang="zh-CN" sz="1600" dirty="0"/>
              <a:t>(</a:t>
            </a:r>
            <a:r>
              <a:rPr lang="en-AU" altLang="zh-CN" sz="1600" dirty="0" err="1"/>
              <a:t>i</a:t>
            </a:r>
            <a:r>
              <a:rPr lang="en" altLang="zh-CN" sz="1600" dirty="0"/>
              <a:t> &lt;= 10){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" altLang="zh-CN" sz="1600" dirty="0"/>
              <a:t>    j = 1;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" altLang="zh-CN" sz="1600" dirty="0"/>
              <a:t>    </a:t>
            </a:r>
            <a:r>
              <a:rPr lang="en" altLang="zh-CN" sz="1600" b="1" dirty="0">
                <a:solidFill>
                  <a:srgbClr val="006699"/>
                </a:solidFill>
              </a:rPr>
              <a:t>while</a:t>
            </a:r>
            <a:r>
              <a:rPr lang="en" altLang="zh-CN" sz="1600" dirty="0"/>
              <a:t>(j &lt;= i){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" altLang="zh-CN" sz="1600" dirty="0"/>
              <a:t>        cout &lt;&lt; "*";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" altLang="zh-CN" sz="1600" dirty="0"/>
              <a:t>        ++ j;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" altLang="zh-CN" sz="1600" dirty="0"/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" altLang="zh-CN" sz="1600" dirty="0"/>
              <a:t>    cout &lt;&lt; endl;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" altLang="zh-CN" sz="1600" dirty="0"/>
              <a:t>    ++ i;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" altLang="zh-CN" sz="1600" dirty="0"/>
              <a:t>}</a:t>
            </a:r>
          </a:p>
        </p:txBody>
      </p:sp>
      <p:sp>
        <p:nvSpPr>
          <p:cNvPr id="10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Nested loops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8609" y="1401813"/>
            <a:ext cx="3398091" cy="471595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m,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 i;</a:t>
            </a:r>
            <a:endParaRPr lang="nn-NO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AU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 &gt;&gt; n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AU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out &lt;&lt; 2;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(m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3; m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&lt;=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n; ++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m){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2; 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m; ++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(m%i == 0)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break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&gt;=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m)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cout &lt;&lt; " " &lt;&lt; m;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693444"/>
              </p:ext>
            </p:extLst>
          </p:nvPr>
        </p:nvGraphicFramePr>
        <p:xfrm>
          <a:off x="4239099" y="1401813"/>
          <a:ext cx="7600476" cy="4312920"/>
        </p:xfrm>
        <a:graphic>
          <a:graphicData uri="http://schemas.openxmlformats.org/drawingml/2006/table">
            <a:tbl>
              <a:tblPr/>
              <a:tblGrid>
                <a:gridCol w="425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8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6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97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65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42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649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842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430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979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Outer loop: </a:t>
                      </a:r>
                      <a:b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</a:br>
                      <a:r>
                        <a:rPr lang="en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m &lt;= 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Number of times run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Inner loop: </a:t>
                      </a:r>
                      <a:b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</a:br>
                      <a:r>
                        <a:rPr lang="en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i&lt;m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Number of times run</a:t>
                      </a:r>
                      <a:b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</a:b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B</a:t>
                      </a:r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reak:</a:t>
                      </a:r>
                      <a:b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</a:br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m%i==0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i </a:t>
                      </a:r>
                      <a:r>
                        <a:rPr lang="e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change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Output:</a:t>
                      </a:r>
                      <a:b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</a:br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i&gt;=m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Output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m </a:t>
                      </a:r>
                      <a:r>
                        <a:rPr lang="e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change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3&lt;=7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2&lt;3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3%2==0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2-&gt;3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3&gt;=3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3-&gt;4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1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3&lt;3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Not run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4&lt;=7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2&lt;4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4%2==0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constant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2&gt;=4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none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4-&gt;5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125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5&lt;=7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2&lt;5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5%2==0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2-&gt;3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5&gt;=5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5-&gt;6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1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3&lt;5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5%3==0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3-&gt;4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1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4&lt;5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5%4==0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4-&gt;5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1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5&lt;5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Not run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6&lt;=7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2&lt;6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6%2==0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constant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2&gt;=6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none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6-&gt;7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8125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7&lt;=7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2&lt;7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7%2==0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2-&gt;3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7&gt;=7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7-&gt;8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81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3&lt;7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7%3==0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3-&gt;4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81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4&lt;7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7%4==0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4-&gt;5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81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5&lt;7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7%5==0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5-&gt;6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81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6&lt;7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7%6==0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6-&gt;7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81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7&lt;7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Not run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8&lt;=7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Not run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All prime numbers no greater than </a:t>
            </a:r>
            <a:r>
              <a:rPr lang="en" altLang="zh-CN" sz="4000" i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</a:p>
        </p:txBody>
      </p:sp>
      <p:sp>
        <p:nvSpPr>
          <p:cNvPr id="8" name="矩形 7"/>
          <p:cNvSpPr/>
          <p:nvPr/>
        </p:nvSpPr>
        <p:spPr>
          <a:xfrm>
            <a:off x="2786744" y="2786744"/>
            <a:ext cx="137115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Determine whether each number from </a:t>
            </a: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 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</a:t>
            </a:r>
            <a:r>
              <a:rPr lang="en" altLang="zh-CN" sz="1200" i="1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</a:t>
            </a: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-1 is 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 divisor of </a:t>
            </a:r>
            <a:r>
              <a:rPr lang="en" altLang="zh-CN" sz="1200" i="1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</a:t>
            </a: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and observe the variable table.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8609" y="1409750"/>
            <a:ext cx="3312796" cy="380144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m,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n,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&gt;&gt;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n;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&lt;&lt; 2;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(m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3;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&lt;=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n;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m){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= 2; </a:t>
            </a:r>
            <a:r>
              <a:rPr lang="en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&lt;= m; ++ </a:t>
            </a:r>
            <a:r>
              <a:rPr lang="en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m%i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== 0)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break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&gt; m)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&lt;&lt;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m;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183794"/>
              </p:ext>
            </p:extLst>
          </p:nvPr>
        </p:nvGraphicFramePr>
        <p:xfrm>
          <a:off x="4469374" y="1409750"/>
          <a:ext cx="7542857" cy="3651885"/>
        </p:xfrm>
        <a:graphic>
          <a:graphicData uri="http://schemas.openxmlformats.org/drawingml/2006/table">
            <a:tbl>
              <a:tblPr/>
              <a:tblGrid>
                <a:gridCol w="506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5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04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70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90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77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052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Outer loop: </a:t>
                      </a:r>
                      <a:b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</a:br>
                      <a:r>
                        <a:rPr lang="en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m &lt;= 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Number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of</a:t>
                      </a:r>
                      <a:r>
                        <a:rPr lang="e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times 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run</a:t>
                      </a:r>
                      <a:b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</a:b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Inner loop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:</a:t>
                      </a:r>
                      <a:r>
                        <a:rPr lang="e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</a:t>
                      </a:r>
                      <a:b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</a:br>
                      <a:r>
                        <a:rPr lang="e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*</a:t>
                      </a:r>
                      <a:r>
                        <a:rPr lang="e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&lt;=m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Number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of</a:t>
                      </a:r>
                      <a:r>
                        <a:rPr lang="e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times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run</a:t>
                      </a:r>
                      <a:b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</a:b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break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:</a:t>
                      </a:r>
                      <a:b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</a:br>
                      <a:r>
                        <a:rPr lang="e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m%i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==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change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Output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:</a:t>
                      </a:r>
                      <a:b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</a:br>
                      <a:r>
                        <a:rPr lang="e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*</a:t>
                      </a:r>
                      <a:r>
                        <a:rPr lang="en-US" altLang="zh-CN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&gt;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Output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m </a:t>
                      </a:r>
                      <a:r>
                        <a:rPr lang="e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change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3&lt;=7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2*2&lt;=3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Do not execute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2*2&gt;3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3-&gt;4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4&lt;=7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2*2&lt;=4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4%2==0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constant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2*2&gt;4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none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4-&gt;5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12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5&lt;=7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2*2&lt;=5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5%2==0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2-&gt;3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3*3&gt;5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5-&gt;6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1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3*3&lt;=5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Do not execute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6&lt;=7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2*2&lt;=6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6%2==0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constant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2*2&gt;6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none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6-&gt;7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12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7&lt;=7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2*2&lt;=7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7%2==0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2-&gt;3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3*3&gt;7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7-&gt;8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1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3*3&lt;=7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Do not execute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8&lt;=7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Do not execute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2794468" y="2845643"/>
            <a:ext cx="171139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Determine whether each number from </a:t>
            </a: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 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square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root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of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i="1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</a:t>
            </a: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is 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 divisor of </a:t>
            </a:r>
            <a:r>
              <a:rPr lang="en" altLang="zh-CN" sz="1200" i="1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</a:t>
            </a: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and observe the variable table.</a:t>
            </a:r>
          </a:p>
        </p:txBody>
      </p:sp>
      <p:sp>
        <p:nvSpPr>
          <p:cNvPr id="7" name="矩形 6"/>
          <p:cNvSpPr/>
          <p:nvPr/>
        </p:nvSpPr>
        <p:spPr>
          <a:xfrm>
            <a:off x="1571436" y="4096870"/>
            <a:ext cx="276107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Since the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number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of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times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of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execution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of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loop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body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of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inner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loop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product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of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inner loop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outer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loop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even small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improvement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can yield significant results.</a:t>
            </a:r>
          </a:p>
        </p:txBody>
      </p:sp>
      <p:sp>
        <p:nvSpPr>
          <p:cNvPr id="9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All prime numbers not greater than </a:t>
            </a:r>
            <a:r>
              <a:rPr lang="en" altLang="zh-CN" sz="4000" i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78607" y="1486111"/>
            <a:ext cx="6591832" cy="3791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  <a:defRPr sz="1400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2pPr>
            <a:lvl3pPr marL="1257300" lvl="2" indent="-342900" algn="just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3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" altLang="en-US" sz="1800" dirty="0">
                <a:latin typeface="Aptos Display" panose="020B0004020202020204" pitchFamily="34" charset="0"/>
              </a:rPr>
              <a:t>The number of times</a:t>
            </a:r>
            <a:r>
              <a:rPr lang="zh-CN" altLang="en-US" sz="1800" dirty="0">
                <a:latin typeface="Aptos Display" panose="020B0004020202020204" pitchFamily="34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</a:rPr>
              <a:t>of</a:t>
            </a:r>
            <a:r>
              <a:rPr lang="zh-CN" altLang="en-US" sz="1800" dirty="0">
                <a:latin typeface="Aptos Display" panose="020B0004020202020204" pitchFamily="34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</a:rPr>
              <a:t>execution</a:t>
            </a:r>
            <a:r>
              <a:rPr lang="zh-CN" altLang="en-US" sz="1800" dirty="0">
                <a:latin typeface="Aptos Display" panose="020B0004020202020204" pitchFamily="34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</a:rPr>
              <a:t>of</a:t>
            </a:r>
            <a:r>
              <a:rPr lang="en" altLang="en-US" sz="1800" dirty="0">
                <a:latin typeface="Aptos Display" panose="020B0004020202020204" pitchFamily="34" charset="0"/>
              </a:rPr>
              <a:t> the innermost loop body</a:t>
            </a:r>
            <a:r>
              <a:rPr lang="zh-CN" altLang="en-US" sz="1800" dirty="0">
                <a:latin typeface="Aptos Display" panose="020B0004020202020204" pitchFamily="34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</a:rPr>
              <a:t>is</a:t>
            </a:r>
            <a:r>
              <a:rPr lang="zh-CN" altLang="en-US" sz="1800" dirty="0">
                <a:latin typeface="Aptos Display" panose="020B0004020202020204" pitchFamily="34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</a:rPr>
              <a:t>multiplied</a:t>
            </a:r>
            <a:r>
              <a:rPr lang="zh-CN" altLang="en-US" sz="1800" dirty="0">
                <a:latin typeface="Aptos Display" panose="020B0004020202020204" pitchFamily="34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</a:rPr>
              <a:t>with</a:t>
            </a:r>
            <a:r>
              <a:rPr lang="zh-CN" altLang="en-US" sz="1800" dirty="0">
                <a:latin typeface="Aptos Display" panose="020B0004020202020204" pitchFamily="34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</a:rPr>
              <a:t>all</a:t>
            </a:r>
            <a:r>
              <a:rPr lang="zh-CN" altLang="en-US" sz="1800" dirty="0">
                <a:latin typeface="Aptos Display" panose="020B0004020202020204" pitchFamily="34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</a:rPr>
              <a:t>outer</a:t>
            </a:r>
            <a:r>
              <a:rPr lang="zh-CN" altLang="en-US" sz="1800" dirty="0">
                <a:latin typeface="Aptos Display" panose="020B0004020202020204" pitchFamily="34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</a:rPr>
              <a:t>loops</a:t>
            </a:r>
            <a:r>
              <a:rPr lang="en" altLang="en-US" sz="1800" dirty="0">
                <a:latin typeface="Aptos Display" panose="020B0004020202020204" pitchFamily="34" charset="0"/>
              </a:rPr>
              <a:t>.</a:t>
            </a:r>
            <a:endParaRPr lang="en-US" altLang="zh-CN" sz="1800" dirty="0">
              <a:latin typeface="Aptos Display" panose="020B00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" altLang="en-US" sz="1800" dirty="0">
                <a:latin typeface="Aptos Display" panose="020B0004020202020204" pitchFamily="34" charset="0"/>
              </a:rPr>
              <a:t>When the number of iterations reaches the order of </a:t>
            </a:r>
            <a:r>
              <a:rPr lang="en" altLang="zh-CN" sz="1800" dirty="0">
                <a:latin typeface="Aptos Display" panose="020B0004020202020204" pitchFamily="34" charset="0"/>
              </a:rPr>
              <a:t>10</a:t>
            </a:r>
            <a:r>
              <a:rPr lang="en" altLang="zh-CN" sz="1800" baseline="30000" dirty="0">
                <a:latin typeface="Aptos Display" panose="020B0004020202020204" pitchFamily="34" charset="0"/>
              </a:rPr>
              <a:t>^7 </a:t>
            </a:r>
            <a:r>
              <a:rPr lang="en" altLang="en-US" sz="1800" dirty="0">
                <a:latin typeface="Aptos Display" panose="020B0004020202020204" pitchFamily="34" charset="0"/>
              </a:rPr>
              <a:t>, there is a high risk of exceeding the time limit.</a:t>
            </a:r>
            <a:endParaRPr lang="zh-CN" altLang="zh-CN" sz="1800" dirty="0">
              <a:latin typeface="Aptos Display" panose="020B00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" altLang="en-US" sz="1800" dirty="0">
                <a:latin typeface="Aptos Display" panose="020B0004020202020204" pitchFamily="34" charset="0"/>
              </a:rPr>
              <a:t>The algorithm should be adjusted to </a:t>
            </a:r>
            <a:r>
              <a:rPr lang="en" altLang="en-US" sz="1800" dirty="0" err="1">
                <a:latin typeface="Aptos Display" panose="020B0004020202020204" pitchFamily="34" charset="0"/>
              </a:rPr>
              <a:t>optimi</a:t>
            </a:r>
            <a:r>
              <a:rPr lang="en-US" altLang="zh-CN" sz="1800" dirty="0">
                <a:latin typeface="Aptos Display" panose="020B0004020202020204" pitchFamily="34" charset="0"/>
              </a:rPr>
              <a:t>s</a:t>
            </a:r>
            <a:r>
              <a:rPr lang="en" altLang="en-US" sz="1800" dirty="0">
                <a:latin typeface="Aptos Display" panose="020B0004020202020204" pitchFamily="34" charset="0"/>
              </a:rPr>
              <a:t>e </a:t>
            </a:r>
            <a:r>
              <a:rPr lang="en-US" altLang="zh-CN" sz="1800" dirty="0" err="1">
                <a:latin typeface="Aptos Display" panose="020B0004020202020204" pitchFamily="34" charset="0"/>
              </a:rPr>
              <a:t>maginitude</a:t>
            </a:r>
            <a:r>
              <a:rPr lang="zh-CN" altLang="en-US" sz="1800" dirty="0">
                <a:latin typeface="Aptos Display" panose="020B0004020202020204" pitchFamily="34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</a:rPr>
              <a:t>of</a:t>
            </a:r>
            <a:r>
              <a:rPr lang="zh-CN" altLang="en-US" sz="1800" dirty="0">
                <a:latin typeface="Aptos Display" panose="020B0004020202020204" pitchFamily="34" charset="0"/>
              </a:rPr>
              <a:t> </a:t>
            </a:r>
            <a:r>
              <a:rPr lang="en" altLang="en-US" sz="1800" dirty="0">
                <a:latin typeface="Aptos Display" panose="020B0004020202020204" pitchFamily="34" charset="0"/>
              </a:rPr>
              <a:t>the number of loops.</a:t>
            </a:r>
            <a:endParaRPr lang="en-US" altLang="zh-CN" sz="1800" dirty="0">
              <a:latin typeface="Aptos Display" panose="020B0004020202020204" pitchFamily="34" charset="0"/>
            </a:endParaRPr>
          </a:p>
          <a:p>
            <a:pPr marL="358775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" altLang="en-US" sz="1800" dirty="0">
                <a:latin typeface="Aptos Display" panose="020B0004020202020204" pitchFamily="34" charset="0"/>
              </a:rPr>
              <a:t>For example, the number of </a:t>
            </a:r>
            <a:r>
              <a:rPr lang="en-US" altLang="zh-CN" sz="1800" dirty="0">
                <a:latin typeface="Aptos Display" panose="020B0004020202020204" pitchFamily="34" charset="0"/>
              </a:rPr>
              <a:t>loops</a:t>
            </a:r>
            <a:r>
              <a:rPr lang="en" altLang="en-US" sz="1800" dirty="0">
                <a:latin typeface="Aptos Display" panose="020B0004020202020204" pitchFamily="34" charset="0"/>
              </a:rPr>
              <a:t> decreased from the order of </a:t>
            </a:r>
            <a:r>
              <a:rPr lang="en" altLang="zh-CN" sz="1800" dirty="0">
                <a:latin typeface="Aptos Display" panose="020B0004020202020204" pitchFamily="34" charset="0"/>
              </a:rPr>
              <a:t>10^</a:t>
            </a:r>
            <a:r>
              <a:rPr lang="en" altLang="zh-CN" sz="1800" baseline="30000" dirty="0">
                <a:latin typeface="Aptos Display" panose="020B0004020202020204" pitchFamily="34" charset="0"/>
              </a:rPr>
              <a:t>7</a:t>
            </a:r>
            <a:r>
              <a:rPr lang="en" altLang="zh-CN" sz="1800" dirty="0">
                <a:latin typeface="Aptos Display" panose="020B0004020202020204" pitchFamily="34" charset="0"/>
              </a:rPr>
              <a:t> to </a:t>
            </a:r>
            <a:r>
              <a:rPr lang="en" altLang="en-US" sz="1800" dirty="0">
                <a:latin typeface="Aptos Display" panose="020B0004020202020204" pitchFamily="34" charset="0"/>
              </a:rPr>
              <a:t>the order of </a:t>
            </a:r>
            <a:r>
              <a:rPr lang="en" altLang="zh-CN" sz="1800" dirty="0">
                <a:latin typeface="Aptos Display" panose="020B0004020202020204" pitchFamily="34" charset="0"/>
              </a:rPr>
              <a:t>10^</a:t>
            </a:r>
            <a:r>
              <a:rPr lang="en-US" altLang="zh-CN" sz="1800" baseline="30000" dirty="0">
                <a:latin typeface="Aptos Display" panose="020B0004020202020204" pitchFamily="34" charset="0"/>
              </a:rPr>
              <a:t>6</a:t>
            </a:r>
            <a:r>
              <a:rPr lang="en" altLang="zh-CN" sz="1800" dirty="0">
                <a:latin typeface="Aptos Display" panose="020B0004020202020204" pitchFamily="34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</a:rPr>
              <a:t>is</a:t>
            </a:r>
            <a:r>
              <a:rPr lang="zh-CN" altLang="en-US" sz="1800" dirty="0">
                <a:latin typeface="Aptos Display" panose="020B0004020202020204" pitchFamily="34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</a:rPr>
              <a:t>meaningful,</a:t>
            </a:r>
            <a:r>
              <a:rPr lang="zh-CN" altLang="en-US" sz="1800" dirty="0">
                <a:latin typeface="Aptos Display" panose="020B0004020202020204" pitchFamily="34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</a:rPr>
              <a:t>while</a:t>
            </a:r>
            <a:r>
              <a:rPr lang="zh-CN" altLang="en-US" sz="1800" dirty="0">
                <a:latin typeface="Aptos Display" panose="020B0004020202020204" pitchFamily="34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</a:rPr>
              <a:t>reduction</a:t>
            </a:r>
            <a:r>
              <a:rPr lang="zh-CN" altLang="en-US" sz="1800" dirty="0">
                <a:latin typeface="Aptos Display" panose="020B0004020202020204" pitchFamily="34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</a:rPr>
              <a:t>from</a:t>
            </a:r>
            <a:r>
              <a:rPr lang="zh-CN" altLang="en-US" sz="1800" dirty="0">
                <a:latin typeface="Aptos Display" panose="020B0004020202020204" pitchFamily="34" charset="0"/>
              </a:rPr>
              <a:t> </a:t>
            </a:r>
            <a:r>
              <a:rPr lang="en" altLang="zh-CN" sz="1800" dirty="0">
                <a:latin typeface="Aptos Display" panose="020B0004020202020204" pitchFamily="34" charset="0"/>
              </a:rPr>
              <a:t>5000 to 4000</a:t>
            </a:r>
            <a:r>
              <a:rPr lang="zh-CN" altLang="en-US" sz="1800" dirty="0">
                <a:latin typeface="Aptos Display" panose="020B0004020202020204" pitchFamily="34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</a:rPr>
              <a:t>not</a:t>
            </a:r>
            <a:r>
              <a:rPr lang="zh-CN" altLang="en-US" sz="1800" dirty="0">
                <a:latin typeface="Aptos Display" panose="020B0004020202020204" pitchFamily="34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</a:rPr>
              <a:t>so</a:t>
            </a:r>
            <a:r>
              <a:rPr lang="zh-CN" altLang="en-US" sz="1800" dirty="0">
                <a:latin typeface="Aptos Display" panose="020B0004020202020204" pitchFamily="34" charset="0"/>
              </a:rPr>
              <a:t> </a:t>
            </a:r>
            <a:r>
              <a:rPr lang="en-US" altLang="zh-CN" sz="1800" dirty="0">
                <a:latin typeface="Aptos Display" panose="020B0004020202020204" pitchFamily="34" charset="0"/>
              </a:rPr>
              <a:t>much</a:t>
            </a:r>
            <a:r>
              <a:rPr lang="en" altLang="en-US" sz="1800" dirty="0">
                <a:latin typeface="Aptos Display" panose="020B0004020202020204" pitchFamily="34" charset="0"/>
              </a:rPr>
              <a:t>.</a:t>
            </a:r>
            <a:endParaRPr lang="en-US" altLang="zh-CN" sz="1800" dirty="0">
              <a:latin typeface="Aptos Display" panose="020B0004020202020204" pitchFamily="34" charset="0"/>
            </a:endParaRPr>
          </a:p>
        </p:txBody>
      </p:sp>
      <p:sp>
        <p:nvSpPr>
          <p:cNvPr id="6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Number</a:t>
            </a:r>
            <a:r>
              <a:rPr lang="zh-C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of</a:t>
            </a:r>
            <a:r>
              <a:rPr lang="zh-C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loops</a:t>
            </a:r>
            <a:r>
              <a:rPr lang="zh-C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time limit exceeded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en-US" dirty="0"/>
              <a:t>Thank you everyone.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Teacher Gao's Algorithm 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1017</TotalTime>
  <Words>3086</Words>
  <Application>Microsoft Macintosh PowerPoint</Application>
  <PresentationFormat>Widescreen</PresentationFormat>
  <Paragraphs>554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华文楷体</vt:lpstr>
      <vt:lpstr>Aptos Display</vt:lpstr>
      <vt:lpstr>Arial</vt:lpstr>
      <vt:lpstr>Consolas</vt:lpstr>
      <vt:lpstr>Tw Cen MT</vt:lpstr>
      <vt:lpstr>Wingdings</vt:lpstr>
      <vt:lpstr>电路</vt:lpstr>
      <vt:lpstr>NOIP Introduction - Looping (Part 2)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everyone.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Minren Guan</dc:creator>
  <cp:lastModifiedBy>Bryan Sun</cp:lastModifiedBy>
  <cp:revision>427</cp:revision>
  <dcterms:created xsi:type="dcterms:W3CDTF">2018-08-09T00:16:00Z</dcterms:created>
  <dcterms:modified xsi:type="dcterms:W3CDTF">2026-09-12T11:44:32Z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45DFB123E8414405A7AE1B621733429F</vt:lpwstr>
  </property>
  <property fmtid="{D5CDD505-2E9C-101B-9397-08002B2CF9AE}" pid="3" name="KSOProductBuildVer">
    <vt:lpwstr>2052-11.1.0.10700</vt:lpwstr>
  </property>
</Properties>
</file>