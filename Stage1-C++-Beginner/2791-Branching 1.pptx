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348" r:id="rId3"/>
    <p:sldId id="347" r:id="rId4"/>
    <p:sldId id="356" r:id="rId5"/>
    <p:sldId id="332" r:id="rId6"/>
    <p:sldId id="346" r:id="rId7"/>
    <p:sldId id="334" r:id="rId8"/>
    <p:sldId id="357" r:id="rId9"/>
    <p:sldId id="358" r:id="rId10"/>
    <p:sldId id="349" r:id="rId11"/>
    <p:sldId id="261" r:id="rId12"/>
  </p:sldIdLst>
  <p:sldSz cx="12192000" cy="6858000"/>
  <p:notesSz cx="6858000" cy="9144000"/>
  <p:defaultTextStyle>
    <a:defPPr>
      <a:defRPr lang="en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B4ECCA-9332-41DB-8CB6-28EB9B0FD45E}" v="410" dt="2023-09-18T05:48:21.7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1" d="100"/>
          <a:sy n="61" d="100"/>
        </p:scale>
        <p:origin x="45" y="116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yan Sun" userId="851caa7714272873" providerId="LiveId" clId="{1AB4ECCA-9332-41DB-8CB6-28EB9B0FD45E}"/>
    <pc:docChg chg="undo custSel modSld">
      <pc:chgData name="Bryan Sun" userId="851caa7714272873" providerId="LiveId" clId="{1AB4ECCA-9332-41DB-8CB6-28EB9B0FD45E}" dt="2023-09-18T05:48:37.021" v="1828" actId="1076"/>
      <pc:docMkLst>
        <pc:docMk/>
      </pc:docMkLst>
      <pc:sldChg chg="modSp mod">
        <pc:chgData name="Bryan Sun" userId="851caa7714272873" providerId="LiveId" clId="{1AB4ECCA-9332-41DB-8CB6-28EB9B0FD45E}" dt="2023-09-18T02:55:45.340" v="4" actId="20577"/>
        <pc:sldMkLst>
          <pc:docMk/>
          <pc:sldMk cId="0" sldId="256"/>
        </pc:sldMkLst>
        <pc:spChg chg="mod">
          <ac:chgData name="Bryan Sun" userId="851caa7714272873" providerId="LiveId" clId="{1AB4ECCA-9332-41DB-8CB6-28EB9B0FD45E}" dt="2023-09-18T02:55:37.806" v="0" actId="20577"/>
          <ac:spMkLst>
            <pc:docMk/>
            <pc:sldMk cId="0" sldId="256"/>
            <ac:spMk id="2" creationId="{00000000-0000-0000-0000-000000000000}"/>
          </ac:spMkLst>
        </pc:spChg>
        <pc:spChg chg="mod">
          <ac:chgData name="Bryan Sun" userId="851caa7714272873" providerId="LiveId" clId="{1AB4ECCA-9332-41DB-8CB6-28EB9B0FD45E}" dt="2023-09-18T02:55:45.340" v="4" actId="20577"/>
          <ac:spMkLst>
            <pc:docMk/>
            <pc:sldMk cId="0" sldId="256"/>
            <ac:spMk id="3" creationId="{00000000-0000-0000-0000-000000000000}"/>
          </ac:spMkLst>
        </pc:spChg>
      </pc:sldChg>
      <pc:sldChg chg="delSp modSp mod delAnim">
        <pc:chgData name="Bryan Sun" userId="851caa7714272873" providerId="LiveId" clId="{1AB4ECCA-9332-41DB-8CB6-28EB9B0FD45E}" dt="2023-09-18T03:40:05.384" v="1018" actId="1076"/>
        <pc:sldMkLst>
          <pc:docMk/>
          <pc:sldMk cId="0" sldId="332"/>
        </pc:sldMkLst>
        <pc:spChg chg="mod">
          <ac:chgData name="Bryan Sun" userId="851caa7714272873" providerId="LiveId" clId="{1AB4ECCA-9332-41DB-8CB6-28EB9B0FD45E}" dt="2023-09-18T03:37:59.709" v="924" actId="1076"/>
          <ac:spMkLst>
            <pc:docMk/>
            <pc:sldMk cId="0" sldId="332"/>
            <ac:spMk id="7" creationId="{00000000-0000-0000-0000-000000000000}"/>
          </ac:spMkLst>
        </pc:spChg>
        <pc:spChg chg="mod">
          <ac:chgData name="Bryan Sun" userId="851caa7714272873" providerId="LiveId" clId="{1AB4ECCA-9332-41DB-8CB6-28EB9B0FD45E}" dt="2023-09-18T03:34:35.263" v="691" actId="1076"/>
          <ac:spMkLst>
            <pc:docMk/>
            <pc:sldMk cId="0" sldId="332"/>
            <ac:spMk id="9" creationId="{00000000-0000-0000-0000-000000000000}"/>
          </ac:spMkLst>
        </pc:spChg>
        <pc:spChg chg="mod">
          <ac:chgData name="Bryan Sun" userId="851caa7714272873" providerId="LiveId" clId="{1AB4ECCA-9332-41DB-8CB6-28EB9B0FD45E}" dt="2023-09-18T03:40:05.384" v="1018" actId="1076"/>
          <ac:spMkLst>
            <pc:docMk/>
            <pc:sldMk cId="0" sldId="332"/>
            <ac:spMk id="14" creationId="{00000000-0000-0000-0000-000000000000}"/>
          </ac:spMkLst>
        </pc:spChg>
        <pc:graphicFrameChg chg="del">
          <ac:chgData name="Bryan Sun" userId="851caa7714272873" providerId="LiveId" clId="{1AB4ECCA-9332-41DB-8CB6-28EB9B0FD45E}" dt="2023-09-18T03:23:14.779" v="283" actId="478"/>
          <ac:graphicFrameMkLst>
            <pc:docMk/>
            <pc:sldMk cId="0" sldId="332"/>
            <ac:graphicFrameMk id="2" creationId="{00000000-0000-0000-0000-000000000000}"/>
          </ac:graphicFrameMkLst>
        </pc:graphicFrameChg>
        <pc:graphicFrameChg chg="mod modGraphic">
          <ac:chgData name="Bryan Sun" userId="851caa7714272873" providerId="LiveId" clId="{1AB4ECCA-9332-41DB-8CB6-28EB9B0FD45E}" dt="2023-09-18T03:34:26.140" v="690" actId="14734"/>
          <ac:graphicFrameMkLst>
            <pc:docMk/>
            <pc:sldMk cId="0" sldId="332"/>
            <ac:graphicFrameMk id="6" creationId="{00000000-0000-0000-0000-000000000000}"/>
          </ac:graphicFrameMkLst>
        </pc:graphicFrameChg>
      </pc:sldChg>
      <pc:sldChg chg="modSp">
        <pc:chgData name="Bryan Sun" userId="851caa7714272873" providerId="LiveId" clId="{1AB4ECCA-9332-41DB-8CB6-28EB9B0FD45E}" dt="2023-09-18T05:42:49.175" v="1665" actId="20577"/>
        <pc:sldMkLst>
          <pc:docMk/>
          <pc:sldMk cId="0" sldId="334"/>
        </pc:sldMkLst>
        <pc:spChg chg="mod">
          <ac:chgData name="Bryan Sun" userId="851caa7714272873" providerId="LiveId" clId="{1AB4ECCA-9332-41DB-8CB6-28EB9B0FD45E}" dt="2023-09-18T05:42:49.175" v="1665" actId="20577"/>
          <ac:spMkLst>
            <pc:docMk/>
            <pc:sldMk cId="0" sldId="334"/>
            <ac:spMk id="9" creationId="{00000000-0000-0000-0000-000000000000}"/>
          </ac:spMkLst>
        </pc:spChg>
      </pc:sldChg>
      <pc:sldChg chg="delSp modSp mod delAnim">
        <pc:chgData name="Bryan Sun" userId="851caa7714272873" providerId="LiveId" clId="{1AB4ECCA-9332-41DB-8CB6-28EB9B0FD45E}" dt="2023-09-18T05:40:45.845" v="1562" actId="948"/>
        <pc:sldMkLst>
          <pc:docMk/>
          <pc:sldMk cId="0" sldId="346"/>
        </pc:sldMkLst>
        <pc:spChg chg="mod">
          <ac:chgData name="Bryan Sun" userId="851caa7714272873" providerId="LiveId" clId="{1AB4ECCA-9332-41DB-8CB6-28EB9B0FD45E}" dt="2023-09-18T05:40:20.516" v="1559" actId="404"/>
          <ac:spMkLst>
            <pc:docMk/>
            <pc:sldMk cId="0" sldId="346"/>
            <ac:spMk id="7" creationId="{00000000-0000-0000-0000-000000000000}"/>
          </ac:spMkLst>
        </pc:spChg>
        <pc:spChg chg="mod">
          <ac:chgData name="Bryan Sun" userId="851caa7714272873" providerId="LiveId" clId="{1AB4ECCA-9332-41DB-8CB6-28EB9B0FD45E}" dt="2023-09-18T03:40:22.064" v="1020" actId="14100"/>
          <ac:spMkLst>
            <pc:docMk/>
            <pc:sldMk cId="0" sldId="346"/>
            <ac:spMk id="14" creationId="{00000000-0000-0000-0000-000000000000}"/>
          </ac:spMkLst>
        </pc:spChg>
        <pc:graphicFrameChg chg="del">
          <ac:chgData name="Bryan Sun" userId="851caa7714272873" providerId="LiveId" clId="{1AB4ECCA-9332-41DB-8CB6-28EB9B0FD45E}" dt="2023-09-18T03:40:18.045" v="1019" actId="478"/>
          <ac:graphicFrameMkLst>
            <pc:docMk/>
            <pc:sldMk cId="0" sldId="346"/>
            <ac:graphicFrameMk id="2" creationId="{00000000-0000-0000-0000-000000000000}"/>
          </ac:graphicFrameMkLst>
        </pc:graphicFrameChg>
        <pc:graphicFrameChg chg="mod modGraphic">
          <ac:chgData name="Bryan Sun" userId="851caa7714272873" providerId="LiveId" clId="{1AB4ECCA-9332-41DB-8CB6-28EB9B0FD45E}" dt="2023-09-18T05:40:45.845" v="1562" actId="948"/>
          <ac:graphicFrameMkLst>
            <pc:docMk/>
            <pc:sldMk cId="0" sldId="346"/>
            <ac:graphicFrameMk id="13" creationId="{00000000-0000-0000-0000-000000000000}"/>
          </ac:graphicFrameMkLst>
        </pc:graphicFrameChg>
      </pc:sldChg>
      <pc:sldChg chg="addSp delSp modSp mod delAnim modAnim">
        <pc:chgData name="Bryan Sun" userId="851caa7714272873" providerId="LiveId" clId="{1AB4ECCA-9332-41DB-8CB6-28EB9B0FD45E}" dt="2023-09-18T03:20:06.016" v="226" actId="113"/>
        <pc:sldMkLst>
          <pc:docMk/>
          <pc:sldMk cId="0" sldId="347"/>
        </pc:sldMkLst>
        <pc:spChg chg="add mod">
          <ac:chgData name="Bryan Sun" userId="851caa7714272873" providerId="LiveId" clId="{1AB4ECCA-9332-41DB-8CB6-28EB9B0FD45E}" dt="2023-09-18T03:20:06.016" v="226" actId="113"/>
          <ac:spMkLst>
            <pc:docMk/>
            <pc:sldMk cId="0" sldId="347"/>
            <ac:spMk id="2" creationId="{44C57198-F243-2509-7F4A-3CC081D6161E}"/>
          </ac:spMkLst>
        </pc:spChg>
        <pc:spChg chg="mod">
          <ac:chgData name="Bryan Sun" userId="851caa7714272873" providerId="LiveId" clId="{1AB4ECCA-9332-41DB-8CB6-28EB9B0FD45E}" dt="2023-09-18T03:19:01.616" v="182" actId="6549"/>
          <ac:spMkLst>
            <pc:docMk/>
            <pc:sldMk cId="0" sldId="347"/>
            <ac:spMk id="4" creationId="{00000000-0000-0000-0000-000000000000}"/>
          </ac:spMkLst>
        </pc:spChg>
        <pc:spChg chg="del">
          <ac:chgData name="Bryan Sun" userId="851caa7714272873" providerId="LiveId" clId="{1AB4ECCA-9332-41DB-8CB6-28EB9B0FD45E}" dt="2023-09-18T03:19:57.607" v="224" actId="478"/>
          <ac:spMkLst>
            <pc:docMk/>
            <pc:sldMk cId="0" sldId="347"/>
            <ac:spMk id="7" creationId="{00000000-0000-0000-0000-000000000000}"/>
          </ac:spMkLst>
        </pc:spChg>
        <pc:spChg chg="mod">
          <ac:chgData name="Bryan Sun" userId="851caa7714272873" providerId="LiveId" clId="{1AB4ECCA-9332-41DB-8CB6-28EB9B0FD45E}" dt="2023-09-18T03:18:40.315" v="174" actId="6549"/>
          <ac:spMkLst>
            <pc:docMk/>
            <pc:sldMk cId="0" sldId="347"/>
            <ac:spMk id="8" creationId="{00000000-0000-0000-0000-000000000000}"/>
          </ac:spMkLst>
        </pc:spChg>
        <pc:spChg chg="mod">
          <ac:chgData name="Bryan Sun" userId="851caa7714272873" providerId="LiveId" clId="{1AB4ECCA-9332-41DB-8CB6-28EB9B0FD45E}" dt="2023-09-18T03:18:32.284" v="170" actId="20577"/>
          <ac:spMkLst>
            <pc:docMk/>
            <pc:sldMk cId="0" sldId="347"/>
            <ac:spMk id="9" creationId="{00000000-0000-0000-0000-000000000000}"/>
          </ac:spMkLst>
        </pc:spChg>
        <pc:spChg chg="mod">
          <ac:chgData name="Bryan Sun" userId="851caa7714272873" providerId="LiveId" clId="{1AB4ECCA-9332-41DB-8CB6-28EB9B0FD45E}" dt="2023-09-18T03:18:08.611" v="164" actId="6549"/>
          <ac:spMkLst>
            <pc:docMk/>
            <pc:sldMk cId="0" sldId="347"/>
            <ac:spMk id="11" creationId="{00000000-0000-0000-0000-000000000000}"/>
          </ac:spMkLst>
        </pc:spChg>
      </pc:sldChg>
      <pc:sldChg chg="modSp mod">
        <pc:chgData name="Bryan Sun" userId="851caa7714272873" providerId="LiveId" clId="{1AB4ECCA-9332-41DB-8CB6-28EB9B0FD45E}" dt="2023-09-18T03:20:20.588" v="227" actId="113"/>
        <pc:sldMkLst>
          <pc:docMk/>
          <pc:sldMk cId="0" sldId="348"/>
        </pc:sldMkLst>
        <pc:spChg chg="mod">
          <ac:chgData name="Bryan Sun" userId="851caa7714272873" providerId="LiveId" clId="{1AB4ECCA-9332-41DB-8CB6-28EB9B0FD45E}" dt="2023-09-18T03:20:20.588" v="227" actId="113"/>
          <ac:spMkLst>
            <pc:docMk/>
            <pc:sldMk cId="0" sldId="348"/>
            <ac:spMk id="7" creationId="{00000000-0000-0000-0000-000000000000}"/>
          </ac:spMkLst>
        </pc:spChg>
        <pc:spChg chg="mod">
          <ac:chgData name="Bryan Sun" userId="851caa7714272873" providerId="LiveId" clId="{1AB4ECCA-9332-41DB-8CB6-28EB9B0FD45E}" dt="2023-09-18T03:14:34.044" v="53" actId="20577"/>
          <ac:spMkLst>
            <pc:docMk/>
            <pc:sldMk cId="0" sldId="348"/>
            <ac:spMk id="9" creationId="{00000000-0000-0000-0000-000000000000}"/>
          </ac:spMkLst>
        </pc:spChg>
        <pc:spChg chg="mod">
          <ac:chgData name="Bryan Sun" userId="851caa7714272873" providerId="LiveId" clId="{1AB4ECCA-9332-41DB-8CB6-28EB9B0FD45E}" dt="2023-09-18T03:15:06.206" v="69" actId="6549"/>
          <ac:spMkLst>
            <pc:docMk/>
            <pc:sldMk cId="0" sldId="348"/>
            <ac:spMk id="10" creationId="{00000000-0000-0000-0000-000000000000}"/>
          </ac:spMkLst>
        </pc:spChg>
        <pc:spChg chg="mod">
          <ac:chgData name="Bryan Sun" userId="851caa7714272873" providerId="LiveId" clId="{1AB4ECCA-9332-41DB-8CB6-28EB9B0FD45E}" dt="2023-09-18T03:14:17.556" v="44" actId="6549"/>
          <ac:spMkLst>
            <pc:docMk/>
            <pc:sldMk cId="0" sldId="348"/>
            <ac:spMk id="11" creationId="{00000000-0000-0000-0000-000000000000}"/>
          </ac:spMkLst>
        </pc:spChg>
        <pc:spChg chg="mod">
          <ac:chgData name="Bryan Sun" userId="851caa7714272873" providerId="LiveId" clId="{1AB4ECCA-9332-41DB-8CB6-28EB9B0FD45E}" dt="2023-09-18T02:56:00.913" v="13" actId="20577"/>
          <ac:spMkLst>
            <pc:docMk/>
            <pc:sldMk cId="0" sldId="348"/>
            <ac:spMk id="13" creationId="{00000000-0000-0000-0000-000000000000}"/>
          </ac:spMkLst>
        </pc:spChg>
      </pc:sldChg>
      <pc:sldChg chg="modSp mod modAnim">
        <pc:chgData name="Bryan Sun" userId="851caa7714272873" providerId="LiveId" clId="{1AB4ECCA-9332-41DB-8CB6-28EB9B0FD45E}" dt="2023-09-18T05:48:37.021" v="1828" actId="1076"/>
        <pc:sldMkLst>
          <pc:docMk/>
          <pc:sldMk cId="0" sldId="349"/>
        </pc:sldMkLst>
        <pc:spChg chg="mod">
          <ac:chgData name="Bryan Sun" userId="851caa7714272873" providerId="LiveId" clId="{1AB4ECCA-9332-41DB-8CB6-28EB9B0FD45E}" dt="2023-09-18T02:56:23.175" v="16" actId="27636"/>
          <ac:spMkLst>
            <pc:docMk/>
            <pc:sldMk cId="0" sldId="349"/>
            <ac:spMk id="3" creationId="{00000000-0000-0000-0000-000000000000}"/>
          </ac:spMkLst>
        </pc:spChg>
        <pc:spChg chg="mod">
          <ac:chgData name="Bryan Sun" userId="851caa7714272873" providerId="LiveId" clId="{1AB4ECCA-9332-41DB-8CB6-28EB9B0FD45E}" dt="2023-09-18T05:48:26.097" v="1825" actId="14100"/>
          <ac:spMkLst>
            <pc:docMk/>
            <pc:sldMk cId="0" sldId="349"/>
            <ac:spMk id="4" creationId="{00000000-0000-0000-0000-000000000000}"/>
          </ac:spMkLst>
        </pc:spChg>
        <pc:spChg chg="mod">
          <ac:chgData name="Bryan Sun" userId="851caa7714272873" providerId="LiveId" clId="{1AB4ECCA-9332-41DB-8CB6-28EB9B0FD45E}" dt="2023-09-18T05:48:33.515" v="1827" actId="14100"/>
          <ac:spMkLst>
            <pc:docMk/>
            <pc:sldMk cId="0" sldId="349"/>
            <ac:spMk id="5" creationId="{00000000-0000-0000-0000-000000000000}"/>
          </ac:spMkLst>
        </pc:spChg>
        <pc:spChg chg="mod">
          <ac:chgData name="Bryan Sun" userId="851caa7714272873" providerId="LiveId" clId="{1AB4ECCA-9332-41DB-8CB6-28EB9B0FD45E}" dt="2023-09-18T05:46:15.605" v="1784" actId="6549"/>
          <ac:spMkLst>
            <pc:docMk/>
            <pc:sldMk cId="0" sldId="349"/>
            <ac:spMk id="7" creationId="{D1C4DA1E-0E27-4278-8937-C18E89BEEB22}"/>
          </ac:spMkLst>
        </pc:spChg>
        <pc:spChg chg="mod">
          <ac:chgData name="Bryan Sun" userId="851caa7714272873" providerId="LiveId" clId="{1AB4ECCA-9332-41DB-8CB6-28EB9B0FD45E}" dt="2023-09-18T05:46:43.207" v="1815" actId="6549"/>
          <ac:spMkLst>
            <pc:docMk/>
            <pc:sldMk cId="0" sldId="349"/>
            <ac:spMk id="10" creationId="{316004B2-B87C-47EE-809B-30BE54BA7DC5}"/>
          </ac:spMkLst>
        </pc:spChg>
        <pc:spChg chg="mod">
          <ac:chgData name="Bryan Sun" userId="851caa7714272873" providerId="LiveId" clId="{1AB4ECCA-9332-41DB-8CB6-28EB9B0FD45E}" dt="2023-09-18T05:47:59.156" v="1818" actId="14100"/>
          <ac:spMkLst>
            <pc:docMk/>
            <pc:sldMk cId="0" sldId="349"/>
            <ac:spMk id="11" creationId="{6DDE1F6C-50FA-4819-AFF6-1A43AA1917AB}"/>
          </ac:spMkLst>
        </pc:spChg>
        <pc:spChg chg="mod">
          <ac:chgData name="Bryan Sun" userId="851caa7714272873" providerId="LiveId" clId="{1AB4ECCA-9332-41DB-8CB6-28EB9B0FD45E}" dt="2023-09-18T05:48:37.021" v="1828" actId="1076"/>
          <ac:spMkLst>
            <pc:docMk/>
            <pc:sldMk cId="0" sldId="349"/>
            <ac:spMk id="13" creationId="{8C3A882D-8799-4F52-997D-B5F263794D0E}"/>
          </ac:spMkLst>
        </pc:spChg>
      </pc:sldChg>
      <pc:sldChg chg="delSp modSp mod delAnim">
        <pc:chgData name="Bryan Sun" userId="851caa7714272873" providerId="LiveId" clId="{1AB4ECCA-9332-41DB-8CB6-28EB9B0FD45E}" dt="2023-09-18T03:23:35.469" v="289" actId="14100"/>
        <pc:sldMkLst>
          <pc:docMk/>
          <pc:sldMk cId="570729498" sldId="356"/>
        </pc:sldMkLst>
        <pc:spChg chg="mod">
          <ac:chgData name="Bryan Sun" userId="851caa7714272873" providerId="LiveId" clId="{1AB4ECCA-9332-41DB-8CB6-28EB9B0FD45E}" dt="2023-09-18T03:23:27.540" v="286" actId="403"/>
          <ac:spMkLst>
            <pc:docMk/>
            <pc:sldMk cId="570729498" sldId="356"/>
            <ac:spMk id="3" creationId="{00000000-0000-0000-0000-000000000000}"/>
          </ac:spMkLst>
        </pc:spChg>
        <pc:spChg chg="mod">
          <ac:chgData name="Bryan Sun" userId="851caa7714272873" providerId="LiveId" clId="{1AB4ECCA-9332-41DB-8CB6-28EB9B0FD45E}" dt="2023-09-18T03:23:35.469" v="289" actId="14100"/>
          <ac:spMkLst>
            <pc:docMk/>
            <pc:sldMk cId="570729498" sldId="356"/>
            <ac:spMk id="8" creationId="{00000000-0000-0000-0000-000000000000}"/>
          </ac:spMkLst>
        </pc:spChg>
        <pc:graphicFrameChg chg="modGraphic">
          <ac:chgData name="Bryan Sun" userId="851caa7714272873" providerId="LiveId" clId="{1AB4ECCA-9332-41DB-8CB6-28EB9B0FD45E}" dt="2023-09-18T03:22:21.444" v="282" actId="14100"/>
          <ac:graphicFrameMkLst>
            <pc:docMk/>
            <pc:sldMk cId="570729498" sldId="356"/>
            <ac:graphicFrameMk id="2" creationId="{00000000-0000-0000-0000-000000000000}"/>
          </ac:graphicFrameMkLst>
        </pc:graphicFrameChg>
        <pc:graphicFrameChg chg="del mod">
          <ac:chgData name="Bryan Sun" userId="851caa7714272873" providerId="LiveId" clId="{1AB4ECCA-9332-41DB-8CB6-28EB9B0FD45E}" dt="2023-09-18T03:22:06.160" v="278" actId="478"/>
          <ac:graphicFrameMkLst>
            <pc:docMk/>
            <pc:sldMk cId="570729498" sldId="356"/>
            <ac:graphicFrameMk id="22" creationId="{34AA7200-EF27-4ED5-AA54-3122F7589EA5}"/>
          </ac:graphicFrameMkLst>
        </pc:graphicFrameChg>
      </pc:sldChg>
      <pc:sldChg chg="modSp mod">
        <pc:chgData name="Bryan Sun" userId="851caa7714272873" providerId="LiveId" clId="{1AB4ECCA-9332-41DB-8CB6-28EB9B0FD45E}" dt="2023-09-18T05:43:27.006" v="1685" actId="20577"/>
        <pc:sldMkLst>
          <pc:docMk/>
          <pc:sldMk cId="3967702150" sldId="357"/>
        </pc:sldMkLst>
        <pc:spChg chg="mod">
          <ac:chgData name="Bryan Sun" userId="851caa7714272873" providerId="LiveId" clId="{1AB4ECCA-9332-41DB-8CB6-28EB9B0FD45E}" dt="2023-09-18T05:43:27.006" v="1685" actId="20577"/>
          <ac:spMkLst>
            <pc:docMk/>
            <pc:sldMk cId="3967702150" sldId="357"/>
            <ac:spMk id="9" creationId="{8F79F9D7-B619-4E66-B6E5-9174630E3410}"/>
          </ac:spMkLst>
        </pc:spChg>
      </pc:sldChg>
      <pc:sldChg chg="modSp mod">
        <pc:chgData name="Bryan Sun" userId="851caa7714272873" providerId="LiveId" clId="{1AB4ECCA-9332-41DB-8CB6-28EB9B0FD45E}" dt="2023-09-18T05:44:13.710" v="1703" actId="20577"/>
        <pc:sldMkLst>
          <pc:docMk/>
          <pc:sldMk cId="3205945023" sldId="358"/>
        </pc:sldMkLst>
        <pc:spChg chg="mod">
          <ac:chgData name="Bryan Sun" userId="851caa7714272873" providerId="LiveId" clId="{1AB4ECCA-9332-41DB-8CB6-28EB9B0FD45E}" dt="2023-09-18T05:44:13.710" v="1703" actId="20577"/>
          <ac:spMkLst>
            <pc:docMk/>
            <pc:sldMk cId="3205945023" sldId="358"/>
            <ac:spMk id="9" creationId="{8F79F9D7-B619-4E66-B6E5-9174630E341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12192000" cy="6857999"/>
          </a:xfrm>
          <a:prstGeom prst="rect">
            <a:avLst/>
          </a:prstGeom>
          <a:noFill/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9/18/2023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9/18/2023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9/18/2023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9/18/2023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9/18/2023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9/18/2023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9/18/2023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9/18/2023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9/18/2023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9/18/2023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9/18/2023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9/18/2023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 panose="020B0603020202020204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 panose="020B0603020202020204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9/18/2023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9/18/2023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图片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9/18/2023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9/18/2023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dirty="0"/>
              <a:t>9/18/2023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图片 52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8609" y="7541"/>
            <a:ext cx="10368800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8612" y="1486111"/>
            <a:ext cx="10368800" cy="51044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50" name="文本框 49"/>
          <p:cNvSpPr txBox="1"/>
          <p:nvPr userDrawn="1"/>
        </p:nvSpPr>
        <p:spPr>
          <a:xfrm>
            <a:off x="9212580" y="620649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</a:rPr>
              <a:t>高老师算法竞赛训练营</a:t>
            </a:r>
          </a:p>
        </p:txBody>
      </p:sp>
      <p:pic>
        <p:nvPicPr>
          <p:cNvPr id="51" name="图片 50"/>
          <p:cNvPicPr>
            <a:picLocks noChangeAspect="1"/>
          </p:cNvPicPr>
          <p:nvPr userDrawn="1"/>
        </p:nvPicPr>
        <p:blipFill>
          <a:blip r:embed="rId20"/>
          <a:stretch>
            <a:fillRect/>
          </a:stretch>
        </p:blipFill>
        <p:spPr>
          <a:xfrm>
            <a:off x="10812780" y="5361173"/>
            <a:ext cx="760094" cy="7659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" altLang="en-US" dirty="0"/>
              <a:t>Language Basics (3)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" altLang="en-US" dirty="0"/>
              <a:t>Conditional branch</a:t>
            </a:r>
            <a:r>
              <a:rPr lang="en-US" altLang="zh-CN" dirty="0" err="1"/>
              <a:t>ing</a:t>
            </a:r>
            <a:r>
              <a:rPr lang="en" altLang="en-US" dirty="0"/>
              <a:t> (1)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9212580" y="620649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en-US" dirty="0">
                <a:latin typeface="华文楷体" panose="02010600040101010101" pitchFamily="2" charset="-122"/>
                <a:ea typeface="华文楷体" panose="02010600040101010101" pitchFamily="2" charset="-122"/>
              </a:rPr>
              <a:t>Teacher Gao Algorithm Competition Training Camp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5361173"/>
            <a:ext cx="760094" cy="7659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6160899" y="1486111"/>
            <a:ext cx="5030732" cy="448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Expressions are enclosed in parentheses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b="1" dirty="0">
                <a:solidFill>
                  <a:srgbClr val="006699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else </a:t>
            </a:r>
            <a:r>
              <a:rPr lang="en" altLang="zh-CN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and the following statements can be omitted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An </a:t>
            </a:r>
            <a:r>
              <a:rPr lang="en" altLang="zh-CN" sz="1600" b="1" dirty="0">
                <a:solidFill>
                  <a:srgbClr val="006699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if </a:t>
            </a:r>
            <a:r>
              <a:rPr lang="en" altLang="zh-CN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can only pair with one </a:t>
            </a:r>
            <a:r>
              <a:rPr lang="en" altLang="zh-CN" sz="1600" b="1" dirty="0">
                <a:solidFill>
                  <a:srgbClr val="006699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else</a:t>
            </a:r>
            <a:r>
              <a:rPr lang="en" altLang="zh-CN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, not multiple</a:t>
            </a:r>
            <a:endParaRPr lang="en-US" altLang="zh-CN" sz="1600" kern="100" dirty="0">
              <a:solidFill>
                <a:schemeClr val="bg1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b="1" dirty="0">
                <a:solidFill>
                  <a:srgbClr val="006699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else </a:t>
            </a:r>
            <a:r>
              <a:rPr lang="en" altLang="en-US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cannot appear alone</a:t>
            </a:r>
            <a:endParaRPr lang="en-US" altLang="zh-CN" sz="1600" kern="100" dirty="0">
              <a:solidFill>
                <a:schemeClr val="bg1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en-US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You cannot write </a:t>
            </a:r>
            <a:r>
              <a:rPr lang="en" altLang="zh-CN" sz="1600" b="1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(expression)</a:t>
            </a:r>
            <a:r>
              <a:rPr lang="en" altLang="zh-CN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after </a:t>
            </a:r>
            <a:r>
              <a:rPr lang="en" altLang="zh-CN" sz="1600" b="1" dirty="0">
                <a:solidFill>
                  <a:srgbClr val="006699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else</a:t>
            </a:r>
            <a:endParaRPr lang="zh-CN" altLang="zh-CN" sz="1600" kern="100" dirty="0">
              <a:solidFill>
                <a:schemeClr val="bg1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Never add semicolon after if</a:t>
            </a:r>
            <a:r>
              <a:rPr lang="en" altLang="zh-CN" sz="1600" b="1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(expression)</a:t>
            </a:r>
            <a:r>
              <a:rPr lang="en" altLang="zh-CN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or </a:t>
            </a:r>
            <a:r>
              <a:rPr lang="en" altLang="zh-CN" sz="1600" b="1" dirty="0">
                <a:solidFill>
                  <a:srgbClr val="006699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else</a:t>
            </a:r>
            <a:r>
              <a:rPr lang="en" altLang="zh-CN" sz="1600" b="1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endParaRPr lang="en-US" altLang="zh-CN" sz="1600" kern="100" dirty="0">
              <a:solidFill>
                <a:schemeClr val="bg1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Don’t add semicolon after the curly braces, no error, just not necessary.  A semicolon alone is a statement</a:t>
            </a:r>
            <a:endParaRPr lang="zh-CN" altLang="zh-CN" sz="1600" kern="100" dirty="0">
              <a:solidFill>
                <a:schemeClr val="bg1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9" name="内容占位符 2"/>
          <p:cNvSpPr txBox="1"/>
          <p:nvPr/>
        </p:nvSpPr>
        <p:spPr>
          <a:xfrm>
            <a:off x="509753" y="1736796"/>
            <a:ext cx="2793124" cy="227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double money,price;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U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in &gt;&gt; money &gt;&gt; price;</a:t>
            </a:r>
          </a:p>
          <a:p>
            <a:pPr marL="0" indent="0">
              <a:buNone/>
            </a:pP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if(money &gt;= price)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cout &lt;&lt; "</a:t>
            </a:r>
            <a:r>
              <a:rPr lang="e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buy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";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else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   cout &lt;&lt; "</a:t>
            </a:r>
            <a:r>
              <a:rPr lang="en" altLang="en-US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Can't afford</a:t>
            </a:r>
            <a:r>
              <a:rPr lang="en" altLang="zh-CN" sz="14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";</a:t>
            </a:r>
          </a:p>
        </p:txBody>
      </p:sp>
      <p:sp>
        <p:nvSpPr>
          <p:cNvPr id="10" name="内容占位符 2"/>
          <p:cNvSpPr txBox="1"/>
          <p:nvPr/>
        </p:nvSpPr>
        <p:spPr>
          <a:xfrm>
            <a:off x="3302876" y="1736794"/>
            <a:ext cx="2858023" cy="32884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indent="0" defTabSz="9144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defRPr>
            </a:lvl1pPr>
            <a:lvl2pPr marL="6858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" altLang="zh-CN" dirty="0"/>
              <a:t>double money,price;</a:t>
            </a:r>
          </a:p>
          <a:p>
            <a:r>
              <a:rPr lang="en" altLang="zh-CN" dirty="0"/>
              <a:t>cin &gt;&gt; money &gt;&gt; price;</a:t>
            </a:r>
          </a:p>
          <a:p>
            <a:r>
              <a:rPr lang="en" altLang="zh-CN" dirty="0"/>
              <a:t>if(money &gt;= price){</a:t>
            </a:r>
          </a:p>
          <a:p>
            <a:r>
              <a:rPr lang="en" altLang="en-US" dirty="0"/>
              <a:t>    </a:t>
            </a:r>
            <a:r>
              <a:rPr lang="en" altLang="zh-CN" dirty="0"/>
              <a:t>cout &lt;&lt; "</a:t>
            </a:r>
            <a:r>
              <a:rPr lang="en" altLang="en-US" dirty="0"/>
              <a:t>buy</a:t>
            </a:r>
            <a:r>
              <a:rPr lang="en" altLang="zh-CN" dirty="0"/>
              <a:t>";</a:t>
            </a:r>
          </a:p>
          <a:p>
            <a:r>
              <a:rPr lang="en" altLang="zh-CN" dirty="0"/>
              <a:t>    cout &lt;&lt; "</a:t>
            </a:r>
            <a:r>
              <a:rPr lang="en" altLang="en-US" dirty="0"/>
              <a:t>Vanilla</a:t>
            </a:r>
            <a:r>
              <a:rPr lang="en" altLang="zh-CN" dirty="0"/>
              <a:t>";</a:t>
            </a:r>
          </a:p>
          <a:p>
            <a:r>
              <a:rPr lang="en" altLang="zh-CN" dirty="0"/>
              <a:t>}else{</a:t>
            </a:r>
          </a:p>
          <a:p>
            <a:r>
              <a:rPr lang="en" altLang="zh-CN" dirty="0"/>
              <a:t>    cout &lt;&lt; "</a:t>
            </a:r>
            <a:r>
              <a:rPr lang="en" altLang="en-US" dirty="0"/>
              <a:t>Can't afford</a:t>
            </a:r>
            <a:r>
              <a:rPr lang="en" altLang="zh-CN" dirty="0"/>
              <a:t>";</a:t>
            </a:r>
          </a:p>
          <a:p>
            <a:r>
              <a:rPr lang="en" altLang="zh-CN" dirty="0"/>
              <a:t>    cout &lt;&lt; "</a:t>
            </a:r>
            <a:r>
              <a:rPr lang="en" altLang="en-US" dirty="0"/>
              <a:t>Thank you!</a:t>
            </a:r>
            <a:r>
              <a:rPr lang="en" altLang="zh-CN" dirty="0"/>
              <a:t>";</a:t>
            </a:r>
          </a:p>
          <a:p>
            <a:r>
              <a:rPr lang="en" altLang="zh-CN" dirty="0"/>
              <a:t>}</a:t>
            </a:r>
          </a:p>
        </p:txBody>
      </p:sp>
      <p:sp>
        <p:nvSpPr>
          <p:cNvPr id="11" name="内容占位符 2"/>
          <p:cNvSpPr txBox="1"/>
          <p:nvPr/>
        </p:nvSpPr>
        <p:spPr>
          <a:xfrm>
            <a:off x="477304" y="4392186"/>
            <a:ext cx="2793124" cy="227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indent="0" defTabSz="9144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defRPr>
            </a:lvl1pPr>
            <a:lvl2pPr marL="6858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" altLang="zh-CN" dirty="0"/>
              <a:t>double money,price;</a:t>
            </a:r>
          </a:p>
          <a:p>
            <a:r>
              <a:rPr lang="en" altLang="zh-CN" dirty="0"/>
              <a:t>cin &gt;&gt; money &gt;&gt; price;</a:t>
            </a:r>
          </a:p>
          <a:p>
            <a:r>
              <a:rPr lang="en" altLang="zh-CN" dirty="0"/>
              <a:t>cout &lt;&lt;"</a:t>
            </a:r>
            <a:r>
              <a:rPr lang="en" altLang="en-US" dirty="0"/>
              <a:t>buy</a:t>
            </a:r>
            <a:r>
              <a:rPr lang="en" altLang="zh-CN" dirty="0"/>
              <a:t>";</a:t>
            </a:r>
          </a:p>
          <a:p>
            <a:r>
              <a:rPr lang="en" altLang="zh-CN" dirty="0"/>
              <a:t>if(money &lt; price)</a:t>
            </a:r>
          </a:p>
          <a:p>
            <a:r>
              <a:rPr lang="en" altLang="zh-CN" dirty="0"/>
              <a:t>    cout &lt;&lt; "</a:t>
            </a:r>
            <a:r>
              <a:rPr lang="en" altLang="en-US" dirty="0"/>
              <a:t>Can't afford</a:t>
            </a:r>
            <a:r>
              <a:rPr lang="en" altLang="zh-CN" dirty="0"/>
              <a:t>";</a:t>
            </a:r>
          </a:p>
        </p:txBody>
      </p:sp>
      <p:sp>
        <p:nvSpPr>
          <p:cNvPr id="13" name="文本框 12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Example </a:t>
            </a:r>
            <a:r>
              <a:rPr lang="en" altLang="zh-CN" sz="40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- </a:t>
            </a:r>
            <a:r>
              <a:rPr lang="en" altLang="en-US" sz="40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Buying Magnum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0" grpId="0"/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内容占位符 2"/>
          <p:cNvSpPr txBox="1"/>
          <p:nvPr/>
        </p:nvSpPr>
        <p:spPr>
          <a:xfrm>
            <a:off x="2208637" y="1742149"/>
            <a:ext cx="153924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indent="0" defTabSz="9144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>
                <a:solidFill>
                  <a:schemeClr val="bg1"/>
                </a:solidFill>
                <a:latin typeface="Comic Sans MS" panose="030F0702030302020204" pitchFamily="66" charset="0"/>
                <a:ea typeface="微软雅黑" panose="020B0503020204020204" pitchFamily="34" charset="-122"/>
              </a:defRPr>
            </a:lvl1pPr>
            <a:lvl2pPr marL="6858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" altLang="zh-CN" sz="1600" b="1" dirty="0">
                <a:solidFill>
                  <a:srgbClr val="006699"/>
                </a:solidFill>
                <a:latin typeface="Consolas" panose="020B0609020204030204" pitchFamily="49" charset="0"/>
                <a:ea typeface="+mn-ea"/>
              </a:rPr>
              <a:t>if </a:t>
            </a:r>
            <a:r>
              <a:rPr lang="en" altLang="zh-CN" sz="16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" alt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expression</a:t>
            </a:r>
            <a:r>
              <a:rPr lang="en" altLang="zh-CN" sz="16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" alt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statement</a:t>
            </a:r>
            <a:r>
              <a:rPr lang="en" altLang="zh-CN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" altLang="zh-CN" sz="1600" b="1" dirty="0">
                <a:solidFill>
                  <a:srgbClr val="006699"/>
                </a:solidFill>
                <a:latin typeface="Consolas" panose="020B0609020204030204" pitchFamily="49" charset="0"/>
                <a:ea typeface="+mn-ea"/>
              </a:rPr>
              <a:t>else</a:t>
            </a:r>
          </a:p>
          <a:p>
            <a:r>
              <a:rPr lang="en" alt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statement</a:t>
            </a:r>
            <a:r>
              <a:rPr lang="en" altLang="zh-CN" sz="16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9" name="内容占位符 2"/>
          <p:cNvSpPr txBox="1"/>
          <p:nvPr/>
        </p:nvSpPr>
        <p:spPr>
          <a:xfrm>
            <a:off x="605789" y="1743744"/>
            <a:ext cx="153924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" altLang="zh-CN" sz="1600" b="1" dirty="0">
                <a:solidFill>
                  <a:srgbClr val="006699"/>
                </a:solidFill>
                <a:latin typeface="Consolas" panose="020B0609020204030204" pitchFamily="49" charset="0"/>
              </a:rPr>
              <a:t>if 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(e</a:t>
            </a:r>
            <a:r>
              <a:rPr lang="en" altLang="en-US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xpression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en-US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statement</a:t>
            </a:r>
            <a:r>
              <a:rPr lang="en" altLang="zh-CN" sz="16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Grammar</a:t>
            </a:r>
          </a:p>
        </p:txBody>
      </p:sp>
      <p:sp>
        <p:nvSpPr>
          <p:cNvPr id="4" name="矩形 3"/>
          <p:cNvSpPr/>
          <p:nvPr/>
        </p:nvSpPr>
        <p:spPr>
          <a:xfrm>
            <a:off x="3747877" y="1748027"/>
            <a:ext cx="1539240" cy="36112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defTabSz="914400">
              <a:lnSpc>
                <a:spcPct val="90000"/>
              </a:lnSpc>
              <a:spcBef>
                <a:spcPts val="1000"/>
              </a:spcBef>
              <a:buSzPct val="125000"/>
            </a:pPr>
            <a:r>
              <a:rPr lang="en" altLang="zh-CN" sz="1600" b="1" dirty="0">
                <a:solidFill>
                  <a:srgbClr val="006699"/>
                </a:solidFill>
                <a:latin typeface="Consolas" panose="020B0609020204030204" pitchFamily="49" charset="0"/>
              </a:rPr>
              <a:t>if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(</a:t>
            </a:r>
            <a:r>
              <a:rPr lang="en" altLang="en-US" sz="16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expression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){</a:t>
            </a:r>
          </a:p>
          <a:p>
            <a:pPr lvl="0" defTabSz="914400">
              <a:lnSpc>
                <a:spcPct val="90000"/>
              </a:lnSpc>
              <a:spcBef>
                <a:spcPts val="1000"/>
              </a:spcBef>
              <a:buSzPct val="125000"/>
            </a:pPr>
            <a:r>
              <a:rPr lang="en" altLang="en-US" sz="16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statement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  <a:p>
            <a:pPr lvl="0" defTabSz="914400">
              <a:lnSpc>
                <a:spcPct val="90000"/>
              </a:lnSpc>
              <a:spcBef>
                <a:spcPts val="1000"/>
              </a:spcBef>
              <a:buSzPct val="125000"/>
            </a:pPr>
            <a:r>
              <a:rPr lang="en" altLang="en-US" sz="16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statement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  <a:p>
            <a:pPr lvl="0" defTabSz="914400">
              <a:lnSpc>
                <a:spcPct val="90000"/>
              </a:lnSpc>
              <a:spcBef>
                <a:spcPts val="1000"/>
              </a:spcBef>
              <a:buSzPct val="125000"/>
            </a:pPr>
            <a:r>
              <a:rPr lang="en" altLang="en-US" sz="16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  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…</a:t>
            </a:r>
          </a:p>
          <a:p>
            <a:pPr lvl="0" defTabSz="914400">
              <a:lnSpc>
                <a:spcPct val="90000"/>
              </a:lnSpc>
              <a:spcBef>
                <a:spcPts val="1000"/>
              </a:spcBef>
              <a:buSzPct val="125000"/>
            </a:pP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}</a:t>
            </a:r>
            <a:r>
              <a:rPr lang="en" altLang="zh-CN" sz="1600" b="1" dirty="0">
                <a:solidFill>
                  <a:srgbClr val="006699"/>
                </a:solidFill>
                <a:latin typeface="Consolas" panose="020B0609020204030204" pitchFamily="49" charset="0"/>
              </a:rPr>
              <a:t>else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{</a:t>
            </a:r>
          </a:p>
          <a:p>
            <a:pPr lvl="0" defTabSz="914400">
              <a:lnSpc>
                <a:spcPct val="90000"/>
              </a:lnSpc>
              <a:spcBef>
                <a:spcPts val="1000"/>
              </a:spcBef>
              <a:buSzPct val="125000"/>
            </a:pPr>
            <a:r>
              <a:rPr lang="en" altLang="en-US" sz="16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statement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  <a:p>
            <a:pPr lvl="0" defTabSz="914400">
              <a:lnSpc>
                <a:spcPct val="90000"/>
              </a:lnSpc>
              <a:spcBef>
                <a:spcPts val="1000"/>
              </a:spcBef>
              <a:buSzPct val="125000"/>
            </a:pPr>
            <a:r>
              <a:rPr lang="en" altLang="en-US" sz="16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statement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</a:p>
          <a:p>
            <a:pPr lvl="0" defTabSz="914400">
              <a:lnSpc>
                <a:spcPct val="90000"/>
              </a:lnSpc>
              <a:spcBef>
                <a:spcPts val="1000"/>
              </a:spcBef>
              <a:buSzPct val="125000"/>
            </a:pP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…</a:t>
            </a:r>
          </a:p>
          <a:p>
            <a:pPr lvl="0" defTabSz="914400">
              <a:lnSpc>
                <a:spcPct val="90000"/>
              </a:lnSpc>
              <a:spcBef>
                <a:spcPts val="1000"/>
              </a:spcBef>
              <a:buSzPct val="125000"/>
            </a:pP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}</a:t>
            </a:r>
            <a:endParaRPr lang="zh-CN" altLang="en-US" sz="16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4C57198-F243-2509-7F4A-3CC081D6161E}"/>
              </a:ext>
            </a:extLst>
          </p:cNvPr>
          <p:cNvSpPr txBox="1"/>
          <p:nvPr/>
        </p:nvSpPr>
        <p:spPr>
          <a:xfrm>
            <a:off x="6160899" y="1486111"/>
            <a:ext cx="5030732" cy="448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Expressions are enclosed in parentheses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b="1" dirty="0">
                <a:solidFill>
                  <a:srgbClr val="006699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else </a:t>
            </a:r>
            <a:r>
              <a:rPr lang="en" altLang="zh-CN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and the following statements can be omitted</a:t>
            </a: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An </a:t>
            </a:r>
            <a:r>
              <a:rPr lang="en" altLang="zh-CN" sz="1600" b="1" dirty="0">
                <a:solidFill>
                  <a:srgbClr val="006699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if </a:t>
            </a:r>
            <a:r>
              <a:rPr lang="en" altLang="zh-CN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can only pair with one </a:t>
            </a:r>
            <a:r>
              <a:rPr lang="en" altLang="zh-CN" sz="1600" b="1" dirty="0">
                <a:solidFill>
                  <a:srgbClr val="006699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else</a:t>
            </a:r>
            <a:r>
              <a:rPr lang="en" altLang="zh-CN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, not multiple</a:t>
            </a:r>
            <a:endParaRPr lang="en-US" altLang="zh-CN" sz="1600" kern="100" dirty="0">
              <a:solidFill>
                <a:schemeClr val="bg1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b="1" dirty="0">
                <a:solidFill>
                  <a:srgbClr val="006699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else </a:t>
            </a:r>
            <a:r>
              <a:rPr lang="en" altLang="en-US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cannot appear alone</a:t>
            </a:r>
            <a:endParaRPr lang="en-US" altLang="zh-CN" sz="1600" kern="100" dirty="0">
              <a:solidFill>
                <a:schemeClr val="bg1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en-US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You cannot write </a:t>
            </a:r>
            <a:r>
              <a:rPr lang="en" altLang="zh-CN" sz="1600" b="1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(expression)</a:t>
            </a:r>
            <a:r>
              <a:rPr lang="en" altLang="zh-CN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after </a:t>
            </a:r>
            <a:r>
              <a:rPr lang="en" altLang="zh-CN" sz="1600" b="1" dirty="0">
                <a:solidFill>
                  <a:srgbClr val="006699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else</a:t>
            </a:r>
            <a:endParaRPr lang="zh-CN" altLang="zh-CN" sz="1600" kern="100" dirty="0">
              <a:solidFill>
                <a:schemeClr val="bg1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Never add semicolon after if</a:t>
            </a:r>
            <a:r>
              <a:rPr lang="en" altLang="zh-CN" sz="1600" b="1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(expression)</a:t>
            </a:r>
            <a:r>
              <a:rPr lang="en" altLang="zh-CN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or </a:t>
            </a:r>
            <a:r>
              <a:rPr lang="en" altLang="zh-CN" sz="1600" b="1" dirty="0">
                <a:solidFill>
                  <a:srgbClr val="006699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else</a:t>
            </a:r>
            <a:r>
              <a:rPr lang="en" altLang="zh-CN" sz="1600" b="1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</a:t>
            </a:r>
            <a:endParaRPr lang="en-US" altLang="zh-CN" sz="1600" kern="100" dirty="0">
              <a:solidFill>
                <a:schemeClr val="bg1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42900" lvl="0" indent="-342900" algn="just">
              <a:lnSpc>
                <a:spcPct val="150000"/>
              </a:lnSpc>
              <a:spcAft>
                <a:spcPts val="0"/>
              </a:spcAft>
              <a:buFont typeface="+mj-lt"/>
              <a:buAutoNum type="arabicPeriod"/>
            </a:pPr>
            <a:r>
              <a:rPr lang="en" altLang="zh-CN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Don’t add semicolon after the curly braces, no error, just not necessary.  A semicolon alone is a statement</a:t>
            </a:r>
            <a:endParaRPr lang="zh-CN" altLang="zh-CN" sz="1600" kern="100" dirty="0">
              <a:solidFill>
                <a:schemeClr val="bg1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4" grpId="0"/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内容占位符 2"/>
          <p:cNvSpPr txBox="1"/>
          <p:nvPr/>
        </p:nvSpPr>
        <p:spPr>
          <a:xfrm>
            <a:off x="684323" y="1722925"/>
            <a:ext cx="5411293" cy="1170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indent="0" defTabSz="9144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>
                <a:solidFill>
                  <a:schemeClr val="bg1"/>
                </a:solidFill>
                <a:latin typeface="Comic Sans MS" panose="030F0702030302020204" pitchFamily="66" charset="0"/>
                <a:ea typeface="微软雅黑" panose="020B0503020204020204" pitchFamily="34" charset="-122"/>
              </a:defRPr>
            </a:lvl1pPr>
            <a:lvl2pPr marL="6858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 defTabSz="9144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 algn="just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" altLang="zh-CN" sz="14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An expression can always evaluate to a value:</a:t>
            </a:r>
          </a:p>
          <a:p>
            <a:pPr marL="268288" lvl="1" indent="-268288" algn="just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+mj-lt"/>
              <a:buAutoNum type="alphaLcPeriod"/>
            </a:pPr>
            <a:r>
              <a:rPr lang="en" altLang="en-US" sz="14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If value is not </a:t>
            </a:r>
            <a:r>
              <a:rPr lang="en" altLang="zh-CN" sz="14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0</a:t>
            </a:r>
            <a:r>
              <a:rPr lang="en" altLang="en-US" sz="14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(is non-zero), </a:t>
            </a:r>
            <a:r>
              <a:rPr lang="en" altLang="en-US" sz="16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it</a:t>
            </a:r>
            <a:r>
              <a:rPr lang="en" altLang="en-US" sz="14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is true</a:t>
            </a:r>
          </a:p>
          <a:p>
            <a:pPr marL="268288" lvl="1" indent="-268288" algn="just" fontAlgn="auto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+mj-lt"/>
              <a:buAutoNum type="alphaLcPeriod"/>
            </a:pPr>
            <a:r>
              <a:rPr lang="en" altLang="zh-CN" sz="14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If the value is 0,</a:t>
            </a:r>
            <a:r>
              <a:rPr lang="en" altLang="en-US" sz="14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it is not true (false)</a:t>
            </a:r>
            <a:endParaRPr lang="en-US" altLang="zh-CN" sz="1400" kern="100" dirty="0">
              <a:solidFill>
                <a:schemeClr val="bg1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84324" y="301567"/>
            <a:ext cx="10634659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Expressions and judgments</a:t>
            </a:r>
            <a:endParaRPr lang="en-US" altLang="zh-CN" sz="4000" dirty="0">
              <a:solidFill>
                <a:schemeClr val="bg1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13411375"/>
              </p:ext>
            </p:extLst>
          </p:nvPr>
        </p:nvGraphicFramePr>
        <p:xfrm>
          <a:off x="684707" y="3529069"/>
          <a:ext cx="5411293" cy="295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74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3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" altLang="en-US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expression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en-US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7/3+4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6 // </a:t>
                      </a:r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non-zero, 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11-(4*2)-7%3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 // </a:t>
                      </a:r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non-zero, 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  <a:sym typeface="+mn-ea"/>
                        </a:rPr>
                        <a:t>a-3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 </a:t>
                      </a:r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  <a:sym typeface="+mn-ea"/>
                        </a:rPr>
                        <a:t>// </a:t>
                      </a:r>
                      <a:r>
                        <a:rPr lang="e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  <a:sym typeface="+mn-ea"/>
                        </a:rPr>
                        <a:t>zero, false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a%cb%c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 // </a:t>
                      </a:r>
                      <a:r>
                        <a:rPr lang="e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zero, 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sz="1200" dirty="0" err="1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a=3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3 // </a:t>
                      </a:r>
                      <a:r>
                        <a:rPr lang="e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Non-zero, true. The value of an assignment statement is equal to the assigned 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a=0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 // </a:t>
                      </a:r>
                      <a:r>
                        <a:rPr lang="e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  <a:sym typeface="+mn-ea"/>
                        </a:rPr>
                        <a:t>Zero, false. The value of an assignment statement is equal to the assigned value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文本框 2"/>
          <p:cNvSpPr txBox="1"/>
          <p:nvPr/>
        </p:nvSpPr>
        <p:spPr>
          <a:xfrm>
            <a:off x="684323" y="2863263"/>
            <a:ext cx="4762999" cy="7040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342900" indent="-342900" algn="just" defTabSz="914400">
              <a:lnSpc>
                <a:spcPct val="150000"/>
              </a:lnSpc>
              <a:buFont typeface="+mj-lt"/>
              <a:buAutoNum type="arabicPeriod"/>
              <a:defRPr sz="1400" kern="10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marL="0" indent="0">
              <a:buNone/>
            </a:pPr>
            <a:r>
              <a:rPr lang="en" altLang="zh-CN" kern="1200" dirty="0">
                <a:solidFill>
                  <a:srgbClr val="008200"/>
                </a:solidFill>
                <a:latin typeface="Consolas" panose="020B0609020204030204" pitchFamily="49" charset="0"/>
                <a:cs typeface="+mn-cs"/>
              </a:rPr>
              <a:t>// </a:t>
            </a:r>
            <a:r>
              <a:rPr lang="en" altLang="en-US" kern="1200" dirty="0">
                <a:solidFill>
                  <a:srgbClr val="008200"/>
                </a:solidFill>
                <a:latin typeface="Consolas" panose="020B0609020204030204" pitchFamily="49" charset="0"/>
                <a:cs typeface="+mn-cs"/>
              </a:rPr>
              <a:t>First, define three variables:</a:t>
            </a:r>
            <a:endParaRPr lang="en-US" altLang="zh-CN" kern="1200" dirty="0">
              <a:solidFill>
                <a:srgbClr val="008200"/>
              </a:solidFill>
              <a:latin typeface="Consolas" panose="020B0609020204030204" pitchFamily="49" charset="0"/>
              <a:cs typeface="+mn-cs"/>
            </a:endParaRPr>
          </a:p>
          <a:p>
            <a:pPr marL="0" indent="0">
              <a:buNone/>
            </a:pPr>
            <a:r>
              <a:rPr lang="en" altLang="zh-CN" b="1" kern="12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" altLang="zh-CN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a=3,b=5,c=2;</a:t>
            </a:r>
            <a:endParaRPr lang="zh-CN" altLang="en-US" dirty="0"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80B6C86-C0F7-4F16-ABAE-9083EACAAFFF}"/>
              </a:ext>
            </a:extLst>
          </p:cNvPr>
          <p:cNvSpPr txBox="1"/>
          <p:nvPr/>
        </p:nvSpPr>
        <p:spPr>
          <a:xfrm>
            <a:off x="6412448" y="1722925"/>
            <a:ext cx="1789519" cy="1170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342900" indent="-342900" algn="just" defTabSz="914400">
              <a:lnSpc>
                <a:spcPct val="150000"/>
              </a:lnSpc>
              <a:buFont typeface="+mj-lt"/>
              <a:buAutoNum type="arabicPeriod"/>
              <a:defRPr sz="1400" kern="10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" altLang="zh-CN" sz="1200" b="1" kern="1200" dirty="0">
                <a:solidFill>
                  <a:srgbClr val="006699"/>
                </a:solidFill>
                <a:latin typeface="Consolas" panose="020B0609020204030204" pitchFamily="49" charset="0"/>
                <a:cs typeface="+mn-cs"/>
              </a:rPr>
              <a:t>if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( </a:t>
            </a:r>
            <a:r>
              <a:rPr lang="en" altLang="en-US" sz="12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expression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){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// do </a:t>
            </a:r>
            <a:r>
              <a:rPr lang="en" altLang="zh-CN" sz="1200" dirty="0" err="1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sth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//do </a:t>
            </a:r>
            <a:r>
              <a:rPr lang="en" altLang="zh-CN" sz="1200" dirty="0" err="1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sth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.after if</a:t>
            </a:r>
            <a:endParaRPr lang="en-US" altLang="zh-CN" sz="1200" dirty="0">
              <a:latin typeface="Consolas" panose="020B0609020204030204" pitchFamily="49" charset="0"/>
              <a:ea typeface="微软雅黑" panose="020B0503020204020204" charset="-122"/>
              <a:cs typeface="Consolas" panose="020B0609020204030204" pitchFamily="49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EB2610B7-25C7-4543-86B8-C4CBC8BFECFB}"/>
              </a:ext>
            </a:extLst>
          </p:cNvPr>
          <p:cNvGrpSpPr/>
          <p:nvPr/>
        </p:nvGrpSpPr>
        <p:grpSpPr>
          <a:xfrm>
            <a:off x="8183006" y="1722925"/>
            <a:ext cx="3292559" cy="821902"/>
            <a:chOff x="5410787" y="1465739"/>
            <a:chExt cx="5220576" cy="821902"/>
          </a:xfrm>
        </p:grpSpPr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7E3B97FB-EFC8-489F-9D40-38E20999FFAF}"/>
                </a:ext>
              </a:extLst>
            </p:cNvPr>
            <p:cNvSpPr txBox="1"/>
            <p:nvPr/>
          </p:nvSpPr>
          <p:spPr>
            <a:xfrm>
              <a:off x="5410787" y="1699868"/>
              <a:ext cx="1507071" cy="3390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342900" indent="-342900" algn="just" defTabSz="914400">
                <a:lnSpc>
                  <a:spcPct val="150000"/>
                </a:lnSpc>
                <a:buFont typeface="+mj-lt"/>
                <a:buAutoNum type="arabicPeriod"/>
                <a:defRPr sz="1400" kern="10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defRPr>
              </a:lvl1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" altLang="en-US" sz="1200" dirty="0">
                  <a:solidFill>
                    <a:schemeClr val="bg1"/>
                  </a:solidFill>
                  <a:latin typeface="Consolas" panose="020B0609020204030204" pitchFamily="49" charset="0"/>
                  <a:ea typeface="微软雅黑" panose="020B0503020204020204" charset="-122"/>
                  <a:cs typeface="Consolas" panose="020B0609020204030204" pitchFamily="49" charset="0"/>
                </a:rPr>
                <a:t>value of expression</a:t>
              </a:r>
              <a:endParaRPr lang="en-US" altLang="zh-CN" sz="1200" dirty="0"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endParaRPr>
            </a:p>
          </p:txBody>
        </p:sp>
        <p:sp>
          <p:nvSpPr>
            <p:cNvPr id="13" name="左大括号 12">
              <a:extLst>
                <a:ext uri="{FF2B5EF4-FFF2-40B4-BE49-F238E27FC236}">
                  <a16:creationId xmlns:a16="http://schemas.microsoft.com/office/drawing/2014/main" id="{674E961C-C62D-4535-A492-01D97D8EEB74}"/>
                </a:ext>
              </a:extLst>
            </p:cNvPr>
            <p:cNvSpPr/>
            <p:nvPr/>
          </p:nvSpPr>
          <p:spPr>
            <a:xfrm>
              <a:off x="6856617" y="1672508"/>
              <a:ext cx="244966" cy="467976"/>
            </a:xfrm>
            <a:prstGeom prst="lef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1050">
                <a:latin typeface="Consolas" panose="020B0609020204030204" pitchFamily="49" charset="0"/>
              </a:endParaRP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EAB15225-CA85-48EC-AD93-A38367B514F4}"/>
                </a:ext>
              </a:extLst>
            </p:cNvPr>
            <p:cNvSpPr txBox="1"/>
            <p:nvPr/>
          </p:nvSpPr>
          <p:spPr>
            <a:xfrm>
              <a:off x="7101583" y="1465739"/>
              <a:ext cx="3529780" cy="3390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342900" indent="-342900" algn="just" defTabSz="914400">
                <a:lnSpc>
                  <a:spcPct val="150000"/>
                </a:lnSpc>
                <a:buFont typeface="+mj-lt"/>
                <a:buAutoNum type="arabicPeriod"/>
                <a:defRPr sz="1400" kern="10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defRPr>
              </a:lvl1pPr>
            </a:lstStyle>
            <a:p>
              <a:pPr marL="0" indent="0" algn="l">
                <a:buFont typeface="Arial" panose="020B0604020202020204" pitchFamily="34" charset="0"/>
                <a:buNone/>
              </a:pPr>
              <a:r>
                <a:rPr lang="en" altLang="en-US" sz="1200" dirty="0">
                  <a:solidFill>
                    <a:schemeClr val="bg1"/>
                  </a:solidFill>
                  <a:latin typeface="Consolas" panose="020B0609020204030204" pitchFamily="49" charset="0"/>
                  <a:ea typeface="微软雅黑" panose="020B0503020204020204" charset="-122"/>
                  <a:cs typeface="Consolas" panose="020B0609020204030204" pitchFamily="49" charset="0"/>
                </a:rPr>
                <a:t>True: Execute the logic within </a:t>
              </a:r>
              <a:endParaRPr lang="en-US" altLang="zh-CN" sz="1200" dirty="0"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071208D6-B094-453B-86F3-8DA1BD4DA1F0}"/>
                </a:ext>
              </a:extLst>
            </p:cNvPr>
            <p:cNvSpPr txBox="1"/>
            <p:nvPr/>
          </p:nvSpPr>
          <p:spPr>
            <a:xfrm>
              <a:off x="7101583" y="1948637"/>
              <a:ext cx="3529777" cy="3390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342900" indent="-342900" algn="just" defTabSz="914400">
                <a:lnSpc>
                  <a:spcPct val="150000"/>
                </a:lnSpc>
                <a:buFont typeface="+mj-lt"/>
                <a:buAutoNum type="arabicPeriod"/>
                <a:defRPr sz="1400" kern="10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defRPr>
              </a:lvl1pPr>
            </a:lstStyle>
            <a:p>
              <a:pPr marL="0" indent="0" algn="l">
                <a:buFont typeface="Arial" panose="020B0604020202020204" pitchFamily="34" charset="0"/>
                <a:buNone/>
              </a:pPr>
              <a:r>
                <a:rPr lang="en" altLang="en-US" sz="1200" dirty="0">
                  <a:solidFill>
                    <a:schemeClr val="bg1"/>
                  </a:solidFill>
                  <a:latin typeface="Consolas" panose="020B0609020204030204" pitchFamily="49" charset="0"/>
                  <a:ea typeface="微软雅黑" panose="020B0503020204020204" charset="-122"/>
                  <a:cs typeface="Consolas" panose="020B0609020204030204" pitchFamily="49" charset="0"/>
                </a:rPr>
                <a:t>False: execute the logic after </a:t>
              </a:r>
              <a:endParaRPr lang="en-US" altLang="zh-CN" sz="1200" dirty="0"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5614E8B9-6C0E-4F34-B185-13E93B944086}"/>
              </a:ext>
            </a:extLst>
          </p:cNvPr>
          <p:cNvSpPr txBox="1"/>
          <p:nvPr/>
        </p:nvSpPr>
        <p:spPr>
          <a:xfrm>
            <a:off x="6406623" y="3238354"/>
            <a:ext cx="1795344" cy="1447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342900" indent="-342900" algn="just" defTabSz="914400">
              <a:lnSpc>
                <a:spcPct val="150000"/>
              </a:lnSpc>
              <a:buFont typeface="+mj-lt"/>
              <a:buAutoNum type="arabicPeriod"/>
              <a:defRPr sz="1400" kern="10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marL="0" indent="0">
              <a:buNone/>
            </a:pPr>
            <a:r>
              <a:rPr lang="en" altLang="zh-CN" sz="1200" b="1" kern="1200" dirty="0">
                <a:solidFill>
                  <a:srgbClr val="006699"/>
                </a:solidFill>
                <a:latin typeface="Consolas" panose="020B0609020204030204" pitchFamily="49" charset="0"/>
                <a:cs typeface="+mn-cs"/>
              </a:rPr>
              <a:t>if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( </a:t>
            </a:r>
            <a:r>
              <a:rPr lang="en" altLang="en-US" sz="12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expression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){</a:t>
            </a:r>
          </a:p>
          <a:p>
            <a:pPr marL="0" indent="0">
              <a:buNone/>
            </a:pP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// do </a:t>
            </a:r>
            <a:r>
              <a:rPr lang="en" altLang="zh-CN" sz="1200" dirty="0" err="1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sth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} </a:t>
            </a:r>
            <a:r>
              <a:rPr lang="en" altLang="zh-CN" sz="1200" b="1" kern="1200" dirty="0">
                <a:solidFill>
                  <a:srgbClr val="006699"/>
                </a:solidFill>
                <a:latin typeface="Consolas" panose="020B0609020204030204" pitchFamily="49" charset="0"/>
                <a:cs typeface="+mn-cs"/>
              </a:rPr>
              <a:t>else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// do </a:t>
            </a:r>
            <a:r>
              <a:rPr lang="en" altLang="zh-CN" sz="1200" dirty="0" err="1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sth </a:t>
            </a: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. else</a:t>
            </a:r>
          </a:p>
          <a:p>
            <a:pPr marL="0" indent="0">
              <a:buNone/>
            </a:pPr>
            <a:r>
              <a:rPr lang="en" altLang="zh-CN" sz="12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46278FDE-B7E7-4C62-9C7D-95AF52F3C97F}"/>
              </a:ext>
            </a:extLst>
          </p:cNvPr>
          <p:cNvGrpSpPr/>
          <p:nvPr/>
        </p:nvGrpSpPr>
        <p:grpSpPr>
          <a:xfrm>
            <a:off x="8179129" y="3238354"/>
            <a:ext cx="3422685" cy="821902"/>
            <a:chOff x="5404642" y="1465739"/>
            <a:chExt cx="5426900" cy="821902"/>
          </a:xfrm>
        </p:grpSpPr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2D39150C-2CC9-459E-BB65-A7FC6327A9A1}"/>
                </a:ext>
              </a:extLst>
            </p:cNvPr>
            <p:cNvSpPr txBox="1"/>
            <p:nvPr/>
          </p:nvSpPr>
          <p:spPr>
            <a:xfrm>
              <a:off x="5404642" y="1708459"/>
              <a:ext cx="1507071" cy="3390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342900" indent="-342900" algn="just" defTabSz="914400">
                <a:lnSpc>
                  <a:spcPct val="150000"/>
                </a:lnSpc>
                <a:buFont typeface="+mj-lt"/>
                <a:buAutoNum type="arabicPeriod"/>
                <a:defRPr sz="1400" kern="10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defRPr>
              </a:lvl1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" altLang="en-US" sz="1200" dirty="0">
                  <a:solidFill>
                    <a:schemeClr val="bg1"/>
                  </a:solidFill>
                  <a:latin typeface="Consolas" panose="020B0609020204030204" pitchFamily="49" charset="0"/>
                  <a:ea typeface="微软雅黑" panose="020B0503020204020204" charset="-122"/>
                  <a:cs typeface="Consolas" panose="020B0609020204030204" pitchFamily="49" charset="0"/>
                </a:rPr>
                <a:t>value of expression</a:t>
              </a:r>
              <a:endParaRPr lang="en-US" altLang="zh-CN" sz="1200" dirty="0"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endParaRPr>
            </a:p>
          </p:txBody>
        </p:sp>
        <p:sp>
          <p:nvSpPr>
            <p:cNvPr id="19" name="左大括号 18">
              <a:extLst>
                <a:ext uri="{FF2B5EF4-FFF2-40B4-BE49-F238E27FC236}">
                  <a16:creationId xmlns:a16="http://schemas.microsoft.com/office/drawing/2014/main" id="{E52AEFB9-4C9E-4273-82F9-BE3B7DFB27AF}"/>
                </a:ext>
              </a:extLst>
            </p:cNvPr>
            <p:cNvSpPr/>
            <p:nvPr/>
          </p:nvSpPr>
          <p:spPr>
            <a:xfrm>
              <a:off x="6856617" y="1672508"/>
              <a:ext cx="244966" cy="467976"/>
            </a:xfrm>
            <a:prstGeom prst="lef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sz="1050">
                <a:latin typeface="Consolas" panose="020B0609020204030204" pitchFamily="49" charset="0"/>
              </a:endParaRP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6F29B7EA-E941-4092-8797-C13567BBFEC9}"/>
                </a:ext>
              </a:extLst>
            </p:cNvPr>
            <p:cNvSpPr txBox="1"/>
            <p:nvPr/>
          </p:nvSpPr>
          <p:spPr>
            <a:xfrm>
              <a:off x="7101582" y="1465739"/>
              <a:ext cx="3529781" cy="3390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342900" indent="-342900" algn="just" defTabSz="914400">
                <a:lnSpc>
                  <a:spcPct val="150000"/>
                </a:lnSpc>
                <a:buFont typeface="+mj-lt"/>
                <a:buAutoNum type="arabicPeriod"/>
                <a:defRPr sz="1400" kern="10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defRPr>
              </a:lvl1pPr>
            </a:lstStyle>
            <a:p>
              <a:pPr marL="0" indent="0" algn="l">
                <a:buFont typeface="Arial" panose="020B0604020202020204" pitchFamily="34" charset="0"/>
                <a:buNone/>
              </a:pPr>
              <a:r>
                <a:rPr lang="en" altLang="en-US" sz="1200" dirty="0">
                  <a:solidFill>
                    <a:schemeClr val="bg1"/>
                  </a:solidFill>
                  <a:latin typeface="Consolas" panose="020B0609020204030204" pitchFamily="49" charset="0"/>
                  <a:ea typeface="微软雅黑" panose="020B0503020204020204" charset="-122"/>
                  <a:cs typeface="Consolas" panose="020B0609020204030204" pitchFamily="49" charset="0"/>
                </a:rPr>
                <a:t>True: Execute the logic within </a:t>
              </a:r>
              <a:endParaRPr lang="en-US" altLang="zh-CN" sz="1200" dirty="0"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endParaRP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895E1D36-A7CA-41E7-828E-368C498A6C2E}"/>
                </a:ext>
              </a:extLst>
            </p:cNvPr>
            <p:cNvSpPr txBox="1"/>
            <p:nvPr/>
          </p:nvSpPr>
          <p:spPr>
            <a:xfrm>
              <a:off x="7101582" y="1948637"/>
              <a:ext cx="3729960" cy="33900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342900" indent="-342900" algn="just" defTabSz="914400">
                <a:lnSpc>
                  <a:spcPct val="150000"/>
                </a:lnSpc>
                <a:buFont typeface="+mj-lt"/>
                <a:buAutoNum type="arabicPeriod"/>
                <a:defRPr sz="1400" kern="10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defRPr>
              </a:lvl1pPr>
            </a:lstStyle>
            <a:p>
              <a:pPr marL="0" indent="0" algn="l">
                <a:buFont typeface="Arial" panose="020B0604020202020204" pitchFamily="34" charset="0"/>
                <a:buNone/>
              </a:pPr>
              <a:r>
                <a:rPr lang="en" altLang="en-US" sz="1200" dirty="0">
                  <a:solidFill>
                    <a:schemeClr val="bg1"/>
                  </a:solidFill>
                  <a:latin typeface="Consolas" panose="020B0609020204030204" pitchFamily="49" charset="0"/>
                  <a:ea typeface="微软雅黑" panose="020B0503020204020204" charset="-122"/>
                  <a:cs typeface="Consolas" panose="020B0609020204030204" pitchFamily="49" charset="0"/>
                </a:rPr>
                <a:t>False: execute the logic within the </a:t>
              </a:r>
              <a:endParaRPr lang="en-US" altLang="zh-CN" sz="1200" dirty="0">
                <a:latin typeface="Consolas" panose="020B0609020204030204" pitchFamily="49" charset="0"/>
                <a:ea typeface="微软雅黑" panose="020B0503020204020204" charset="-122"/>
                <a:cs typeface="Consolas" panose="020B06090202040302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70729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2" grpId="0"/>
      <p:bldP spid="14" grpId="0"/>
      <p:bldP spid="15" grpId="0"/>
      <p:bldP spid="16" grpId="0"/>
      <p:bldP spid="16" grpId="1"/>
      <p:bldP spid="18" grpId="0"/>
      <p:bldP spid="20" grpId="0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文本框 13"/>
          <p:cNvSpPr txBox="1"/>
          <p:nvPr/>
        </p:nvSpPr>
        <p:spPr>
          <a:xfrm>
            <a:off x="7268308" y="1419167"/>
            <a:ext cx="4758939" cy="5051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2880" indent="-18288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6 types of of relational expression operators</a:t>
            </a:r>
            <a:r>
              <a:rPr lang="en" altLang="zh-CN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: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&gt; </a:t>
            </a:r>
            <a:r>
              <a:rPr lang="en" altLang="en-US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&lt; </a:t>
            </a:r>
            <a:r>
              <a:rPr lang="en" altLang="en-US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&gt;= </a:t>
            </a:r>
            <a:r>
              <a:rPr lang="en" altLang="en-US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&lt;= </a:t>
            </a:r>
            <a:r>
              <a:rPr lang="en" altLang="en-US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== </a:t>
            </a:r>
            <a:r>
              <a:rPr lang="en" altLang="en-US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!=</a:t>
            </a:r>
            <a:endParaRPr lang="zh-CN" altLang="zh-CN" sz="1100" kern="1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182880" indent="-18288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zh-CN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Connect two expressions </a:t>
            </a:r>
            <a:r>
              <a:rPr lang="en" altLang="zh-CN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to form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a relational expression</a:t>
            </a:r>
            <a:r>
              <a:rPr lang="en" altLang="zh-CN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, which is used to compare the two expressions.</a:t>
            </a:r>
            <a:endParaRPr lang="en-US" altLang="zh-CN" sz="1100" kern="1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182880" indent="-18288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Note: differences between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==</a:t>
            </a:r>
            <a:r>
              <a:rPr lang="en" altLang="zh-CN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and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=</a:t>
            </a:r>
            <a:r>
              <a:rPr lang="en" altLang="zh-CN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!=</a:t>
            </a:r>
            <a:r>
              <a:rPr lang="en" altLang="zh-CN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and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≠</a:t>
            </a:r>
            <a:r>
              <a:rPr lang="en" altLang="zh-CN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&gt;=</a:t>
            </a:r>
            <a:r>
              <a:rPr lang="en" altLang="zh-CN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and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≥</a:t>
            </a:r>
            <a:r>
              <a:rPr lang="en" altLang="zh-CN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&lt;=</a:t>
            </a:r>
            <a:r>
              <a:rPr lang="en" altLang="zh-CN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and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≤</a:t>
            </a:r>
            <a:r>
              <a:rPr lang="en" altLang="zh-CN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difference</a:t>
            </a:r>
          </a:p>
          <a:p>
            <a:pPr marL="182880" lvl="1" indent="181610" algn="just" defTabSz="914400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" altLang="zh-CN" sz="900" kern="100" dirty="0">
                <a:solidFill>
                  <a:srgbClr val="FF0000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Attention: </a:t>
            </a:r>
            <a:r>
              <a:rPr lang="en" altLang="zh-CN" sz="9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= </a:t>
            </a:r>
            <a:r>
              <a:rPr lang="en" altLang="en-US" sz="900" kern="100" dirty="0">
                <a:solidFill>
                  <a:srgbClr val="FF0000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means assignment, </a:t>
            </a:r>
            <a:r>
              <a:rPr lang="en" altLang="zh-CN" sz="9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== </a:t>
            </a:r>
            <a:r>
              <a:rPr lang="en" altLang="en-US" sz="900" kern="100" dirty="0">
                <a:solidFill>
                  <a:srgbClr val="FF0000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means judging whether they are equal, which is easy to confuse.</a:t>
            </a:r>
            <a:endParaRPr lang="zh-CN" altLang="zh-CN" sz="1100" kern="1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182880" indent="-182880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zh-CN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the values of the expressions on both sides of </a:t>
            </a:r>
            <a:r>
              <a:rPr lang="en" altLang="en-US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the relational expression operator </a:t>
            </a:r>
            <a:r>
              <a:rPr lang="en" altLang="en-US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are evaluated s</a:t>
            </a:r>
            <a:r>
              <a:rPr lang="en" altLang="zh-CN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eparately, and then compared.</a:t>
            </a:r>
          </a:p>
          <a:p>
            <a:pPr marL="182880" indent="-182880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There are only two calculation results: </a:t>
            </a:r>
            <a:r>
              <a:rPr lang="en" altLang="en-US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true (</a:t>
            </a:r>
            <a:r>
              <a:rPr lang="en" altLang="zh-CN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1</a:t>
            </a:r>
            <a:r>
              <a:rPr lang="en" altLang="en-US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), or false (0)</a:t>
            </a:r>
            <a:endParaRPr lang="en-US" altLang="zh-CN" sz="1100" kern="1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182880" indent="-18288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relational expression operators have</a:t>
            </a:r>
            <a:r>
              <a:rPr lang="en" altLang="en-US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lower precedences than arithmetic operators, so if there are arithmetic oeprations, they are done before relational operations.</a:t>
            </a:r>
            <a:endParaRPr lang="en-US" altLang="zh-CN" sz="1100" kern="1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182880" indent="-18288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If there are multiple </a:t>
            </a:r>
            <a:r>
              <a:rPr lang="en" altLang="en-US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relational expression operators</a:t>
            </a:r>
            <a:r>
              <a:rPr lang="en" altLang="en-US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, the order is: from left to right,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&gt;</a:t>
            </a:r>
            <a:r>
              <a:rPr lang="en" altLang="en-US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&lt;</a:t>
            </a:r>
            <a:r>
              <a:rPr lang="en" altLang="en-US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&gt;= and &lt;= </a:t>
            </a:r>
            <a:r>
              <a:rPr lang="en" altLang="zh-CN" sz="1100" kern="1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before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==</a:t>
            </a:r>
            <a:r>
              <a:rPr lang="en" altLang="en-US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 and </a:t>
            </a:r>
            <a:r>
              <a:rPr lang="en" altLang="zh-CN" sz="11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!=</a:t>
            </a:r>
            <a:r>
              <a:rPr lang="en" altLang="zh-CN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 where there are </a:t>
            </a:r>
            <a:r>
              <a:rPr lang="en" altLang="en-US" sz="11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parentheses, evaluate what’s inside first</a:t>
            </a:r>
            <a:endParaRPr lang="zh-CN" altLang="zh-CN" sz="1100" kern="1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relational expression operator</a:t>
            </a:r>
          </a:p>
        </p:txBody>
      </p:sp>
      <p:graphicFrame>
        <p:nvGraphicFramePr>
          <p:cNvPr id="6" name="表格 5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72682424"/>
              </p:ext>
            </p:extLst>
          </p:nvPr>
        </p:nvGraphicFramePr>
        <p:xfrm>
          <a:off x="347597" y="1856197"/>
          <a:ext cx="6920711" cy="559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1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05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" altLang="en-US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relational expression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en-US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7/3+4&gt;2*3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 // evaluate both sides </a:t>
                      </a:r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separately, then compare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11-(4*2)+7%3&lt;pow(2,3)-2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 // </a:t>
                      </a:r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 both sides of &lt; separately, then compare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a&gt;15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a-2!=b-3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 // evaluate</a:t>
                      </a:r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both sides of </a:t>
                      </a:r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!= separately</a:t>
                      </a:r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, then determine whether they are equal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sz="1200" dirty="0" err="1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a+b </a:t>
                      </a:r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&lt; </a:t>
                      </a:r>
                      <a:r>
                        <a:rPr lang="en" altLang="zh-CN" sz="1200" dirty="0" err="1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b+c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 // evaluate </a:t>
                      </a:r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both sides of &lt; separately, then compare the sizes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'a'&lt;'b'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 // </a:t>
                      </a:r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Character type is used for operations, using </a:t>
                      </a:r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ASCII </a:t>
                      </a:r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(a==3)&gt;=(b==5)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 // evaluate</a:t>
                      </a:r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both sides of &gt;= separately, then compare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0&lt;a&lt;5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 </a:t>
                      </a:r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0&lt;a first </a:t>
                      </a:r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and get an intermediate result of either 0 or 1</a:t>
                      </a:r>
                      <a:endParaRPr lang="en-US" altLang="zh-CN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Then evaluate the intermediate result </a:t>
                      </a:r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&lt;5</a:t>
                      </a:r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, no matter the intermediate result is </a:t>
                      </a:r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 </a:t>
                      </a:r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or </a:t>
                      </a:r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, the final result must be </a:t>
                      </a:r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(a=3)&gt;(b=5)</a:t>
                      </a:r>
                      <a:endParaRPr lang="zh-CN" altLang="en-US" sz="12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 // evaluate both sides </a:t>
                      </a:r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separately, then compare</a:t>
                      </a:r>
                    </a:p>
                    <a:p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The value of an assignment statement is equal to the assigned value</a:t>
                      </a:r>
                    </a:p>
                    <a:p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Note: After this expression is executed, the values of </a:t>
                      </a:r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 </a:t>
                      </a:r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and </a:t>
                      </a:r>
                      <a:r>
                        <a:rPr lang="en" altLang="zh-CN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b </a:t>
                      </a:r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have changed.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347597" y="1152158"/>
            <a:ext cx="6406744" cy="7040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342900" indent="-342900" algn="just" defTabSz="914400">
              <a:lnSpc>
                <a:spcPct val="150000"/>
              </a:lnSpc>
              <a:buFont typeface="+mj-lt"/>
              <a:buAutoNum type="arabicPeriod"/>
              <a:defRPr sz="1400" kern="10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marL="0" indent="0">
              <a:buNone/>
            </a:pPr>
            <a:r>
              <a:rPr lang="en" altLang="zh-CN" kern="1200" dirty="0">
                <a:solidFill>
                  <a:srgbClr val="008200"/>
                </a:solidFill>
                <a:latin typeface="Consolas" panose="020B0609020204030204" pitchFamily="49" charset="0"/>
                <a:cs typeface="+mn-cs"/>
              </a:rPr>
              <a:t>// </a:t>
            </a:r>
            <a:r>
              <a:rPr lang="en" altLang="en-US" kern="1200" dirty="0">
                <a:solidFill>
                  <a:srgbClr val="008200"/>
                </a:solidFill>
                <a:latin typeface="Consolas" panose="020B0609020204030204" pitchFamily="49" charset="0"/>
                <a:cs typeface="+mn-cs"/>
              </a:rPr>
              <a:t>First, define three variables:</a:t>
            </a:r>
            <a:endParaRPr lang="en-US" altLang="zh-CN" kern="1200" dirty="0">
              <a:solidFill>
                <a:srgbClr val="008200"/>
              </a:solidFill>
              <a:latin typeface="Consolas" panose="020B0609020204030204" pitchFamily="49" charset="0"/>
              <a:cs typeface="+mn-cs"/>
            </a:endParaRPr>
          </a:p>
          <a:p>
            <a:pPr marL="0" indent="0">
              <a:buNone/>
            </a:pPr>
            <a:r>
              <a:rPr lang="en" altLang="zh-CN" b="1" kern="12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" altLang="zh-CN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a=3,b=5,c=2;</a:t>
            </a:r>
            <a:endParaRPr lang="zh-CN" altLang="en-US" dirty="0"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6871315" y="1300076"/>
            <a:ext cx="4822906" cy="55820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7800" indent="-17780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"And" 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: </a:t>
            </a:r>
            <a:r>
              <a:rPr lang="en" altLang="zh-CN" sz="105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&amp;&amp; 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meaning "and"</a:t>
            </a:r>
          </a:p>
          <a:p>
            <a:pPr indent="161925" algn="just" defTabSz="91440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"or" </a:t>
            </a:r>
            <a:r>
              <a:rPr lang="en" altLang="zh-CN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: </a:t>
            </a:r>
            <a:r>
              <a:rPr lang="en" altLang="zh-CN" sz="105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|| 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meaning "or"</a:t>
            </a:r>
          </a:p>
          <a:p>
            <a:pPr indent="161925" algn="just" defTabSz="91440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"Not" 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: </a:t>
            </a:r>
            <a:r>
              <a:rPr lang="en" altLang="zh-CN" sz="105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! 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, meaning 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"the opposite of"</a:t>
            </a:r>
            <a:endParaRPr lang="zh-CN" altLang="zh-CN" sz="1050" kern="1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177800" indent="-17780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zh-CN" sz="105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&amp;&amp; 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and </a:t>
            </a:r>
            <a:r>
              <a:rPr lang="en" altLang="zh-CN" sz="105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|| 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are used to </a:t>
            </a:r>
            <a:r>
              <a:rPr lang="en" altLang="zh-CN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connect two expressions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" altLang="zh-CN" sz="105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! 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only acts on one expression </a:t>
            </a:r>
            <a:r>
              <a:rPr lang="en" altLang="zh-CN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to form </a:t>
            </a:r>
            <a:r>
              <a:rPr lang="en" altLang="zh-CN" sz="105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a logical expression</a:t>
            </a:r>
            <a:endParaRPr lang="zh-CN" altLang="zh-CN" sz="1050" kern="1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177800" indent="-17780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zh-CN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Evaluation process: For </a:t>
            </a:r>
            <a:r>
              <a:rPr lang="en" altLang="zh-CN" sz="105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&amp;&amp; 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and </a:t>
            </a:r>
            <a:r>
              <a:rPr lang="en" altLang="zh-CN" sz="105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||</a:t>
            </a:r>
            <a:r>
              <a:rPr lang="en" altLang="zh-CN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</a:t>
            </a:r>
            <a:r>
              <a:rPr lang="en-AU" altLang="zh-CN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evaluate</a:t>
            </a:r>
            <a:r>
              <a:rPr lang="en" altLang="zh-CN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 the values of the expressions on both sides respectively, then perform logical operations; for </a:t>
            </a:r>
            <a:r>
              <a:rPr lang="en" altLang="zh-CN" sz="105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!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first </a:t>
            </a:r>
            <a:r>
              <a:rPr lang="en-AU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evaluate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 the value of the corresponding expression</a:t>
            </a:r>
            <a:endParaRPr lang="zh-CN" altLang="zh-CN" sz="1050" kern="1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182880" indent="-182880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There’re only two possible results: true (</a:t>
            </a:r>
            <a:r>
              <a:rPr lang="en" altLang="zh-CN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1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), or false (</a:t>
            </a:r>
            <a:r>
              <a:rPr lang="en" altLang="zh-CN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0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)</a:t>
            </a:r>
            <a:endParaRPr lang="zh-CN" altLang="zh-CN" sz="1050" kern="1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55600" lvl="2" indent="-177800" algn="just" defTabSz="914400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" altLang="zh-CN" sz="8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&amp;&amp;</a:t>
            </a:r>
            <a:r>
              <a:rPr lang="en" altLang="en-US" sz="8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: If both expressions are non-zero, it evaluates to </a:t>
            </a:r>
            <a:r>
              <a:rPr lang="en" altLang="zh-CN" sz="8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1 </a:t>
            </a:r>
            <a:r>
              <a:rPr lang="en" altLang="en-US" sz="8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otherwise it evaluates to </a:t>
            </a:r>
            <a:r>
              <a:rPr lang="en" altLang="zh-CN" sz="8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0</a:t>
            </a:r>
            <a:endParaRPr lang="en-US" altLang="zh-CN" sz="800" kern="1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55600" lvl="2" indent="-177800" algn="just" defTabSz="914400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" altLang="zh-CN" sz="8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||</a:t>
            </a:r>
            <a:r>
              <a:rPr lang="en" altLang="en-US" sz="8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: If one of the two expressions is non-zero, it evaluates to </a:t>
            </a:r>
            <a:r>
              <a:rPr lang="en" altLang="zh-CN" sz="8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1 </a:t>
            </a:r>
            <a:r>
              <a:rPr lang="en" altLang="en-US" sz="8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otherwise it evaluates to </a:t>
            </a:r>
            <a:r>
              <a:rPr lang="en" altLang="zh-CN" sz="8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0</a:t>
            </a:r>
            <a:endParaRPr lang="en-US" altLang="zh-CN" sz="800" kern="1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55600" lvl="2" indent="-177800" algn="just" defTabSz="914400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" altLang="zh-CN" sz="8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!</a:t>
            </a:r>
            <a:r>
              <a:rPr lang="en" altLang="en-US" sz="8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: If the value of the corresponding expression is </a:t>
            </a:r>
            <a:r>
              <a:rPr lang="en" altLang="zh-CN" sz="8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0 , 1 </a:t>
            </a:r>
            <a:r>
              <a:rPr lang="en" altLang="en-US" sz="8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is </a:t>
            </a:r>
            <a:r>
              <a:rPr lang="en-AU" altLang="en-US" sz="8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evaluate</a:t>
            </a:r>
            <a:r>
              <a:rPr lang="en" altLang="en-US" sz="8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d , and if it is non-zero, </a:t>
            </a:r>
            <a:r>
              <a:rPr lang="en" altLang="zh-CN" sz="8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0 is </a:t>
            </a:r>
            <a:r>
              <a:rPr lang="en-AU" altLang="zh-CN" sz="8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evaluate</a:t>
            </a:r>
            <a:r>
              <a:rPr lang="en" altLang="zh-CN" sz="8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d.</a:t>
            </a:r>
            <a:endParaRPr lang="zh-CN" altLang="zh-CN" sz="800" kern="1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177800" indent="-17780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zh-CN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The precedence of </a:t>
            </a:r>
            <a:r>
              <a:rPr lang="en" altLang="en-US" sz="105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logical operators: </a:t>
            </a:r>
            <a:r>
              <a:rPr lang="en" altLang="zh-CN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&amp;&amp; and || </a:t>
            </a:r>
            <a:r>
              <a:rPr lang="en" altLang="zh-CN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are lower than arithmetic operators.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 </a:t>
            </a:r>
            <a:endParaRPr lang="zh-CN" altLang="zh-CN" sz="1050" kern="1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355600" lvl="1" indent="-175260" algn="just" defTabSz="914400">
              <a:lnSpc>
                <a:spcPct val="150000"/>
              </a:lnSpc>
              <a:buFont typeface="Wingdings" panose="05000000000000000000" charset="0"/>
              <a:buChar char="ü"/>
            </a:pPr>
            <a:r>
              <a:rPr lang="en" altLang="zh-CN" sz="800" kern="100" dirty="0">
                <a:solidFill>
                  <a:srgbClr val="FF0000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Attention: </a:t>
            </a:r>
            <a:r>
              <a:rPr lang="en" altLang="zh-CN" sz="8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! </a:t>
            </a:r>
            <a:r>
              <a:rPr lang="en" altLang="zh-CN" sz="800" kern="100" dirty="0">
                <a:solidFill>
                  <a:srgbClr val="FF0000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is higher than arithmetic operators ( </a:t>
            </a:r>
            <a:r>
              <a:rPr lang="en" altLang="zh-CN" sz="80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+-*/% </a:t>
            </a:r>
            <a:r>
              <a:rPr lang="en" altLang="zh-CN" sz="800" kern="100" dirty="0">
                <a:solidFill>
                  <a:srgbClr val="FF0000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)</a:t>
            </a:r>
            <a:endParaRPr lang="zh-CN" altLang="zh-CN" sz="1050" kern="1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  <a:sym typeface="+mn-ea"/>
            </a:endParaRPr>
          </a:p>
          <a:p>
            <a:pPr marL="177800" indent="-17780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If there are multiple </a:t>
            </a:r>
            <a:r>
              <a:rPr lang="en" altLang="en-US" sz="105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logical operators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evaluate from left to right, first </a:t>
            </a:r>
            <a:r>
              <a:rPr lang="en" altLang="zh-CN" sz="105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!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then </a:t>
            </a:r>
            <a:r>
              <a:rPr lang="en" sz="105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&amp;&amp;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then </a:t>
            </a:r>
            <a:r>
              <a:rPr lang="en" sz="105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||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when there are parentheses, </a:t>
            </a:r>
            <a:r>
              <a:rPr lang="en-AU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evaluate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 the ones inside first</a:t>
            </a:r>
            <a:endParaRPr lang="zh-CN" altLang="zh-CN" sz="1050" kern="1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177800" indent="-17780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zh-CN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(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Tips</a:t>
            </a:r>
            <a:r>
              <a:rPr lang="en" altLang="zh-CN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) If 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you can’t remember the precedence of </a:t>
            </a:r>
            <a:r>
              <a:rPr lang="en" altLang="en-US" sz="1050" kern="1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logical operators</a:t>
            </a:r>
            <a:r>
              <a:rPr lang="en" altLang="zh-CN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, simply</a:t>
            </a:r>
            <a:r>
              <a:rPr lang="en" altLang="en-US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 can </a:t>
            </a:r>
            <a:r>
              <a:rPr lang="en" altLang="zh-CN" sz="105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  <a:sym typeface="+mn-ea"/>
              </a:rPr>
              <a:t>add more parentheses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Logical Operators</a:t>
            </a:r>
          </a:p>
        </p:txBody>
      </p:sp>
      <p:graphicFrame>
        <p:nvGraphicFramePr>
          <p:cNvPr id="13" name="表格 12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28184365"/>
              </p:ext>
            </p:extLst>
          </p:nvPr>
        </p:nvGraphicFramePr>
        <p:xfrm>
          <a:off x="353947" y="1834408"/>
          <a:ext cx="6517370" cy="483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9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73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logical expression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" altLang="en-US" sz="12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a&gt;15&amp;&amp;b&gt;15</a:t>
                      </a:r>
                      <a:endParaRPr lang="zh-CN" altLang="en-US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left side of &amp;&amp;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171450" indent="-17145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If the left side is </a:t>
                      </a: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, </a:t>
                      </a: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right side 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171450" indent="-17145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If the left side is </a:t>
                      </a: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, the result must be </a:t>
                      </a: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, there is no need to </a:t>
                      </a: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right side.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a-2||b-3</a:t>
                      </a:r>
                      <a:endParaRPr lang="zh-CN" altLang="en-US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171450" indent="-17145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left side of || 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171450" indent="-17145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If the left side is </a:t>
                      </a: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0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, </a:t>
                      </a: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right side 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171450" indent="-17145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If the left side is </a:t>
                      </a: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, the result must be </a:t>
                      </a: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, there is no need to </a:t>
                      </a: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right side.</a:t>
                      </a:r>
                      <a:endParaRPr lang="zh-CN" altLang="en-US" sz="1000" dirty="0">
                        <a:solidFill>
                          <a:schemeClr val="accent4"/>
                        </a:solidFill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b%3==1||b%3==2</a:t>
                      </a:r>
                      <a:endParaRPr lang="zh-CN" altLang="en-US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'a'&lt;=c&amp;&amp;c&lt;='z'||'A'&lt;=c&amp;&amp;c&lt;='Z'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// </a:t>
                      </a:r>
                      <a:r>
                        <a:rPr lang="en" altLang="zh-CN" sz="1000" kern="1200" dirty="0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standard way </a:t>
                      </a:r>
                      <a:r>
                        <a:rPr lang="en" altLang="en-US" sz="1000" kern="1200" dirty="0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to determine whether </a:t>
                      </a:r>
                      <a:r>
                        <a:rPr lang="en" altLang="zh-CN" sz="1000" kern="1200" dirty="0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c </a:t>
                      </a:r>
                      <a:r>
                        <a:rPr lang="en" altLang="en-US" sz="1000" kern="1200" dirty="0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is a letter</a:t>
                      </a:r>
                      <a:endParaRPr lang="zh-CN" altLang="en-US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7800" indent="-17780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left side of ||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355600" lvl="1" indent="-17780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left side of &amp;&amp;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355600" lvl="1" indent="-17780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Decide whether to </a:t>
                      </a: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right side of </a:t>
                      </a: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&amp;&amp; based on the results 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on the left side, then get the result based on the truth table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177800" indent="-17780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Decide whether to </a:t>
                      </a: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right side of </a:t>
                      </a: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|| based on the result 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on the left side, </a:t>
                      </a:r>
                      <a:r>
                        <a:rPr lang="en-US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then 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get the result based on the truth table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1&lt;=a&amp;&amp;a&lt;=5</a:t>
                      </a: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// </a:t>
                      </a:r>
                      <a:r>
                        <a:rPr lang="en" altLang="en-US" sz="1000" kern="1200" dirty="0">
                          <a:solidFill>
                            <a:schemeClr val="accent4"/>
                          </a:solidFill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Standard way determine whether a is between 1 and 5</a:t>
                      </a:r>
                      <a:endParaRPr lang="zh-CN" altLang="en-US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7800" lvl="0" indent="-17780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left side of &amp;&amp;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177800" lvl="0" indent="-17780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Decide whether to </a:t>
                      </a: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right side of </a:t>
                      </a: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&amp;&amp; based on the results 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on the left side, and then get the result based on the truth table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!(a&lt;1||a&gt;5)</a:t>
                      </a:r>
                      <a:endParaRPr lang="zh-CN" altLang="en-US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7800" lvl="0" indent="-177800" algn="l" defTabSz="914400" rtl="0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AU" altLang="en-US" sz="1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brackets first</a:t>
                      </a:r>
                      <a:endParaRPr lang="en-US" altLang="zh-CN" sz="1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355600" lvl="1" indent="-17780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left side of ||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355600" lvl="1" indent="-177800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Decide whether to </a:t>
                      </a:r>
                      <a:r>
                        <a:rPr lang="en-AU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evaluate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 the right side </a:t>
                      </a:r>
                      <a:r>
                        <a:rPr lang="en" altLang="zh-CN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based on the result </a:t>
                      </a: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on the left side, then use the truth table to get the result</a:t>
                      </a:r>
                      <a:endParaRPr lang="en-US" altLang="zh-CN" sz="1000" dirty="0"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  <a:p>
                      <a:pPr marL="177800" lvl="0" indent="-177800" algn="l" defTabSz="914400" rtl="0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" altLang="en-US" sz="1000" dirty="0"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According to the truth table, </a:t>
                      </a:r>
                      <a:r>
                        <a:rPr lang="en" altLang="en-US" sz="1000" kern="1200" dirty="0">
                          <a:solidFill>
                            <a:schemeClr val="dk1"/>
                          </a:solidFill>
                          <a:latin typeface="Consolas" panose="020B0609020204030204" pitchFamily="49" charset="0"/>
                          <a:ea typeface="微软雅黑" panose="020B0503020204020204" pitchFamily="34" charset="-122"/>
                          <a:cs typeface="Consolas" panose="020B0609020204030204" pitchFamily="49" charset="0"/>
                        </a:rPr>
                        <a:t>flip the result </a:t>
                      </a:r>
                      <a:endParaRPr lang="en-US" altLang="zh-CN" sz="1000" kern="1200" dirty="0">
                        <a:solidFill>
                          <a:schemeClr val="dk1"/>
                        </a:solidFill>
                        <a:latin typeface="Consolas" panose="020B0609020204030204" pitchFamily="49" charset="0"/>
                        <a:ea typeface="微软雅黑" panose="020B0503020204020204" pitchFamily="34" charset="-122"/>
                        <a:cs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文本框 13"/>
          <p:cNvSpPr txBox="1"/>
          <p:nvPr/>
        </p:nvSpPr>
        <p:spPr>
          <a:xfrm>
            <a:off x="353946" y="1214805"/>
            <a:ext cx="6517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342900" indent="-342900" algn="just" defTabSz="914400">
              <a:lnSpc>
                <a:spcPct val="150000"/>
              </a:lnSpc>
              <a:buFont typeface="+mj-lt"/>
              <a:buAutoNum type="arabicPeriod"/>
              <a:defRPr sz="1400" kern="10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marL="0" indent="0">
              <a:lnSpc>
                <a:spcPct val="100000"/>
              </a:lnSpc>
              <a:buNone/>
            </a:pPr>
            <a:r>
              <a:rPr lang="en" altLang="zh-CN" sz="1200" kern="1200" dirty="0">
                <a:solidFill>
                  <a:srgbClr val="008200"/>
                </a:solidFill>
                <a:latin typeface="Consolas" panose="020B0609020204030204" pitchFamily="49" charset="0"/>
                <a:cs typeface="+mn-cs"/>
              </a:rPr>
              <a:t>// </a:t>
            </a:r>
            <a:r>
              <a:rPr lang="en" altLang="en-US" sz="1200" kern="1200" dirty="0">
                <a:solidFill>
                  <a:srgbClr val="008200"/>
                </a:solidFill>
                <a:latin typeface="Consolas" panose="020B0609020204030204" pitchFamily="49" charset="0"/>
                <a:cs typeface="+mn-cs"/>
              </a:rPr>
              <a:t>First, define three variables:</a:t>
            </a:r>
            <a:endParaRPr lang="en-US" altLang="zh-CN" sz="1200" kern="1200" dirty="0">
              <a:solidFill>
                <a:srgbClr val="008200"/>
              </a:solidFill>
              <a:latin typeface="Consolas" panose="020B0609020204030204" pitchFamily="49" charset="0"/>
              <a:cs typeface="+mn-cs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" altLang="zh-CN" sz="1200" b="1" kern="12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" altLang="zh-CN" sz="12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a=3,b=5;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" altLang="zh-CN" sz="1200" b="1" kern="1200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char </a:t>
            </a:r>
            <a:r>
              <a:rPr lang="en" altLang="zh-CN" sz="12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c= </a:t>
            </a:r>
            <a:r>
              <a:rPr lang="en" altLang="zh-CN" sz="1200" dirty="0">
                <a:solidFill>
                  <a:srgbClr val="0000FF"/>
                </a:solidFill>
                <a:latin typeface="Consolas" panose="020B0609020204030204" pitchFamily="49" charset="0"/>
              </a:rPr>
              <a:t>'w' </a:t>
            </a:r>
            <a:r>
              <a:rPr lang="en" altLang="zh-CN" sz="1200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;</a:t>
            </a:r>
            <a:endParaRPr lang="zh-CN" altLang="en-US" sz="1200" dirty="0"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zh-CN" sz="40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bool </a:t>
            </a:r>
            <a:r>
              <a:rPr lang="en" altLang="en-US" sz="40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type</a:t>
            </a:r>
          </a:p>
        </p:txBody>
      </p:sp>
      <p:sp>
        <p:nvSpPr>
          <p:cNvPr id="9" name="文本框 2"/>
          <p:cNvSpPr txBox="1"/>
          <p:nvPr/>
        </p:nvSpPr>
        <p:spPr>
          <a:xfrm>
            <a:off x="678609" y="1486111"/>
            <a:ext cx="7639768" cy="3755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342900" indent="-342900" algn="just" defTabSz="914400">
              <a:lnSpc>
                <a:spcPct val="150000"/>
              </a:lnSpc>
              <a:buFont typeface="+mj-lt"/>
              <a:buAutoNum type="arabicPeriod"/>
              <a:defRPr sz="1400" kern="10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pPr marL="273050" lvl="1" indent="-27305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6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boolean</a:t>
            </a:r>
            <a:endParaRPr lang="en-US" altLang="zh-CN" sz="1600" kern="1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273050" lvl="1" indent="-27305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6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Occupies </a:t>
            </a:r>
            <a:r>
              <a:rPr lang="en" altLang="zh-CN" sz="16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1 byte</a:t>
            </a:r>
            <a:endParaRPr lang="en" altLang="en-US" sz="1600" kern="1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273050" lvl="1" indent="-27305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6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Value range: </a:t>
            </a:r>
            <a:r>
              <a:rPr lang="en" altLang="zh-CN" sz="16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0 </a:t>
            </a:r>
            <a:r>
              <a:rPr lang="en" altLang="en-US" sz="16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or </a:t>
            </a:r>
            <a:r>
              <a:rPr lang="en" altLang="zh-CN" sz="16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1</a:t>
            </a:r>
          </a:p>
          <a:p>
            <a:pPr marL="273050" lvl="1" indent="-27305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zh-CN" sz="16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true and false keywords, equivalent to 1 and 0</a:t>
            </a:r>
          </a:p>
          <a:p>
            <a:pPr marL="273050" lvl="1" indent="-27305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zh-CN" sz="16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For </a:t>
            </a:r>
            <a:r>
              <a:rPr lang="en" altLang="en-US" sz="16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expressions involving </a:t>
            </a:r>
            <a:r>
              <a:rPr lang="en" altLang="en-US" sz="1600" kern="100" dirty="0">
                <a:solidFill>
                  <a:schemeClr val="accent4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relational expression operators </a:t>
            </a:r>
            <a:r>
              <a:rPr lang="en" altLang="en-US" sz="16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or </a:t>
            </a:r>
            <a:r>
              <a:rPr lang="en" altLang="en-US" sz="1600" kern="100" dirty="0">
                <a:solidFill>
                  <a:schemeClr val="accent4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logical operators</a:t>
            </a:r>
            <a:r>
              <a:rPr lang="en" altLang="zh-CN" sz="16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, </a:t>
            </a:r>
            <a:r>
              <a:rPr lang="en" altLang="en-US" sz="16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the result must be of </a:t>
            </a:r>
            <a:r>
              <a:rPr lang="en" altLang="zh-CN" sz="16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bool </a:t>
            </a:r>
            <a:r>
              <a:rPr lang="en" altLang="en-US" sz="16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type.</a:t>
            </a:r>
            <a:endParaRPr lang="en-US" altLang="zh-CN" sz="1600" kern="1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273050" lvl="1" indent="-27305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zh-CN" sz="16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bool </a:t>
            </a:r>
            <a:r>
              <a:rPr lang="en" altLang="en-US" sz="16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is the data type with the lowest precision</a:t>
            </a:r>
            <a:endParaRPr lang="en-US" altLang="zh-CN" sz="1600" kern="1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730250" lvl="2" indent="-27305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2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Automatic type conversion during evaluation: If evaluating with other data types, they will always be automatically converted to other types.</a:t>
            </a:r>
            <a:endParaRPr lang="en-US" altLang="zh-CN" sz="1200" kern="100" dirty="0">
              <a:solidFill>
                <a:prstClr val="black"/>
              </a:solidFill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  <a:p>
            <a:pPr marL="730250" lvl="2" indent="-273050" algn="just" defTabSz="91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altLang="en-US" sz="12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Automatic type conversion during assignment: </a:t>
            </a:r>
            <a:r>
              <a:rPr lang="en" altLang="zh-CN" sz="1200" kern="100" dirty="0">
                <a:solidFill>
                  <a:prstClr val="black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assigning other types to the bool type, the results are only 1 or 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DD8E51D1-FB0B-457F-AA4D-B571F34ED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609" y="1412078"/>
            <a:ext cx="3088356" cy="148698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279E12BF-51D5-4FC8-9F2F-22A3207B5C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1039" y="1412077"/>
            <a:ext cx="3141516" cy="1486985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6913D9A4-A535-44A0-99C0-1DC4A81546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9339" y="1412077"/>
            <a:ext cx="3728084" cy="1486985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4B82FB4-97D4-4721-A508-769C2A7E2F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240" y="3266629"/>
            <a:ext cx="4116701" cy="142501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A7F00C8F-78C8-4250-88D5-5D97351F16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6498" y="3172376"/>
            <a:ext cx="5900599" cy="142501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51E28F5-5166-4504-AF2D-6095D4E08D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240" y="5062472"/>
            <a:ext cx="3441136" cy="1425010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8F79F9D7-B619-4E66-B6E5-9174630E3410}"/>
              </a:ext>
            </a:extLst>
          </p:cNvPr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Cloze test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BD1067E5-148F-F29F-6A48-A2D8F5BF115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90381" y="5061985"/>
            <a:ext cx="4880940" cy="1425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702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8F79F9D7-B619-4E66-B6E5-9174630E3410}"/>
              </a:ext>
            </a:extLst>
          </p:cNvPr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Cloze test answers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6E92E840-BE91-4BA9-A814-CDF5829DD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609" y="1412077"/>
            <a:ext cx="3068179" cy="1438871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ECF5ED95-3966-4B2C-97FB-2EE59ED227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4882" y="1406990"/>
            <a:ext cx="4022898" cy="1497158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7CEB77ED-8BB2-4EB0-B904-9A78F27F0E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5875" y="1412077"/>
            <a:ext cx="3351262" cy="1486984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3FF3D262-1497-4108-A85B-A773F81336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240" y="3266628"/>
            <a:ext cx="4543026" cy="1296635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935FE407-CFD8-448D-BA4B-578D45B2FF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6498" y="3177463"/>
            <a:ext cx="5686577" cy="1381027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E06DB031-D327-477B-82EE-F5951B9D47E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349" y="5064746"/>
            <a:ext cx="3446184" cy="1422736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01B78BE7-DA5B-823C-B5E9-6C5D08A33E0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67292" y="5055200"/>
            <a:ext cx="5199541" cy="1432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9450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78609" y="1486112"/>
            <a:ext cx="5184400" cy="532366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" altLang="en-US" dirty="0"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Natural language: The sum of any two sides is greater than the third side</a:t>
            </a:r>
            <a:endParaRPr lang="en-US" altLang="zh-CN" dirty="0">
              <a:latin typeface="Consolas" panose="020B0609020204030204" pitchFamily="49" charset="0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4" name="内容占位符 2"/>
          <p:cNvSpPr txBox="1"/>
          <p:nvPr/>
        </p:nvSpPr>
        <p:spPr>
          <a:xfrm>
            <a:off x="6483212" y="1486111"/>
            <a:ext cx="4286387" cy="23225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b="1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a,b,c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cin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&gt;&gt;a&gt;&gt;b&gt;&gt;c;</a:t>
            </a:r>
          </a:p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b="1" dirty="0">
                <a:solidFill>
                  <a:srgbClr val="006699"/>
                </a:solidFill>
                <a:latin typeface="Consolas" panose="020B0609020204030204" pitchFamily="49" charset="0"/>
              </a:rPr>
              <a:t>if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" altLang="zh-CN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a+b &gt;c&amp;&amp; b+c &gt;a&amp;&amp; a+c &gt;b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 </a:t>
            </a:r>
            <a:r>
              <a:rPr lang="en" altLang="zh-CN" sz="16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"yes"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b="1" dirty="0">
                <a:solidFill>
                  <a:srgbClr val="006699"/>
                </a:solidFill>
                <a:latin typeface="Consolas" panose="020B0609020204030204" pitchFamily="49" charset="0"/>
              </a:rPr>
              <a:t>else</a:t>
            </a:r>
          </a:p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 </a:t>
            </a:r>
            <a:r>
              <a:rPr lang="en" altLang="zh-CN" sz="16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"no"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zh-CN" altLang="en-US" sz="1600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内容占位符 2"/>
          <p:cNvSpPr txBox="1"/>
          <p:nvPr/>
        </p:nvSpPr>
        <p:spPr>
          <a:xfrm>
            <a:off x="6483211" y="4038888"/>
            <a:ext cx="4286387" cy="23225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b="1" dirty="0">
                <a:solidFill>
                  <a:srgbClr val="80808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a,b,c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cin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&gt;&gt;a&gt;&gt;b&gt;&gt;c;</a:t>
            </a:r>
          </a:p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b="1" dirty="0">
                <a:solidFill>
                  <a:srgbClr val="006699"/>
                </a:solidFill>
                <a:latin typeface="Consolas" panose="020B0609020204030204" pitchFamily="49" charset="0"/>
              </a:rPr>
              <a:t>if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 </a:t>
            </a:r>
            <a:r>
              <a:rPr lang="en" altLang="zh-CN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a+b </a:t>
            </a:r>
            <a:r>
              <a:rPr lang="en" altLang="zh-CN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&lt;=c|| </a:t>
            </a:r>
            <a:r>
              <a:rPr lang="en" altLang="zh-CN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b+c </a:t>
            </a:r>
            <a:r>
              <a:rPr lang="en" altLang="zh-CN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&lt;=a|| </a:t>
            </a:r>
            <a:r>
              <a:rPr lang="en" altLang="zh-CN" sz="1600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a+c </a:t>
            </a:r>
            <a:r>
              <a:rPr lang="en" altLang="zh-CN" sz="16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&lt;=b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 </a:t>
            </a:r>
            <a:r>
              <a:rPr lang="en" altLang="zh-CN" sz="16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"no"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b="1" dirty="0">
                <a:solidFill>
                  <a:srgbClr val="006699"/>
                </a:solidFill>
                <a:latin typeface="Consolas" panose="020B0609020204030204" pitchFamily="49" charset="0"/>
              </a:rPr>
              <a:t>else</a:t>
            </a:r>
          </a:p>
          <a:p>
            <a:pPr marL="0" lvl="0" indent="0" algn="just">
              <a:lnSpc>
                <a:spcPct val="90000"/>
              </a:lnSpc>
              <a:buSzTx/>
              <a:buNone/>
            </a:pP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&lt;&lt; </a:t>
            </a:r>
            <a:r>
              <a:rPr lang="en" altLang="zh-CN" sz="16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"yes"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zh-CN" altLang="en-US" sz="1600" dirty="0">
              <a:solidFill>
                <a:prstClr val="black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78609" y="301567"/>
            <a:ext cx="10634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en-US" sz="40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Example </a:t>
            </a:r>
            <a:r>
              <a:rPr lang="en" altLang="zh-CN" sz="40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- </a:t>
            </a:r>
            <a:r>
              <a:rPr lang="en" altLang="en-US" sz="4000" dirty="0">
                <a:solidFill>
                  <a:schemeClr val="bg1"/>
                </a:solidFill>
                <a:latin typeface="Consolas" panose="020B0609020204030204" pitchFamily="49" charset="0"/>
                <a:ea typeface="微软雅黑" panose="020B0503020204020204" pitchFamily="34" charset="-122"/>
                <a:cs typeface="Consolas" panose="020B0609020204030204" pitchFamily="49" charset="0"/>
              </a:rPr>
              <a:t>legal triangle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1C4DA1E-0E27-4278-8937-C18E89BEEB22}"/>
              </a:ext>
            </a:extLst>
          </p:cNvPr>
          <p:cNvSpPr txBox="1"/>
          <p:nvPr/>
        </p:nvSpPr>
        <p:spPr>
          <a:xfrm>
            <a:off x="678606" y="2128746"/>
            <a:ext cx="518439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Logical expression </a:t>
            </a:r>
            <a:r>
              <a:rPr lang="en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A </a:t>
            </a: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: if the sum of </a:t>
            </a:r>
            <a:r>
              <a:rPr lang="en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a </a:t>
            </a: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and </a:t>
            </a:r>
            <a:r>
              <a:rPr lang="en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b </a:t>
            </a: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is greater than </a:t>
            </a:r>
            <a:r>
              <a:rPr lang="en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c </a:t>
            </a: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, and the sum of </a:t>
            </a:r>
            <a:r>
              <a:rPr lang="en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b </a:t>
            </a: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and </a:t>
            </a:r>
            <a:r>
              <a:rPr lang="en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c </a:t>
            </a: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is greater than </a:t>
            </a:r>
            <a:r>
              <a:rPr lang="en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a </a:t>
            </a: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, and the sum of </a:t>
            </a:r>
            <a:r>
              <a:rPr lang="en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a </a:t>
            </a: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and </a:t>
            </a:r>
            <a:r>
              <a:rPr lang="en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c </a:t>
            </a: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is greater than </a:t>
            </a:r>
            <a:r>
              <a:rPr lang="en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b </a:t>
            </a: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, it is a legal triangle, otherwise i</a:t>
            </a:r>
            <a:r>
              <a:rPr lang="en-US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t</a:t>
            </a:r>
            <a:r>
              <a:rPr lang="en-AU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’</a:t>
            </a:r>
            <a:r>
              <a:rPr lang="en-US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s</a:t>
            </a: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nsolas" panose="020B0609020204030204" pitchFamily="49" charset="0"/>
              </a:rPr>
              <a:t> illegal</a:t>
            </a:r>
            <a:endParaRPr lang="en-US" altLang="zh-CN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Consolas" panose="020B0609020204030204" pitchFamily="49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16004B2-B87C-47EE-809B-30BE54BA7DC5}"/>
              </a:ext>
            </a:extLst>
          </p:cNvPr>
          <p:cNvSpPr txBox="1"/>
          <p:nvPr/>
        </p:nvSpPr>
        <p:spPr>
          <a:xfrm>
            <a:off x="678605" y="4089828"/>
            <a:ext cx="518439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Logical expression </a:t>
            </a:r>
            <a:r>
              <a:rPr lang="en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 </a:t>
            </a: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if the sum of </a:t>
            </a:r>
            <a:r>
              <a:rPr lang="en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 </a:t>
            </a: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and </a:t>
            </a:r>
            <a:r>
              <a:rPr lang="en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 </a:t>
            </a: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is less than or equal to </a:t>
            </a:r>
            <a:r>
              <a:rPr lang="en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 </a:t>
            </a: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, or the sum of </a:t>
            </a:r>
            <a:r>
              <a:rPr lang="en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 </a:t>
            </a: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and </a:t>
            </a:r>
            <a:r>
              <a:rPr lang="en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 </a:t>
            </a: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is less than or equal to </a:t>
            </a:r>
            <a:r>
              <a:rPr lang="en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 </a:t>
            </a: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, or the sum of </a:t>
            </a:r>
            <a:r>
              <a:rPr lang="en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 </a:t>
            </a: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and </a:t>
            </a:r>
            <a:r>
              <a:rPr lang="en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 </a:t>
            </a: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is less than or equal to </a:t>
            </a:r>
            <a:r>
              <a:rPr lang="en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 </a:t>
            </a:r>
            <a:r>
              <a:rPr lang="e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, it is an illegal triangle, otherwise it’s legal</a:t>
            </a:r>
            <a:endParaRPr lang="en-US" altLang="zh-CN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DDE1F6C-50FA-4819-AFF6-1A43AA1917AB}"/>
              </a:ext>
            </a:extLst>
          </p:cNvPr>
          <p:cNvSpPr txBox="1"/>
          <p:nvPr/>
        </p:nvSpPr>
        <p:spPr>
          <a:xfrm>
            <a:off x="6991228" y="2128746"/>
            <a:ext cx="31218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</a:rPr>
              <a:t>a+b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</a:rPr>
              <a:t>&gt;c&amp;&amp; </a:t>
            </a: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</a:rPr>
              <a:t>b+c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</a:rPr>
              <a:t>&gt;a&amp;&amp; </a:t>
            </a: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</a:rPr>
              <a:t>a+c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</a:rPr>
              <a:t>&gt;b</a:t>
            </a:r>
            <a:endParaRPr lang="zh-CN" altLang="en-US" sz="16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C3A882D-8799-4F52-997D-B5F263794D0E}"/>
              </a:ext>
            </a:extLst>
          </p:cNvPr>
          <p:cNvSpPr txBox="1"/>
          <p:nvPr/>
        </p:nvSpPr>
        <p:spPr>
          <a:xfrm>
            <a:off x="7066595" y="4715725"/>
            <a:ext cx="3382574" cy="343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</a:rPr>
              <a:t>a+b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</a:rPr>
              <a:t>&lt;=c|| </a:t>
            </a: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</a:rPr>
              <a:t>b+c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</a:rPr>
              <a:t>&lt;=a|| </a:t>
            </a:r>
            <a:r>
              <a:rPr lang="en" altLang="zh-CN" sz="1600" dirty="0" err="1">
                <a:solidFill>
                  <a:prstClr val="black"/>
                </a:solidFill>
                <a:latin typeface="Consolas" panose="020B0609020204030204" pitchFamily="49" charset="0"/>
              </a:rPr>
              <a:t>a+c </a:t>
            </a:r>
            <a:r>
              <a:rPr lang="en" altLang="zh-CN" sz="1600" dirty="0">
                <a:solidFill>
                  <a:prstClr val="black"/>
                </a:solidFill>
                <a:latin typeface="Consolas" panose="020B0609020204030204" pitchFamily="49" charset="0"/>
              </a:rPr>
              <a:t>&lt;=b</a:t>
            </a:r>
            <a:endParaRPr lang="zh-CN" altLang="en-US" sz="16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10" grpId="0"/>
      <p:bldP spid="11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" altLang="en-US" dirty="0"/>
              <a:t>thank you all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9212580" y="620649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en-US" dirty="0">
                <a:latin typeface="华文楷体" panose="02010600040101010101" pitchFamily="2" charset="-122"/>
                <a:ea typeface="华文楷体" panose="02010600040101010101" pitchFamily="2" charset="-122"/>
              </a:rPr>
              <a:t>Teacher Gao Algorithm Competition Training Camp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780" y="5361173"/>
            <a:ext cx="760094" cy="7659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副标题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2564130" y="6206490"/>
            <a:ext cx="38779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" altLang="en-US" sz="1600" dirty="0">
                <a:latin typeface="+mj-ea"/>
                <a:ea typeface="+mj-ea"/>
              </a:rPr>
              <a:t>Note: Please turn off your microphone and camera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68344772-a139-4164-b2e2-eaee5ec8c587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68344772-a139-4164-b2e2-eaee5ec8c587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TABLE_BEAUTIFY" val="smartTable{03b17792-b74b-4970-982f-775fbc490e3c}"/>
  <p:tag name="TABLE_ENDDRAG_ORIGIN_RECT" val="276*381"/>
  <p:tag name="TABLE_ENDDRAG_RECT" val="264*144*276*382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电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1299</TotalTime>
  <Words>1834</Words>
  <Application>Microsoft Office PowerPoint</Application>
  <PresentationFormat>宽屏</PresentationFormat>
  <Paragraphs>198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8" baseType="lpstr">
      <vt:lpstr>华文楷体</vt:lpstr>
      <vt:lpstr>微软雅黑</vt:lpstr>
      <vt:lpstr>Arial</vt:lpstr>
      <vt:lpstr>Consolas</vt:lpstr>
      <vt:lpstr>Tw Cen MT</vt:lpstr>
      <vt:lpstr>Wingdings</vt:lpstr>
      <vt:lpstr>电路</vt:lpstr>
      <vt:lpstr>Language Basics (3)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thank you all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NOIP 入门习题精讲 - 09</dc:title>
  <dc:creator>Minren Guan</dc:creator>
  <cp:lastModifiedBy>Bryan Sun</cp:lastModifiedBy>
  <cp:revision>281</cp:revision>
  <dcterms:created xsi:type="dcterms:W3CDTF">2018-08-09T00:16:00Z</dcterms:created>
  <dcterms:modified xsi:type="dcterms:W3CDTF">2023-09-18T05:48:37Z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0E09B697D38146F2A1E20319C05FEB57</vt:lpwstr>
  </property>
  <property fmtid="{D5CDD505-2E9C-101B-9397-08002B2CF9AE}" pid="3" name="KSOProductBuildVer">
    <vt:lpwstr>2052-11.1.0.10700</vt:lpwstr>
  </property>
</Properties>
</file>