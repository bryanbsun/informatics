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81" r:id="rId2"/>
    <p:sldId id="559" r:id="rId3"/>
    <p:sldId id="560" r:id="rId4"/>
    <p:sldId id="561" r:id="rId5"/>
    <p:sldId id="549" r:id="rId6"/>
    <p:sldId id="563" r:id="rId7"/>
    <p:sldId id="564" r:id="rId8"/>
    <p:sldId id="552" r:id="rId9"/>
    <p:sldId id="553" r:id="rId10"/>
    <p:sldId id="554" r:id="rId11"/>
    <p:sldId id="566" r:id="rId12"/>
    <p:sldId id="555" r:id="rId13"/>
    <p:sldId id="556" r:id="rId14"/>
    <p:sldId id="557" r:id="rId15"/>
    <p:sldId id="558" r:id="rId16"/>
    <p:sldId id="565" r:id="rId17"/>
    <p:sldId id="815" r:id="rId18"/>
    <p:sldId id="261" r:id="rId19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BFA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1459DE-93DF-4C33-A956-8870906AA653}" v="617" dt="2026-09-04T12:05:25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43" autoAdjust="0"/>
    <p:restoredTop sz="84219"/>
  </p:normalViewPr>
  <p:slideViewPr>
    <p:cSldViewPr snapToGrid="0">
      <p:cViewPr varScale="1">
        <p:scale>
          <a:sx n="59" d="100"/>
          <a:sy n="59" d="100"/>
        </p:scale>
        <p:origin x="7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1A8111D1-4A65-4A29-9DEE-6B0D34390FD8}"/>
    <pc:docChg chg="custSel modSld">
      <pc:chgData name="Bryan Sun" userId="851caa7714272873" providerId="LiveId" clId="{1A8111D1-4A65-4A29-9DEE-6B0D34390FD8}" dt="2026-09-04T14:14:21.462" v="1538" actId="20577"/>
      <pc:docMkLst>
        <pc:docMk/>
      </pc:docMkLst>
      <pc:sldChg chg="modSp mod">
        <pc:chgData name="Bryan Sun" userId="851caa7714272873" providerId="LiveId" clId="{1A8111D1-4A65-4A29-9DEE-6B0D34390FD8}" dt="2026-09-04T12:03:35.456" v="1427" actId="20577"/>
        <pc:sldMkLst>
          <pc:docMk/>
          <pc:sldMk cId="750359541" sldId="261"/>
        </pc:sldMkLst>
        <pc:spChg chg="mod">
          <ac:chgData name="Bryan Sun" userId="851caa7714272873" providerId="LiveId" clId="{1A8111D1-4A65-4A29-9DEE-6B0D34390FD8}" dt="2026-09-04T12:03:35.456" v="1427" actId="20577"/>
          <ac:spMkLst>
            <pc:docMk/>
            <pc:sldMk cId="750359541" sldId="261"/>
            <ac:spMk id="2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04T10:57:58.388" v="8" actId="20577"/>
        <pc:sldMkLst>
          <pc:docMk/>
          <pc:sldMk cId="948786294" sldId="281"/>
        </pc:sldMkLst>
        <pc:spChg chg="mod">
          <ac:chgData name="Bryan Sun" userId="851caa7714272873" providerId="LiveId" clId="{1A8111D1-4A65-4A29-9DEE-6B0D34390FD8}" dt="2026-09-04T10:57:58.388" v="8" actId="20577"/>
          <ac:spMkLst>
            <pc:docMk/>
            <pc:sldMk cId="948786294" sldId="281"/>
            <ac:spMk id="2" creationId="{00000000-0000-0000-0000-000000000000}"/>
          </ac:spMkLst>
        </pc:spChg>
      </pc:sldChg>
      <pc:sldChg chg="modSp mod">
        <pc:chgData name="Bryan Sun" userId="851caa7714272873" providerId="LiveId" clId="{1A8111D1-4A65-4A29-9DEE-6B0D34390FD8}" dt="2026-09-04T12:07:09.578" v="1472" actId="20577"/>
        <pc:sldMkLst>
          <pc:docMk/>
          <pc:sldMk cId="2072528374" sldId="549"/>
        </pc:sldMkLst>
        <pc:spChg chg="mod">
          <ac:chgData name="Bryan Sun" userId="851caa7714272873" providerId="LiveId" clId="{1A8111D1-4A65-4A29-9DEE-6B0D34390FD8}" dt="2026-09-04T12:07:09.578" v="1472" actId="20577"/>
          <ac:spMkLst>
            <pc:docMk/>
            <pc:sldMk cId="2072528374" sldId="549"/>
            <ac:spMk id="123906" creationId="{51737AAD-5A06-DE44-962F-9EEB26EE6AA9}"/>
          </ac:spMkLst>
        </pc:spChg>
        <pc:spChg chg="mod">
          <ac:chgData name="Bryan Sun" userId="851caa7714272873" providerId="LiveId" clId="{1A8111D1-4A65-4A29-9DEE-6B0D34390FD8}" dt="2026-09-04T11:13:49.145" v="274" actId="403"/>
          <ac:spMkLst>
            <pc:docMk/>
            <pc:sldMk cId="2072528374" sldId="549"/>
            <ac:spMk id="123907" creationId="{7B367025-C0A3-854F-B961-35C657B61E9C}"/>
          </ac:spMkLst>
        </pc:spChg>
        <pc:picChg chg="mod">
          <ac:chgData name="Bryan Sun" userId="851caa7714272873" providerId="LiveId" clId="{1A8111D1-4A65-4A29-9DEE-6B0D34390FD8}" dt="2026-09-04T11:12:54.219" v="266" actId="2711"/>
          <ac:picMkLst>
            <pc:docMk/>
            <pc:sldMk cId="2072528374" sldId="549"/>
            <ac:picMk id="123908" creationId="{14F7322D-F668-4144-A502-5FD505513AF1}"/>
          </ac:picMkLst>
        </pc:picChg>
      </pc:sldChg>
      <pc:sldChg chg="addSp delSp modSp mod">
        <pc:chgData name="Bryan Sun" userId="851caa7714272873" providerId="LiveId" clId="{1A8111D1-4A65-4A29-9DEE-6B0D34390FD8}" dt="2026-09-04T11:48:05.266" v="1149"/>
        <pc:sldMkLst>
          <pc:docMk/>
          <pc:sldMk cId="2938009662" sldId="552"/>
        </pc:sldMkLst>
        <pc:spChg chg="add del mod">
          <ac:chgData name="Bryan Sun" userId="851caa7714272873" providerId="LiveId" clId="{1A8111D1-4A65-4A29-9DEE-6B0D34390FD8}" dt="2026-09-04T11:48:05.266" v="1149"/>
          <ac:spMkLst>
            <pc:docMk/>
            <pc:sldMk cId="2938009662" sldId="552"/>
            <ac:spMk id="2" creationId="{B338A2F9-65A7-A8CC-473B-9E04BC747DA9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6984" creationId="{4B755A75-7917-FC46-B0B8-5DA2E3FE0945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6987" creationId="{31407134-15BF-B142-AE5B-F95B5A1361E8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6990" creationId="{D4619AF6-3385-944F-AC0E-98ABE3CB0388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6995" creationId="{1BD849F7-3AFA-A940-8AC4-BE3B09E45281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6996" creationId="{8CCF5FA2-54FD-234C-9CEB-AD1BDB79E4A8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7002" creationId="{D5D7DF20-423F-B148-81AA-81B153328D3C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7032" creationId="{6E45D9F0-2A2A-BF4C-90A6-2727512D20D0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7041" creationId="{5890ED79-E213-EF42-A52E-BC94DC0923A7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7049" creationId="{3EB4D4BD-BCA3-884E-AD8D-2E4A4A4A8884}"/>
          </ac:spMkLst>
        </pc:spChg>
        <pc:spChg chg="mod">
          <ac:chgData name="Bryan Sun" userId="851caa7714272873" providerId="LiveId" clId="{1A8111D1-4A65-4A29-9DEE-6B0D34390FD8}" dt="2026-09-04T11:24:20.869" v="527" actId="14100"/>
          <ac:spMkLst>
            <pc:docMk/>
            <pc:sldMk cId="2938009662" sldId="552"/>
            <ac:spMk id="127053" creationId="{0E81496F-2EBF-9249-8FA3-10804CAB5FAC}"/>
          </ac:spMkLst>
        </pc:spChg>
        <pc:grpChg chg="mod">
          <ac:chgData name="Bryan Sun" userId="851caa7714272873" providerId="LiveId" clId="{1A8111D1-4A65-4A29-9DEE-6B0D34390FD8}" dt="2026-09-04T11:23:00.871" v="465" actId="403"/>
          <ac:grpSpMkLst>
            <pc:docMk/>
            <pc:sldMk cId="2938009662" sldId="552"/>
            <ac:grpSpMk id="126978" creationId="{BBBC7418-3BBE-0F4B-94B1-97B5FDE0230B}"/>
          </ac:grpSpMkLst>
        </pc:grpChg>
      </pc:sldChg>
      <pc:sldChg chg="addSp modSp mod">
        <pc:chgData name="Bryan Sun" userId="851caa7714272873" providerId="LiveId" clId="{1A8111D1-4A65-4A29-9DEE-6B0D34390FD8}" dt="2026-09-04T11:27:48.668" v="600" actId="1037"/>
        <pc:sldMkLst>
          <pc:docMk/>
          <pc:sldMk cId="1074637964" sldId="553"/>
        </pc:sldMkLst>
        <pc:spChg chg="add mod">
          <ac:chgData name="Bryan Sun" userId="851caa7714272873" providerId="LiveId" clId="{1A8111D1-4A65-4A29-9DEE-6B0D34390FD8}" dt="2026-09-04T11:27:48.668" v="600" actId="1037"/>
          <ac:spMkLst>
            <pc:docMk/>
            <pc:sldMk cId="1074637964" sldId="553"/>
            <ac:spMk id="2" creationId="{5114D634-2DA3-DA1E-3C14-BEB5FE6555B6}"/>
          </ac:spMkLst>
        </pc:spChg>
        <pc:spChg chg="mod">
          <ac:chgData name="Bryan Sun" userId="851caa7714272873" providerId="LiveId" clId="{1A8111D1-4A65-4A29-9DEE-6B0D34390FD8}" dt="2026-09-04T11:25:28.029" v="547" actId="14100"/>
          <ac:spMkLst>
            <pc:docMk/>
            <pc:sldMk cId="1074637964" sldId="553"/>
            <ac:spMk id="128002" creationId="{C9A2E2C3-3408-0442-9C3B-2087B85ADFCE}"/>
          </ac:spMkLst>
        </pc:spChg>
      </pc:sldChg>
      <pc:sldChg chg="modSp mod">
        <pc:chgData name="Bryan Sun" userId="851caa7714272873" providerId="LiveId" clId="{1A8111D1-4A65-4A29-9DEE-6B0D34390FD8}" dt="2026-09-04T12:08:40.759" v="1517" actId="20577"/>
        <pc:sldMkLst>
          <pc:docMk/>
          <pc:sldMk cId="1736668682" sldId="554"/>
        </pc:sldMkLst>
        <pc:spChg chg="mod">
          <ac:chgData name="Bryan Sun" userId="851caa7714272873" providerId="LiveId" clId="{1A8111D1-4A65-4A29-9DEE-6B0D34390FD8}" dt="2026-09-04T12:08:40.759" v="1517" actId="20577"/>
          <ac:spMkLst>
            <pc:docMk/>
            <pc:sldMk cId="1736668682" sldId="554"/>
            <ac:spMk id="129026" creationId="{D0373229-E4AC-CF49-AC7E-DB9E61CCFE17}"/>
          </ac:spMkLst>
        </pc:spChg>
        <pc:spChg chg="mod">
          <ac:chgData name="Bryan Sun" userId="851caa7714272873" providerId="LiveId" clId="{1A8111D1-4A65-4A29-9DEE-6B0D34390FD8}" dt="2026-09-04T11:32:55.215" v="766" actId="20577"/>
          <ac:spMkLst>
            <pc:docMk/>
            <pc:sldMk cId="1736668682" sldId="554"/>
            <ac:spMk id="129027" creationId="{2721678B-B010-714F-9BDC-388B34D1B867}"/>
          </ac:spMkLst>
        </pc:spChg>
      </pc:sldChg>
      <pc:sldChg chg="modSp mod">
        <pc:chgData name="Bryan Sun" userId="851caa7714272873" providerId="LiveId" clId="{1A8111D1-4A65-4A29-9DEE-6B0D34390FD8}" dt="2026-09-04T11:49:02.469" v="1188" actId="14100"/>
        <pc:sldMkLst>
          <pc:docMk/>
          <pc:sldMk cId="3458884212" sldId="555"/>
        </pc:sldMkLst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051" creationId="{343477A5-AEED-0C4B-B60F-C1AF1EC2C570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056" creationId="{21340498-E159-6E42-B28F-1BFF73ACC705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071" creationId="{FA81515A-2CEC-7B4A-9530-7A5A0C7F95EC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077" creationId="{A2E77E96-3B8A-F140-A123-221F8BC31220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080" creationId="{06B158F1-9EB7-5B45-84C1-D2DCD984D1AF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083" creationId="{9BAC7F15-6678-C94C-8B14-FDA50A8358E5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096" creationId="{7E945E7F-2B61-414A-AF07-4F758255514B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097" creationId="{1A082D32-A215-F64B-A0FC-B50B046917B0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120" creationId="{395D28B3-0027-424A-B8E0-EB3169FDEAD4}"/>
          </ac:spMkLst>
        </pc:spChg>
        <pc:spChg chg="mod">
          <ac:chgData name="Bryan Sun" userId="851caa7714272873" providerId="LiveId" clId="{1A8111D1-4A65-4A29-9DEE-6B0D34390FD8}" dt="2026-09-04T11:49:02.469" v="1188" actId="14100"/>
          <ac:spMkLst>
            <pc:docMk/>
            <pc:sldMk cId="3458884212" sldId="555"/>
            <ac:spMk id="130121" creationId="{949E9F42-8349-754D-9DB1-B706187E23FC}"/>
          </ac:spMkLst>
        </pc:spChg>
        <pc:spChg chg="mod">
          <ac:chgData name="Bryan Sun" userId="851caa7714272873" providerId="LiveId" clId="{1A8111D1-4A65-4A29-9DEE-6B0D34390FD8}" dt="2026-09-04T11:45:25.008" v="1086" actId="20577"/>
          <ac:spMkLst>
            <pc:docMk/>
            <pc:sldMk cId="3458884212" sldId="555"/>
            <ac:spMk id="130124" creationId="{1846264C-1974-A841-BB0E-E0915580DE5D}"/>
          </ac:spMkLst>
        </pc:spChg>
        <pc:spChg chg="mod">
          <ac:chgData name="Bryan Sun" userId="851caa7714272873" providerId="LiveId" clId="{1A8111D1-4A65-4A29-9DEE-6B0D34390FD8}" dt="2026-09-04T11:45:55.716" v="1112" actId="20577"/>
          <ac:spMkLst>
            <pc:docMk/>
            <pc:sldMk cId="3458884212" sldId="555"/>
            <ac:spMk id="130125" creationId="{8DE6E851-60BE-8540-8EBA-A85CA63AC614}"/>
          </ac:spMkLst>
        </pc:spChg>
        <pc:spChg chg="mod">
          <ac:chgData name="Bryan Sun" userId="851caa7714272873" providerId="LiveId" clId="{1A8111D1-4A65-4A29-9DEE-6B0D34390FD8}" dt="2026-09-04T11:46:22.899" v="1145" actId="20577"/>
          <ac:spMkLst>
            <pc:docMk/>
            <pc:sldMk cId="3458884212" sldId="555"/>
            <ac:spMk id="130126" creationId="{BF3E7582-FFAE-CA4B-8005-09A2746D0DEB}"/>
          </ac:spMkLst>
        </pc:spChg>
        <pc:grpChg chg="mod">
          <ac:chgData name="Bryan Sun" userId="851caa7714272873" providerId="LiveId" clId="{1A8111D1-4A65-4A29-9DEE-6B0D34390FD8}" dt="2026-09-04T11:44:56.763" v="1074" actId="2711"/>
          <ac:grpSpMkLst>
            <pc:docMk/>
            <pc:sldMk cId="3458884212" sldId="555"/>
            <ac:grpSpMk id="130050" creationId="{EC08A61B-AAB9-014E-945E-240A878E376E}"/>
          </ac:grpSpMkLst>
        </pc:grpChg>
      </pc:sldChg>
      <pc:sldChg chg="addSp modSp mod">
        <pc:chgData name="Bryan Sun" userId="851caa7714272873" providerId="LiveId" clId="{1A8111D1-4A65-4A29-9DEE-6B0D34390FD8}" dt="2026-09-04T11:50:35.576" v="1246" actId="1035"/>
        <pc:sldMkLst>
          <pc:docMk/>
          <pc:sldMk cId="3564927113" sldId="556"/>
        </pc:sldMkLst>
        <pc:spChg chg="add mod">
          <ac:chgData name="Bryan Sun" userId="851caa7714272873" providerId="LiveId" clId="{1A8111D1-4A65-4A29-9DEE-6B0D34390FD8}" dt="2026-09-04T11:50:35.576" v="1246" actId="1035"/>
          <ac:spMkLst>
            <pc:docMk/>
            <pc:sldMk cId="3564927113" sldId="556"/>
            <ac:spMk id="4" creationId="{E6051776-24F8-9742-A545-1FF79AED2E3D}"/>
          </ac:spMkLst>
        </pc:spChg>
        <pc:spChg chg="mod">
          <ac:chgData name="Bryan Sun" userId="851caa7714272873" providerId="LiveId" clId="{1A8111D1-4A65-4A29-9DEE-6B0D34390FD8}" dt="2026-09-04T11:49:44.293" v="1208" actId="14100"/>
          <ac:spMkLst>
            <pc:docMk/>
            <pc:sldMk cId="3564927113" sldId="556"/>
            <ac:spMk id="131074" creationId="{D3B067B9-17C2-9245-B440-C4AD4AD441A3}"/>
          </ac:spMkLst>
        </pc:spChg>
      </pc:sldChg>
      <pc:sldChg chg="addSp delSp modSp mod">
        <pc:chgData name="Bryan Sun" userId="851caa7714272873" providerId="LiveId" clId="{1A8111D1-4A65-4A29-9DEE-6B0D34390FD8}" dt="2026-09-04T11:54:21.535" v="1280"/>
        <pc:sldMkLst>
          <pc:docMk/>
          <pc:sldMk cId="3088602750" sldId="557"/>
        </pc:sldMkLst>
        <pc:spChg chg="add del mod">
          <ac:chgData name="Bryan Sun" userId="851caa7714272873" providerId="LiveId" clId="{1A8111D1-4A65-4A29-9DEE-6B0D34390FD8}" dt="2026-09-04T11:54:21.535" v="1280"/>
          <ac:spMkLst>
            <pc:docMk/>
            <pc:sldMk cId="3088602750" sldId="557"/>
            <ac:spMk id="2" creationId="{D588F00B-1E27-20DF-14F1-50941D1634E9}"/>
          </ac:spMkLst>
        </pc:spChg>
        <pc:spChg chg="mod">
          <ac:chgData name="Bryan Sun" userId="851caa7714272873" providerId="LiveId" clId="{1A8111D1-4A65-4A29-9DEE-6B0D34390FD8}" dt="2026-09-04T11:51:33.302" v="1271" actId="20577"/>
          <ac:spMkLst>
            <pc:docMk/>
            <pc:sldMk cId="3088602750" sldId="557"/>
            <ac:spMk id="61" creationId="{85B36E05-D613-2448-B7AB-76C28BAA556E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02" creationId="{D3659316-6104-5646-BD59-E433799C36F0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08" creationId="{6B4531B7-7319-9B43-8BA8-B5B907424F32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09" creationId="{BFE6E664-D085-E04A-8B2A-90F5B9322E22}"/>
          </ac:spMkLst>
        </pc:spChg>
        <pc:spChg chg="mod">
          <ac:chgData name="Bryan Sun" userId="851caa7714272873" providerId="LiveId" clId="{1A8111D1-4A65-4A29-9DEE-6B0D34390FD8}" dt="2026-09-04T11:52:05.685" v="1273" actId="403"/>
          <ac:spMkLst>
            <pc:docMk/>
            <pc:sldMk cId="3088602750" sldId="557"/>
            <ac:spMk id="132111" creationId="{185F6079-5A7B-614E-8DBF-968EFE3780C3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16" creationId="{81EB83D5-8E5F-B24D-96D5-2FE3E74AAAA2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24" creationId="{69F6FCE2-CB3B-034D-96C2-A395BDD1AC3B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28" creationId="{DF3A0C14-E4C7-0841-91AA-14C44D7950D1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39" creationId="{3D852547-E3EC-7F4E-87C1-FF507D61BE2E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48" creationId="{D05F48A5-B1A9-7B43-845E-31408FC16934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51" creationId="{D54AA0C2-8AAD-5641-9AD0-EF47BEC41C24}"/>
          </ac:spMkLst>
        </pc:spChg>
        <pc:spChg chg="mod">
          <ac:chgData name="Bryan Sun" userId="851caa7714272873" providerId="LiveId" clId="{1A8111D1-4A65-4A29-9DEE-6B0D34390FD8}" dt="2026-09-04T11:52:42.281" v="1277" actId="14100"/>
          <ac:spMkLst>
            <pc:docMk/>
            <pc:sldMk cId="3088602750" sldId="557"/>
            <ac:spMk id="132154" creationId="{5DFEB202-FF39-5043-9720-CC667880721A}"/>
          </ac:spMkLst>
        </pc:spChg>
        <pc:grpChg chg="mod">
          <ac:chgData name="Bryan Sun" userId="851caa7714272873" providerId="LiveId" clId="{1A8111D1-4A65-4A29-9DEE-6B0D34390FD8}" dt="2026-09-04T11:51:58.555" v="1272" actId="2711"/>
          <ac:grpSpMkLst>
            <pc:docMk/>
            <pc:sldMk cId="3088602750" sldId="557"/>
            <ac:grpSpMk id="132099" creationId="{919EAF12-5524-F441-AE87-D15483E3CD88}"/>
          </ac:grpSpMkLst>
        </pc:grpChg>
      </pc:sldChg>
      <pc:sldChg chg="addSp modSp mod">
        <pc:chgData name="Bryan Sun" userId="851caa7714272873" providerId="LiveId" clId="{1A8111D1-4A65-4A29-9DEE-6B0D34390FD8}" dt="2026-09-04T12:04:32.418" v="1428" actId="2711"/>
        <pc:sldMkLst>
          <pc:docMk/>
          <pc:sldMk cId="543758220" sldId="558"/>
        </pc:sldMkLst>
        <pc:spChg chg="add mod">
          <ac:chgData name="Bryan Sun" userId="851caa7714272873" providerId="LiveId" clId="{1A8111D1-4A65-4A29-9DEE-6B0D34390FD8}" dt="2026-09-04T12:04:32.418" v="1428" actId="2711"/>
          <ac:spMkLst>
            <pc:docMk/>
            <pc:sldMk cId="543758220" sldId="558"/>
            <ac:spMk id="3" creationId="{9CD74C80-7F5E-7C00-388D-50466981CD31}"/>
          </ac:spMkLst>
        </pc:spChg>
        <pc:spChg chg="add mod">
          <ac:chgData name="Bryan Sun" userId="851caa7714272873" providerId="LiveId" clId="{1A8111D1-4A65-4A29-9DEE-6B0D34390FD8}" dt="2026-09-04T12:04:32.418" v="1428" actId="2711"/>
          <ac:spMkLst>
            <pc:docMk/>
            <pc:sldMk cId="543758220" sldId="558"/>
            <ac:spMk id="6" creationId="{79AC95C6-C060-33C0-346E-0195217C0D1F}"/>
          </ac:spMkLst>
        </pc:spChg>
        <pc:spChg chg="mod">
          <ac:chgData name="Bryan Sun" userId="851caa7714272873" providerId="LiveId" clId="{1A8111D1-4A65-4A29-9DEE-6B0D34390FD8}" dt="2026-09-04T12:04:32.418" v="1428" actId="2711"/>
          <ac:spMkLst>
            <pc:docMk/>
            <pc:sldMk cId="543758220" sldId="558"/>
            <ac:spMk id="133122" creationId="{A06A062A-354D-0B46-B490-425E4FE1FC24}"/>
          </ac:spMkLst>
        </pc:spChg>
      </pc:sldChg>
      <pc:sldChg chg="modSp mod">
        <pc:chgData name="Bryan Sun" userId="851caa7714272873" providerId="LiveId" clId="{1A8111D1-4A65-4A29-9DEE-6B0D34390FD8}" dt="2026-09-04T14:14:21.462" v="1538" actId="20577"/>
        <pc:sldMkLst>
          <pc:docMk/>
          <pc:sldMk cId="2311374542" sldId="559"/>
        </pc:sldMkLst>
        <pc:spChg chg="mod">
          <ac:chgData name="Bryan Sun" userId="851caa7714272873" providerId="LiveId" clId="{1A8111D1-4A65-4A29-9DEE-6B0D34390FD8}" dt="2026-09-04T14:14:21.462" v="1538" actId="20577"/>
          <ac:spMkLst>
            <pc:docMk/>
            <pc:sldMk cId="2311374542" sldId="559"/>
            <ac:spMk id="2" creationId="{42D00FBD-1222-496C-8A0C-0B68A7CB6094}"/>
          </ac:spMkLst>
        </pc:spChg>
        <pc:spChg chg="mod">
          <ac:chgData name="Bryan Sun" userId="851caa7714272873" providerId="LiveId" clId="{1A8111D1-4A65-4A29-9DEE-6B0D34390FD8}" dt="2026-09-04T12:05:34.316" v="1439" actId="1035"/>
          <ac:spMkLst>
            <pc:docMk/>
            <pc:sldMk cId="2311374542" sldId="559"/>
            <ac:spMk id="3" creationId="{364B6489-5513-4724-81F7-F874B8C60D21}"/>
          </ac:spMkLst>
        </pc:spChg>
      </pc:sldChg>
      <pc:sldChg chg="modSp mod">
        <pc:chgData name="Bryan Sun" userId="851caa7714272873" providerId="LiveId" clId="{1A8111D1-4A65-4A29-9DEE-6B0D34390FD8}" dt="2026-09-04T12:07:59.090" v="1507" actId="20577"/>
        <pc:sldMkLst>
          <pc:docMk/>
          <pc:sldMk cId="4063759239" sldId="560"/>
        </pc:sldMkLst>
        <pc:spChg chg="mod">
          <ac:chgData name="Bryan Sun" userId="851caa7714272873" providerId="LiveId" clId="{1A8111D1-4A65-4A29-9DEE-6B0D34390FD8}" dt="2026-09-04T12:07:59.090" v="1507" actId="20577"/>
          <ac:spMkLst>
            <pc:docMk/>
            <pc:sldMk cId="4063759239" sldId="560"/>
            <ac:spMk id="2" creationId="{42D00FBD-1222-496C-8A0C-0B68A7CB6094}"/>
          </ac:spMkLst>
        </pc:spChg>
        <pc:spChg chg="mod">
          <ac:chgData name="Bryan Sun" userId="851caa7714272873" providerId="LiveId" clId="{1A8111D1-4A65-4A29-9DEE-6B0D34390FD8}" dt="2026-09-04T12:06:11.902" v="1451" actId="1035"/>
          <ac:spMkLst>
            <pc:docMk/>
            <pc:sldMk cId="4063759239" sldId="560"/>
            <ac:spMk id="3" creationId="{364B6489-5513-4724-81F7-F874B8C60D21}"/>
          </ac:spMkLst>
        </pc:spChg>
      </pc:sldChg>
      <pc:sldChg chg="modSp mod">
        <pc:chgData name="Bryan Sun" userId="851caa7714272873" providerId="LiveId" clId="{1A8111D1-4A65-4A29-9DEE-6B0D34390FD8}" dt="2026-09-04T11:12:26.610" v="265" actId="2711"/>
        <pc:sldMkLst>
          <pc:docMk/>
          <pc:sldMk cId="2999240563" sldId="561"/>
        </pc:sldMkLst>
        <pc:spChg chg="mod">
          <ac:chgData name="Bryan Sun" userId="851caa7714272873" providerId="LiveId" clId="{1A8111D1-4A65-4A29-9DEE-6B0D34390FD8}" dt="2026-09-04T11:09:14.256" v="247" actId="2711"/>
          <ac:spMkLst>
            <pc:docMk/>
            <pc:sldMk cId="2999240563" sldId="561"/>
            <ac:spMk id="2" creationId="{42D00FBD-1222-496C-8A0C-0B68A7CB6094}"/>
          </ac:spMkLst>
        </pc:spChg>
        <pc:spChg chg="mod">
          <ac:chgData name="Bryan Sun" userId="851caa7714272873" providerId="LiveId" clId="{1A8111D1-4A65-4A29-9DEE-6B0D34390FD8}" dt="2026-09-04T11:12:26.610" v="265" actId="2711"/>
          <ac:spMkLst>
            <pc:docMk/>
            <pc:sldMk cId="2999240563" sldId="561"/>
            <ac:spMk id="6" creationId="{E7F7E407-084A-9347-8FD2-B8BF5B7D1FE3}"/>
          </ac:spMkLst>
        </pc:spChg>
        <pc:spChg chg="mod">
          <ac:chgData name="Bryan Sun" userId="851caa7714272873" providerId="LiveId" clId="{1A8111D1-4A65-4A29-9DEE-6B0D34390FD8}" dt="2026-09-04T11:11:59.357" v="263" actId="948"/>
          <ac:spMkLst>
            <pc:docMk/>
            <pc:sldMk cId="2999240563" sldId="561"/>
            <ac:spMk id="7" creationId="{8B8B8C27-2055-3646-9F2C-0FA51E04FF2A}"/>
          </ac:spMkLst>
        </pc:spChg>
      </pc:sldChg>
      <pc:sldChg chg="modSp mod">
        <pc:chgData name="Bryan Sun" userId="851caa7714272873" providerId="LiveId" clId="{1A8111D1-4A65-4A29-9DEE-6B0D34390FD8}" dt="2026-09-04T12:06:51.993" v="1468" actId="20577"/>
        <pc:sldMkLst>
          <pc:docMk/>
          <pc:sldMk cId="1910846672" sldId="563"/>
        </pc:sldMkLst>
        <pc:spChg chg="mod">
          <ac:chgData name="Bryan Sun" userId="851caa7714272873" providerId="LiveId" clId="{1A8111D1-4A65-4A29-9DEE-6B0D34390FD8}" dt="2026-09-04T11:14:33.698" v="282" actId="20577"/>
          <ac:spMkLst>
            <pc:docMk/>
            <pc:sldMk cId="1910846672" sldId="563"/>
            <ac:spMk id="2" creationId="{42D00FBD-1222-496C-8A0C-0B68A7CB6094}"/>
          </ac:spMkLst>
        </pc:spChg>
        <pc:spChg chg="mod">
          <ac:chgData name="Bryan Sun" userId="851caa7714272873" providerId="LiveId" clId="{1A8111D1-4A65-4A29-9DEE-6B0D34390FD8}" dt="2026-09-04T12:06:51.993" v="1468" actId="20577"/>
          <ac:spMkLst>
            <pc:docMk/>
            <pc:sldMk cId="1910846672" sldId="563"/>
            <ac:spMk id="3" creationId="{364B6489-5513-4724-81F7-F874B8C60D21}"/>
          </ac:spMkLst>
        </pc:spChg>
      </pc:sldChg>
      <pc:sldChg chg="modSp mod">
        <pc:chgData name="Bryan Sun" userId="851caa7714272873" providerId="LiveId" clId="{1A8111D1-4A65-4A29-9DEE-6B0D34390FD8}" dt="2026-09-04T12:08:30.230" v="1510" actId="20577"/>
        <pc:sldMkLst>
          <pc:docMk/>
          <pc:sldMk cId="568902173" sldId="564"/>
        </pc:sldMkLst>
        <pc:spChg chg="mod">
          <ac:chgData name="Bryan Sun" userId="851caa7714272873" providerId="LiveId" clId="{1A8111D1-4A65-4A29-9DEE-6B0D34390FD8}" dt="2026-09-04T12:08:30.230" v="1510" actId="20577"/>
          <ac:spMkLst>
            <pc:docMk/>
            <pc:sldMk cId="568902173" sldId="564"/>
            <ac:spMk id="2" creationId="{42D00FBD-1222-496C-8A0C-0B68A7CB6094}"/>
          </ac:spMkLst>
        </pc:spChg>
        <pc:spChg chg="mod">
          <ac:chgData name="Bryan Sun" userId="851caa7714272873" providerId="LiveId" clId="{1A8111D1-4A65-4A29-9DEE-6B0D34390FD8}" dt="2026-09-04T11:22:16.130" v="463" actId="20577"/>
          <ac:spMkLst>
            <pc:docMk/>
            <pc:sldMk cId="568902173" sldId="564"/>
            <ac:spMk id="3" creationId="{364B6489-5513-4724-81F7-F874B8C60D21}"/>
          </ac:spMkLst>
        </pc:spChg>
      </pc:sldChg>
      <pc:sldChg chg="modSp mod">
        <pc:chgData name="Bryan Sun" userId="851caa7714272873" providerId="LiveId" clId="{1A8111D1-4A65-4A29-9DEE-6B0D34390FD8}" dt="2026-09-04T11:59:05.830" v="1366" actId="20577"/>
        <pc:sldMkLst>
          <pc:docMk/>
          <pc:sldMk cId="3116420194" sldId="565"/>
        </pc:sldMkLst>
        <pc:spChg chg="mod">
          <ac:chgData name="Bryan Sun" userId="851caa7714272873" providerId="LiveId" clId="{1A8111D1-4A65-4A29-9DEE-6B0D34390FD8}" dt="2026-09-04T11:56:53.307" v="1347" actId="20577"/>
          <ac:spMkLst>
            <pc:docMk/>
            <pc:sldMk cId="3116420194" sldId="565"/>
            <ac:spMk id="129026" creationId="{D0373229-E4AC-CF49-AC7E-DB9E61CCFE17}"/>
          </ac:spMkLst>
        </pc:spChg>
        <pc:spChg chg="mod">
          <ac:chgData name="Bryan Sun" userId="851caa7714272873" providerId="LiveId" clId="{1A8111D1-4A65-4A29-9DEE-6B0D34390FD8}" dt="2026-09-04T11:59:05.830" v="1366" actId="20577"/>
          <ac:spMkLst>
            <pc:docMk/>
            <pc:sldMk cId="3116420194" sldId="565"/>
            <ac:spMk id="129027" creationId="{2721678B-B010-714F-9BDC-388B34D1B867}"/>
          </ac:spMkLst>
        </pc:spChg>
      </pc:sldChg>
      <pc:sldChg chg="modSp mod">
        <pc:chgData name="Bryan Sun" userId="851caa7714272873" providerId="LiveId" clId="{1A8111D1-4A65-4A29-9DEE-6B0D34390FD8}" dt="2026-09-04T12:08:47.350" v="1521" actId="20577"/>
        <pc:sldMkLst>
          <pc:docMk/>
          <pc:sldMk cId="3869075404" sldId="566"/>
        </pc:sldMkLst>
        <pc:spChg chg="mod">
          <ac:chgData name="Bryan Sun" userId="851caa7714272873" providerId="LiveId" clId="{1A8111D1-4A65-4A29-9DEE-6B0D34390FD8}" dt="2026-09-04T12:08:47.350" v="1521" actId="20577"/>
          <ac:spMkLst>
            <pc:docMk/>
            <pc:sldMk cId="3869075404" sldId="566"/>
            <ac:spMk id="129026" creationId="{D0373229-E4AC-CF49-AC7E-DB9E61CCFE17}"/>
          </ac:spMkLst>
        </pc:spChg>
        <pc:spChg chg="mod">
          <ac:chgData name="Bryan Sun" userId="851caa7714272873" providerId="LiveId" clId="{1A8111D1-4A65-4A29-9DEE-6B0D34390FD8}" dt="2026-09-04T11:44:30.930" v="1072" actId="27636"/>
          <ac:spMkLst>
            <pc:docMk/>
            <pc:sldMk cId="3869075404" sldId="566"/>
            <ac:spMk id="129027" creationId="{2721678B-B010-714F-9BDC-388B34D1B867}"/>
          </ac:spMkLst>
        </pc:spChg>
      </pc:sldChg>
      <pc:sldChg chg="modSp mod">
        <pc:chgData name="Bryan Sun" userId="851caa7714272873" providerId="LiveId" clId="{1A8111D1-4A65-4A29-9DEE-6B0D34390FD8}" dt="2026-09-04T12:03:23.763" v="1424" actId="2711"/>
        <pc:sldMkLst>
          <pc:docMk/>
          <pc:sldMk cId="2048113256" sldId="815"/>
        </pc:sldMkLst>
        <pc:spChg chg="mod">
          <ac:chgData name="Bryan Sun" userId="851caa7714272873" providerId="LiveId" clId="{1A8111D1-4A65-4A29-9DEE-6B0D34390FD8}" dt="2026-09-04T12:03:23.763" v="1424" actId="2711"/>
          <ac:spMkLst>
            <pc:docMk/>
            <pc:sldMk cId="2048113256" sldId="815"/>
            <ac:spMk id="2" creationId="{42D00FBD-1222-496C-8A0C-0B68A7CB6094}"/>
          </ac:spMkLst>
        </pc:spChg>
        <pc:spChg chg="mod">
          <ac:chgData name="Bryan Sun" userId="851caa7714272873" providerId="LiveId" clId="{1A8111D1-4A65-4A29-9DEE-6B0D34390FD8}" dt="2026-09-04T12:03:07.124" v="1423" actId="403"/>
          <ac:spMkLst>
            <pc:docMk/>
            <pc:sldMk cId="2048113256" sldId="815"/>
            <ac:spMk id="3" creationId="{364B6489-5513-4724-81F7-F874B8C60D21}"/>
          </ac:spMkLst>
        </pc:spChg>
        <pc:picChg chg="mod">
          <ac:chgData name="Bryan Sun" userId="851caa7714272873" providerId="LiveId" clId="{1A8111D1-4A65-4A29-9DEE-6B0D34390FD8}" dt="2026-09-04T12:00:17.594" v="1367" actId="2711"/>
          <ac:picMkLst>
            <pc:docMk/>
            <pc:sldMk cId="2048113256" sldId="815"/>
            <ac:picMk id="5" creationId="{E3D24EAB-FE44-E94C-AC53-4D1412A4CB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6F088-375B-584E-8E71-49740F8C8116}" type="datetimeFigureOut">
              <a:rPr kumimoji="1" lang="zh-CN" altLang="en-US" smtClean="0"/>
              <a:t>2026/9/4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F4864-2078-5446-9B10-2A811AD5231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051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 2" pitchFamily="2" charset="2"/>
              <a:buNone/>
            </a:pPr>
            <a:r>
              <a:rPr lang="en" altLang="zh-CN" dirty="0">
                <a:latin typeface="+mn-ea"/>
              </a:rPr>
              <a:t>void </a:t>
            </a:r>
            <a:r>
              <a:rPr lang="en" altLang="zh-CN" dirty="0" err="1">
                <a:latin typeface="+mn-ea"/>
              </a:rPr>
              <a:t>del_v </a:t>
            </a:r>
            <a:r>
              <a:rPr lang="en" altLang="zh-CN" dirty="0">
                <a:latin typeface="+mn-ea"/>
              </a:rPr>
              <a:t>(int x) { // </a:t>
            </a:r>
            <a:r>
              <a:rPr lang="en" altLang="en-US" dirty="0">
                <a:latin typeface="+mn-ea"/>
              </a:rPr>
              <a:t>Delete an element with value </a:t>
            </a:r>
            <a:endParaRPr lang="en-US" altLang="zh-CN" dirty="0">
              <a:latin typeface="+mn-ea"/>
            </a:endParaRPr>
          </a:p>
          <a:p>
            <a:pPr eaLnBrk="1" hangingPunct="1">
              <a:lnSpc>
                <a:spcPct val="90000"/>
              </a:lnSpc>
              <a:buFont typeface="Wingdings 2" pitchFamily="2" charset="2"/>
              <a:buNone/>
            </a:pPr>
            <a:r>
              <a:rPr lang="en" altLang="zh-CN" dirty="0">
                <a:latin typeface="+mn-ea"/>
              </a:rPr>
              <a:t>int pos = find(x);</a:t>
            </a:r>
          </a:p>
          <a:p>
            <a:pPr eaLnBrk="1" hangingPunct="1">
              <a:lnSpc>
                <a:spcPct val="90000"/>
              </a:lnSpc>
              <a:buFont typeface="Wingdings 2" pitchFamily="2" charset="2"/>
              <a:buNone/>
            </a:pPr>
            <a:r>
              <a:rPr lang="en" altLang="zh-CN" dirty="0">
                <a:latin typeface="+mn-ea"/>
              </a:rPr>
              <a:t>if (pos) del(pos);</a:t>
            </a:r>
          </a:p>
          <a:p>
            <a:pPr eaLnBrk="1" hangingPunct="1">
              <a:lnSpc>
                <a:spcPct val="90000"/>
              </a:lnSpc>
              <a:buFont typeface="Wingdings 2" pitchFamily="2" charset="2"/>
              <a:buNone/>
            </a:pPr>
            <a:r>
              <a:rPr lang="en" altLang="zh-CN" dirty="0">
                <a:latin typeface="+mn-ea"/>
              </a:rPr>
              <a:t>}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F4864-2078-5446-9B10-2A811AD52316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6943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altLang="en-US" dirty="0"/>
              <a:t>heap</a:t>
            </a:r>
            <a:r>
              <a:rPr lang="en-US" altLang="zh-CN" dirty="0"/>
              <a:t>s</a:t>
            </a:r>
            <a:endParaRPr lang="e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Problem: Finding the maximum/minimum 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element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 of arbitrary data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333710"/>
                <a:ext cx="10368800" cy="5282749"/>
              </a:xfrm>
            </p:spPr>
            <p:txBody>
              <a:bodyPr anchor="ctr" anchorCtr="0">
                <a:noAutofit/>
              </a:bodyPr>
              <a:lstStyle/>
              <a:p>
                <a:r>
                  <a:rPr lang="en" altLang="en-US" sz="3200" dirty="0">
                    <a:latin typeface="Aptos Display" panose="020B0004020202020204" pitchFamily="34" charset="0"/>
                  </a:rPr>
                  <a:t>Write a data structure to complete the following:</a:t>
                </a:r>
                <a:r>
                  <a:rPr lang="en" altLang="zh-CN" sz="3200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" altLang="zh-CN" sz="3200" dirty="0">
                    <a:latin typeface="Aptos Display" panose="020B0004020202020204" pitchFamily="34" charset="0"/>
                  </a:rPr>
                  <a:t> </a:t>
                </a:r>
                <a:r>
                  <a:rPr lang="en-US" altLang="zh-CN" sz="3200" dirty="0">
                    <a:latin typeface="Aptos Display" panose="020B0004020202020204" pitchFamily="34" charset="0"/>
                  </a:rPr>
                  <a:t>t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ypes of operations: </a:t>
                </a:r>
                <a:r>
                  <a:rPr lang="en" altLang="zh-CN" sz="3200" dirty="0">
                    <a:latin typeface="Aptos Display" panose="020B0004020202020204" pitchFamily="34" charset="0"/>
                  </a:rPr>
                  <a:t>(T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otal number of operations does not exceed</a:t>
                </a:r>
                <a:r>
                  <a:rPr lang="en" altLang="zh-CN" sz="3200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100000</m:t>
                    </m:r>
                  </m:oMath>
                </a14:m>
                <a:r>
                  <a:rPr lang="en" altLang="zh-CN" sz="3200" dirty="0">
                    <a:latin typeface="Aptos Display" panose="020B0004020202020204" pitchFamily="34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" altLang="en-US" sz="3200" dirty="0">
                    <a:latin typeface="Aptos Display" panose="020B0004020202020204" pitchFamily="34" charset="0"/>
                  </a:rPr>
                  <a:t>  </a:t>
                </a:r>
                <a:r>
                  <a:rPr lang="en" altLang="zh-CN" sz="3200" dirty="0">
                    <a:latin typeface="Aptos Display" panose="020B0004020202020204" pitchFamily="34" charset="0"/>
                  </a:rPr>
                  <a:t>1. 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Insert a number</a:t>
                </a:r>
              </a:p>
              <a:p>
                <a:pPr marL="0" indent="0">
                  <a:buNone/>
                </a:pPr>
                <a:r>
                  <a:rPr lang="en" altLang="en-US" sz="3200" dirty="0">
                    <a:latin typeface="Aptos Display" panose="020B0004020202020204" pitchFamily="34" charset="0"/>
                  </a:rPr>
                  <a:t>  </a:t>
                </a:r>
                <a:r>
                  <a:rPr lang="en" altLang="zh-CN" sz="3200" dirty="0">
                    <a:latin typeface="Aptos Display" panose="020B0004020202020204" pitchFamily="34" charset="0"/>
                  </a:rPr>
                  <a:t>2. 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Query the minimum</a:t>
                </a:r>
              </a:p>
              <a:p>
                <a:pPr marL="0" indent="0">
                  <a:buNone/>
                </a:pPr>
                <a:r>
                  <a:rPr lang="en" altLang="en-US" sz="3200" dirty="0">
                    <a:latin typeface="Aptos Display" panose="020B0004020202020204" pitchFamily="34" charset="0"/>
                  </a:rPr>
                  <a:t>  </a:t>
                </a:r>
                <a:r>
                  <a:rPr lang="en" altLang="zh-CN" sz="3200" dirty="0">
                    <a:latin typeface="Aptos Display" panose="020B0004020202020204" pitchFamily="34" charset="0"/>
                  </a:rPr>
                  <a:t>3. 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Delete the minimum</a:t>
                </a:r>
              </a:p>
              <a:p>
                <a:endParaRPr lang="zh-CN" altLang="en-US" sz="3200" dirty="0">
                  <a:latin typeface="Aptos Display" panose="020B0004020202020204" pitchFamily="34" charset="0"/>
                </a:endParaRPr>
              </a:p>
              <a:p>
                <a:r>
                  <a:rPr lang="en" altLang="en-US" sz="3200" dirty="0">
                    <a:latin typeface="Aptos Display" panose="020B0004020202020204" pitchFamily="34" charset="0"/>
                  </a:rPr>
                  <a:t>The requirement is:</a:t>
                </a:r>
                <a:r>
                  <a:rPr lang="en" altLang="zh-CN" sz="3200" dirty="0">
                    <a:latin typeface="Aptos Display" panose="020B0004020202020204" pitchFamily="34" charset="0"/>
                  </a:rPr>
                  <a:t> </a:t>
                </a:r>
                <a:r>
                  <a:rPr lang="en-AU" altLang="zh-CN" sz="3200" dirty="0">
                    <a:latin typeface="Aptos Display" panose="020B0004020202020204" pitchFamily="34" charset="0"/>
                  </a:rPr>
                  <a:t>All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" altLang="zh-CN" sz="3200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operations must be fast.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333710"/>
                <a:ext cx="10368800" cy="5282749"/>
              </a:xfrm>
              <a:blipFill>
                <a:blip r:embed="rId2"/>
                <a:stretch>
                  <a:fillRect l="-1881" t="-3118" b="-54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374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Input / Output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1" y="1333710"/>
                <a:ext cx="10657259" cy="5282749"/>
              </a:xfrm>
            </p:spPr>
            <p:txBody>
              <a:bodyPr anchor="ctr" anchorCtr="0">
                <a:normAutofit lnSpcReduction="10000"/>
              </a:bodyPr>
              <a:lstStyle/>
              <a:p>
                <a:r>
                  <a:rPr lang="en" altLang="en-US" sz="2800" dirty="0">
                    <a:latin typeface="Aptos Display" panose="020B0004020202020204" pitchFamily="34" charset="0"/>
                  </a:rPr>
                  <a:t>INPUT</a:t>
                </a:r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pPr>
                  <a:buNone/>
                </a:pPr>
                <a:r>
                  <a:rPr lang="en" altLang="en-US" sz="2800" dirty="0">
                    <a:latin typeface="Aptos Display" panose="020B0004020202020204" pitchFamily="34" charset="0"/>
                  </a:rPr>
                  <a:t>Each line contains one operation.  There are 3 possibilities:</a:t>
                </a:r>
              </a:p>
              <a:p>
                <a:pPr>
                  <a:buNone/>
                </a:pPr>
                <a:r>
                  <a:rPr lang="en" altLang="zh-CN" sz="2800" dirty="0">
                    <a:latin typeface="Consolas" panose="020B0609020204030204" pitchFamily="49" charset="0"/>
                  </a:rPr>
                  <a:t>1 x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: Insert </a:t>
                </a:r>
                <a:r>
                  <a:rPr lang="en-US" altLang="zh-CN" sz="2800" dirty="0">
                    <a:latin typeface="Aptos Display" panose="020B0004020202020204" pitchFamily="34" charset="0"/>
                  </a:rPr>
                  <a:t>the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 number</a:t>
                </a:r>
                <a:r>
                  <a:rPr lang="en" altLang="zh-CN" sz="2800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" altLang="en-US" sz="2800" dirty="0">
                  <a:latin typeface="Aptos Display" panose="020B0004020202020204" pitchFamily="34" charset="0"/>
                </a:endParaRPr>
              </a:p>
              <a:p>
                <a:pPr>
                  <a:buNone/>
                </a:pPr>
                <a:r>
                  <a:rPr lang="en" altLang="zh-CN" sz="2800" dirty="0">
                    <a:latin typeface="Aptos Display" panose="020B0004020202020204" pitchFamily="34" charset="0"/>
                  </a:rPr>
                  <a:t>2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:</a:t>
                </a:r>
                <a:r>
                  <a:rPr lang="en" altLang="zh-CN" sz="2800" dirty="0">
                    <a:latin typeface="Aptos Display" panose="020B0004020202020204" pitchFamily="34" charset="0"/>
                  </a:rPr>
                  <a:t>  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Query the current minimum.</a:t>
                </a:r>
              </a:p>
              <a:p>
                <a:pPr>
                  <a:buNone/>
                </a:pPr>
                <a:r>
                  <a:rPr lang="en" altLang="zh-CN" sz="2800" dirty="0">
                    <a:latin typeface="Aptos Display" panose="020B0004020202020204" pitchFamily="34" charset="0"/>
                  </a:rPr>
                  <a:t>3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:</a:t>
                </a:r>
                <a:r>
                  <a:rPr lang="en" altLang="zh-CN" sz="2800" dirty="0">
                    <a:latin typeface="Aptos Display" panose="020B0004020202020204" pitchFamily="34" charset="0"/>
                  </a:rPr>
                  <a:t>  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Delet the current minimum.</a:t>
                </a:r>
              </a:p>
              <a:p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r>
                  <a:rPr lang="en" altLang="en-US" sz="2800" dirty="0">
                    <a:latin typeface="Aptos Display" panose="020B0004020202020204" pitchFamily="34" charset="0"/>
                  </a:rPr>
                  <a:t>OUTPUT</a:t>
                </a:r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" altLang="en-US" sz="2800" dirty="0">
                    <a:latin typeface="Aptos Display" panose="020B0004020202020204" pitchFamily="34" charset="0"/>
                  </a:rPr>
                  <a:t>For each query for the minimum, output one line containing only one number, which is the current minimum.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1" y="1333710"/>
                <a:ext cx="10657259" cy="5282749"/>
              </a:xfrm>
              <a:blipFill>
                <a:blip r:embed="rId2"/>
                <a:stretch>
                  <a:fillRect l="-1487" t="-1617" b="-24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75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Sample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F7E407-084A-9347-8FD2-B8BF5B7D1FE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280160" y="1571625"/>
            <a:ext cx="4853940" cy="4857750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" altLang="en-US" dirty="0">
                <a:latin typeface="Aptos Display" panose="020B0004020202020204" pitchFamily="34" charset="0"/>
              </a:rPr>
              <a:t>INPUT: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9 </a:t>
            </a:r>
            <a:r>
              <a:rPr lang="en" altLang="zh-CN" dirty="0">
                <a:latin typeface="Aptos Display" panose="020B0004020202020204" pitchFamily="34" charset="0"/>
              </a:rPr>
              <a:t>----- 9 </a:t>
            </a:r>
            <a:r>
              <a:rPr lang="en" altLang="en-US" dirty="0">
                <a:latin typeface="Aptos Display" panose="020B0004020202020204" pitchFamily="34" charset="0"/>
              </a:rPr>
              <a:t>operations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1 20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2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1 30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1 10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2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3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2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3</a:t>
            </a:r>
          </a:p>
          <a:p>
            <a:pPr eaLnBrk="1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8B8C27-2055-3646-9F2C-0FA51E04FF2A}"/>
              </a:ext>
            </a:extLst>
          </p:cNvPr>
          <p:cNvSpPr txBox="1">
            <a:spLocks noChangeArrowheads="1"/>
          </p:cNvSpPr>
          <p:nvPr/>
        </p:nvSpPr>
        <p:spPr>
          <a:xfrm>
            <a:off x="6498908" y="1571625"/>
            <a:ext cx="2571750" cy="45259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" altLang="en-US" dirty="0">
                <a:latin typeface="Aptos Display" panose="020B0004020202020204" pitchFamily="34" charset="0"/>
              </a:rPr>
              <a:t>OUTPUT:</a:t>
            </a:r>
            <a:endParaRPr lang="en-US" altLang="zh-CN" dirty="0"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20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10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20</a:t>
            </a:r>
          </a:p>
          <a:p>
            <a: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" altLang="zh-CN" dirty="0">
                <a:latin typeface="Consolas" panose="020B0609020204030204" pitchFamily="49" charset="0"/>
              </a:rPr>
              <a:t>30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zh-C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24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51737AAD-5A06-DE44-962F-9EEB26EE6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Using linear lists as the data structure</a:t>
            </a:r>
            <a:endParaRPr lang="zh-CN" altLang="zh-CN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3907" name="Rectangle 3">
                <a:extLst>
                  <a:ext uri="{FF2B5EF4-FFF2-40B4-BE49-F238E27FC236}">
                    <a16:creationId xmlns:a16="http://schemas.microsoft.com/office/drawing/2014/main" id="{7B367025-C0A3-854F-B961-35C657B61E9C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eaLnBrk="1" hangingPunct="1"/>
                <a:r>
                  <a:rPr lang="en" altLang="en-US" sz="3200" dirty="0">
                    <a:latin typeface="Aptos Display" panose="020B0004020202020204" pitchFamily="34" charset="0"/>
                  </a:rPr>
                  <a:t>Unordered list:</a:t>
                </a:r>
                <a:endParaRPr lang="en-US" altLang="zh-CN" sz="3200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sz="2800" dirty="0">
                    <a:latin typeface="Aptos Display" panose="020B0004020202020204" pitchFamily="34" charset="0"/>
                  </a:rPr>
                  <a:t>Insertion operation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2800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sz="2800" dirty="0">
                    <a:latin typeface="Aptos Display" panose="020B0004020202020204" pitchFamily="34" charset="0"/>
                  </a:rPr>
                  <a:t>Query minimum value</a:t>
                </a:r>
                <a:r>
                  <a:rPr lang="en" altLang="zh-CN" sz="2800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zh-CN" altLang="en-US" sz="2800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sz="2800" dirty="0">
                    <a:latin typeface="Aptos Display" panose="020B0004020202020204" pitchFamily="34" charset="0"/>
                  </a:rPr>
                  <a:t>Delete minimum value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pPr eaLnBrk="1" hangingPunct="1"/>
                <a:endParaRPr lang="en-US" altLang="zh-CN" sz="3200" dirty="0">
                  <a:latin typeface="Aptos Display" panose="020B0004020202020204" pitchFamily="34" charset="0"/>
                </a:endParaRPr>
              </a:p>
              <a:p>
                <a:pPr eaLnBrk="1" hangingPunct="1"/>
                <a:r>
                  <a:rPr lang="en" altLang="en-US" sz="3200" dirty="0">
                    <a:latin typeface="Aptos Display" panose="020B0004020202020204" pitchFamily="34" charset="0"/>
                  </a:rPr>
                  <a:t>Ordered list:</a:t>
                </a:r>
              </a:p>
              <a:p>
                <a:pPr lvl="1"/>
                <a:r>
                  <a:rPr lang="en" altLang="en-US" sz="2800" dirty="0">
                    <a:latin typeface="Aptos Display" panose="020B0004020202020204" pitchFamily="34" charset="0"/>
                  </a:rPr>
                  <a:t>Insertion operation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zh-CN" altLang="en-US" sz="2800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sz="2800" dirty="0">
                    <a:latin typeface="Aptos Display" panose="020B0004020202020204" pitchFamily="34" charset="0"/>
                  </a:rPr>
                  <a:t>Query minimum value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2800" dirty="0">
                  <a:latin typeface="Aptos Display" panose="020B0004020202020204" pitchFamily="34" charset="0"/>
                </a:endParaRPr>
              </a:p>
              <a:p>
                <a:pPr lvl="1"/>
                <a:r>
                  <a:rPr lang="en" altLang="en-US" sz="2800" dirty="0">
                    <a:latin typeface="Aptos Display" panose="020B0004020202020204" pitchFamily="34" charset="0"/>
                  </a:rPr>
                  <a:t>Delete minimum value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zh-CN" altLang="en-US" sz="2800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123907" name="Rectangle 3">
                <a:extLst>
                  <a:ext uri="{FF2B5EF4-FFF2-40B4-BE49-F238E27FC236}">
                    <a16:creationId xmlns:a16="http://schemas.microsoft.com/office/drawing/2014/main" id="{7B367025-C0A3-854F-B961-35C657B61E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5" t="-28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3908" name="Picture 5" descr="j0286034">
            <a:extLst>
              <a:ext uri="{FF2B5EF4-FFF2-40B4-BE49-F238E27FC236}">
                <a16:creationId xmlns:a16="http://schemas.microsoft.com/office/drawing/2014/main" id="{14F7322D-F668-4144-A502-5FD505513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3" y="2276476"/>
            <a:ext cx="576262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52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Binary heaps (priority queues)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 lnSpcReduction="10000"/>
              </a:bodyPr>
              <a:lstStyle/>
              <a:p>
                <a:r>
                  <a:rPr lang="en" altLang="en-US" sz="2800" dirty="0">
                    <a:latin typeface="Aptos Display" panose="020B0004020202020204" pitchFamily="34" charset="0"/>
                  </a:rPr>
                  <a:t>DEFINITION</a:t>
                </a:r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" altLang="en-US" sz="2800" dirty="0">
                    <a:latin typeface="Aptos Display" panose="020B0004020202020204" pitchFamily="34" charset="0"/>
                  </a:rPr>
                  <a:t>A Heap is a complete binary tree in which the weight of each non-leaf node is no greater than (or no less than) the weights of its left and right children. We call such a heap a min-heap (or max-heap).</a:t>
                </a:r>
                <a:r>
                  <a:rPr lang="en" altLang="zh-CN" sz="2800" dirty="0">
                    <a:latin typeface="Aptos Display" panose="020B0004020202020204" pitchFamily="34" charset="0"/>
                  </a:rPr>
                  <a:t> </a:t>
                </a:r>
                <a:endParaRPr lang="zh-CN" altLang="en-US" sz="2800" dirty="0">
                  <a:latin typeface="Aptos Display" panose="020B0004020202020204" pitchFamily="34" charset="0"/>
                </a:endParaRPr>
              </a:p>
              <a:p>
                <a:r>
                  <a:rPr lang="en-AU" altLang="en-US" sz="2800" dirty="0">
                    <a:latin typeface="Aptos Display" panose="020B0004020202020204" pitchFamily="34" charset="0"/>
                  </a:rPr>
                  <a:t>Characteristics</a:t>
                </a:r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" altLang="en-US" sz="2800" dirty="0">
                    <a:latin typeface="Aptos Display" panose="020B0004020202020204" pitchFamily="34" charset="0"/>
                  </a:rPr>
                  <a:t>A sequence of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" altLang="en-US" sz="2800" dirty="0">
                    <a:latin typeface="Aptos Display" panose="020B0004020202020204" pitchFamily="34" charset="0"/>
                  </a:rPr>
                  <a:t> elements 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" altLang="en-US" sz="2800" dirty="0">
                    <a:latin typeface="Aptos Display" panose="020B0004020202020204" pitchFamily="34" charset="0"/>
                  </a:rPr>
                  <a:t>, iff it satisfies the following:</a:t>
                </a:r>
              </a:p>
              <a:p>
                <a:pPr>
                  <a:buNone/>
                </a:pPr>
                <a:r>
                  <a:rPr lang="en" altLang="en-US" sz="2800" dirty="0">
                    <a:latin typeface="Aptos Display" panose="020B00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zh-CN" sz="2800" dirty="0">
                    <a:latin typeface="Aptos Display" panose="020B0004020202020204" pitchFamily="34" charset="0"/>
                  </a:rPr>
                  <a:t>  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and</a:t>
                </a:r>
                <a:r>
                  <a:rPr lang="en" altLang="zh-CN" sz="2800" dirty="0">
                    <a:latin typeface="Aptos Display" panose="020B00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altLang="zh-CN" sz="2800" dirty="0">
                    <a:latin typeface="Aptos Display" panose="020B0004020202020204" pitchFamily="34" charset="0"/>
                  </a:rPr>
                  <a:t>  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or</a:t>
                </a:r>
              </a:p>
              <a:p>
                <a:pPr>
                  <a:buNone/>
                </a:pPr>
                <a:r>
                  <a:rPr lang="en" altLang="zh-CN" sz="2800" dirty="0">
                    <a:latin typeface="Aptos Display" panose="020B0004020202020204" pitchFamily="34" charset="0"/>
                  </a:rPr>
                  <a:t>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altLang="zh-CN" sz="2800" dirty="0">
                    <a:latin typeface="Aptos Display" panose="020B0004020202020204" pitchFamily="34" charset="0"/>
                  </a:rPr>
                  <a:t>  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and</a:t>
                </a:r>
                <a:r>
                  <a:rPr lang="en" altLang="zh-CN" sz="2800" dirty="0">
                    <a:latin typeface="Aptos Display" panose="020B00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2∗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r>
                  <a:rPr lang="en" altLang="en-US" sz="2800" dirty="0">
                    <a:latin typeface="Aptos Display" panose="020B0004020202020204" pitchFamily="34" charset="0"/>
                  </a:rPr>
                  <a:t>A binary heap is definitely a complete binary tree.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529" t="-346" b="-17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0846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en-US" cap="none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INSERTING NODE X INTO THE HEAP</a:t>
            </a:r>
            <a:endParaRPr lang="zh-CN" altLang="en-US" cap="none" dirty="0">
              <a:solidFill>
                <a:schemeClr val="bg1"/>
              </a:solidFill>
              <a:latin typeface="Aptos Display" panose="020B0004020202020204" pitchFamily="34" charset="0"/>
              <a:ea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</p:spPr>
            <p:txBody>
              <a:bodyPr anchor="ctr" anchorCtr="0">
                <a:normAutofit/>
              </a:bodyPr>
              <a:lstStyle/>
              <a:p>
                <a:r>
                  <a:rPr lang="en" altLang="en-US" sz="2800" dirty="0">
                    <a:latin typeface="Aptos Display" panose="020B0004020202020204" pitchFamily="34" charset="0"/>
                  </a:rPr>
                  <a:t>Definng a heap</a:t>
                </a:r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" altLang="zh-CN" sz="2800" dirty="0">
                    <a:latin typeface="Consolas" panose="020B0609020204030204" pitchFamily="49" charset="0"/>
                  </a:rPr>
                  <a:t>int h[MAXN], n;</a:t>
                </a:r>
              </a:p>
              <a:p>
                <a:pPr marL="0" indent="0">
                  <a:buNone/>
                </a:pPr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r>
                  <a:rPr lang="en" altLang="en-US" sz="2800" dirty="0">
                    <a:latin typeface="Aptos Display" panose="020B0004020202020204" pitchFamily="34" charset="0"/>
                  </a:rPr>
                  <a:t>Insertion</a:t>
                </a:r>
                <a:endParaRPr lang="en-US" altLang="zh-CN" sz="2800" dirty="0">
                  <a:latin typeface="Aptos Display" panose="020B0004020202020204" pitchFamily="34" charset="0"/>
                </a:endParaRPr>
              </a:p>
              <a:p>
                <a:pPr marL="0" indent="0">
                  <a:buNone/>
                </a:pPr>
                <a:r>
                  <a:rPr lang="en" altLang="en-US" sz="2800" dirty="0">
                    <a:latin typeface="Aptos Display" panose="020B0004020202020204" pitchFamily="34" charset="0"/>
                  </a:rPr>
                  <a:t>First, insert the elements</a:t>
                </a:r>
                <a:r>
                  <a:rPr lang="en" altLang="zh-CN" sz="2800" dirty="0">
                    <a:latin typeface="Aptos Display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" altLang="zh-CN" sz="2800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in the last position of the heap (i.e., the rightmost position at the bottom layer), and then repeatedly swap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" altLang="zh-CN" sz="2800" dirty="0">
                    <a:latin typeface="Aptos Display" panose="020B0004020202020204" pitchFamily="34" charset="0"/>
                  </a:rPr>
                  <a:t> up the tree untill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" altLang="zh-CN" sz="2800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can't be swapped anymore (i.e., greater than its current parent, or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" altLang="zh-CN" sz="2800" dirty="0">
                    <a:latin typeface="Aptos Display" panose="020B0004020202020204" pitchFamily="34" charset="0"/>
                  </a:rPr>
                  <a:t> </a:t>
                </a:r>
                <a:r>
                  <a:rPr lang="en" altLang="en-US" sz="2800" dirty="0">
                    <a:latin typeface="Aptos Display" panose="020B0004020202020204" pitchFamily="34" charset="0"/>
                  </a:rPr>
                  <a:t>is already the root node).</a:t>
                </a:r>
                <a:r>
                  <a:rPr lang="en" altLang="en-US" sz="2800" b="1" dirty="0">
                    <a:latin typeface="Aptos Display" panose="020B0004020202020204" pitchFamily="34" charset="0"/>
                  </a:rPr>
                  <a:t> </a:t>
                </a:r>
                <a:endParaRPr lang="zh-CN" altLang="en-US" sz="2800" dirty="0">
                  <a:latin typeface="Aptos Display" panose="020B0004020202020204" pitchFamily="34" charset="0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4B6489-5513-4724-81F7-F874B8C60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8612" y="1486110"/>
                <a:ext cx="10368800" cy="5282749"/>
              </a:xfrm>
              <a:blipFill>
                <a:blip r:embed="rId2"/>
                <a:stretch>
                  <a:fillRect l="-1529" r="-2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902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978" name="Group 4">
            <a:extLst>
              <a:ext uri="{FF2B5EF4-FFF2-40B4-BE49-F238E27FC236}">
                <a16:creationId xmlns:a16="http://schemas.microsoft.com/office/drawing/2014/main" id="{BBBC7418-3BBE-0F4B-94B1-97B5FDE0230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79652" y="260350"/>
            <a:ext cx="8083608" cy="6523038"/>
            <a:chOff x="1830" y="3794"/>
            <a:chExt cx="8451" cy="6240"/>
          </a:xfrm>
        </p:grpSpPr>
        <p:sp>
          <p:nvSpPr>
            <p:cNvPr id="126979" name="AutoShape 5">
              <a:extLst>
                <a:ext uri="{FF2B5EF4-FFF2-40B4-BE49-F238E27FC236}">
                  <a16:creationId xmlns:a16="http://schemas.microsoft.com/office/drawing/2014/main" id="{8FCAD6EF-CD44-7E40-AB7F-E1B96D22A3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30" y="3794"/>
              <a:ext cx="8280" cy="624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0" name="Oval 6">
              <a:extLst>
                <a:ext uri="{FF2B5EF4-FFF2-40B4-BE49-F238E27FC236}">
                  <a16:creationId xmlns:a16="http://schemas.microsoft.com/office/drawing/2014/main" id="{48E8CA17-45A9-D84B-ADD8-85A5FE6E2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0" y="3950"/>
              <a:ext cx="540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1" name="Text Box 7">
              <a:extLst>
                <a:ext uri="{FF2B5EF4-FFF2-40B4-BE49-F238E27FC236}">
                  <a16:creationId xmlns:a16="http://schemas.microsoft.com/office/drawing/2014/main" id="{D890CB3E-17B7-AF43-819A-4500A47020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3950"/>
              <a:ext cx="719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2" name="Oval 8">
              <a:extLst>
                <a:ext uri="{FF2B5EF4-FFF2-40B4-BE49-F238E27FC236}">
                  <a16:creationId xmlns:a16="http://schemas.microsoft.com/office/drawing/2014/main" id="{4AB5D17D-57AE-EE4F-9590-93A413D8E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4574"/>
              <a:ext cx="539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3" name="Text Box 9">
              <a:extLst>
                <a:ext uri="{FF2B5EF4-FFF2-40B4-BE49-F238E27FC236}">
                  <a16:creationId xmlns:a16="http://schemas.microsoft.com/office/drawing/2014/main" id="{3DCD2F63-F0E3-2C45-AB47-47A20C8DDA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0" y="4574"/>
              <a:ext cx="717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4" name="Oval 10">
              <a:extLst>
                <a:ext uri="{FF2B5EF4-FFF2-40B4-BE49-F238E27FC236}">
                  <a16:creationId xmlns:a16="http://schemas.microsoft.com/office/drawing/2014/main" id="{4B755A75-7917-FC46-B0B8-5DA2E3FE0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4574"/>
              <a:ext cx="541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5" name="Text Box 11">
              <a:extLst>
                <a:ext uri="{FF2B5EF4-FFF2-40B4-BE49-F238E27FC236}">
                  <a16:creationId xmlns:a16="http://schemas.microsoft.com/office/drawing/2014/main" id="{2EAB0AD9-7592-664D-A920-FE5552063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0" y="4574"/>
              <a:ext cx="71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6" name="Oval 12">
              <a:extLst>
                <a:ext uri="{FF2B5EF4-FFF2-40B4-BE49-F238E27FC236}">
                  <a16:creationId xmlns:a16="http://schemas.microsoft.com/office/drawing/2014/main" id="{1B7B8EE1-1ED7-224F-8810-159943DDE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" y="5353"/>
              <a:ext cx="539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7" name="Text Box 13">
              <a:extLst>
                <a:ext uri="{FF2B5EF4-FFF2-40B4-BE49-F238E27FC236}">
                  <a16:creationId xmlns:a16="http://schemas.microsoft.com/office/drawing/2014/main" id="{31407134-15BF-B142-AE5B-F95B5A13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1" y="5353"/>
              <a:ext cx="717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4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8" name="Oval 14">
              <a:extLst>
                <a:ext uri="{FF2B5EF4-FFF2-40B4-BE49-F238E27FC236}">
                  <a16:creationId xmlns:a16="http://schemas.microsoft.com/office/drawing/2014/main" id="{B82B0C94-062A-CD4E-9E19-084901E72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0" y="5353"/>
              <a:ext cx="540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89" name="Text Box 15">
              <a:extLst>
                <a:ext uri="{FF2B5EF4-FFF2-40B4-BE49-F238E27FC236}">
                  <a16:creationId xmlns:a16="http://schemas.microsoft.com/office/drawing/2014/main" id="{38054412-26BF-6949-AFAE-13323A8B5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0" y="5353"/>
              <a:ext cx="72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0" name="Oval 16">
              <a:extLst>
                <a:ext uri="{FF2B5EF4-FFF2-40B4-BE49-F238E27FC236}">
                  <a16:creationId xmlns:a16="http://schemas.microsoft.com/office/drawing/2014/main" id="{D4619AF6-3385-944F-AC0E-98ABE3CB0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" y="5353"/>
              <a:ext cx="540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1" name="Text Box 17">
              <a:extLst>
                <a:ext uri="{FF2B5EF4-FFF2-40B4-BE49-F238E27FC236}">
                  <a16:creationId xmlns:a16="http://schemas.microsoft.com/office/drawing/2014/main" id="{A512F9CE-BF41-C64F-8429-CCE9E40FC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0" y="5353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7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2" name="Oval 18">
              <a:extLst>
                <a:ext uri="{FF2B5EF4-FFF2-40B4-BE49-F238E27FC236}">
                  <a16:creationId xmlns:a16="http://schemas.microsoft.com/office/drawing/2014/main" id="{29396CD1-3393-8B4F-9219-1B64EDF20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5353"/>
              <a:ext cx="540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3" name="Text Box 19">
              <a:extLst>
                <a:ext uri="{FF2B5EF4-FFF2-40B4-BE49-F238E27FC236}">
                  <a16:creationId xmlns:a16="http://schemas.microsoft.com/office/drawing/2014/main" id="{768A5CC8-724C-204F-BD08-5129BB017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0" y="5353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8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4" name="Oval 20">
              <a:extLst>
                <a:ext uri="{FF2B5EF4-FFF2-40B4-BE49-F238E27FC236}">
                  <a16:creationId xmlns:a16="http://schemas.microsoft.com/office/drawing/2014/main" id="{F78BF513-7270-094F-8BE8-AE18AECC4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1" y="6134"/>
              <a:ext cx="539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5" name="Text Box 21">
              <a:extLst>
                <a:ext uri="{FF2B5EF4-FFF2-40B4-BE49-F238E27FC236}">
                  <a16:creationId xmlns:a16="http://schemas.microsoft.com/office/drawing/2014/main" id="{1BD849F7-3AFA-A940-8AC4-BE3B09E45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" y="6134"/>
              <a:ext cx="718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6" name="Oval 22">
              <a:extLst>
                <a:ext uri="{FF2B5EF4-FFF2-40B4-BE49-F238E27FC236}">
                  <a16:creationId xmlns:a16="http://schemas.microsoft.com/office/drawing/2014/main" id="{8CCF5FA2-54FD-234C-9CEB-AD1BDB79E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0" y="6134"/>
              <a:ext cx="540" cy="46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7" name="Line 23">
              <a:extLst>
                <a:ext uri="{FF2B5EF4-FFF2-40B4-BE49-F238E27FC236}">
                  <a16:creationId xmlns:a16="http://schemas.microsoft.com/office/drawing/2014/main" id="{571BDFC8-B3B2-6442-B706-A17A2B4C00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0" y="4417"/>
              <a:ext cx="540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8" name="Line 24">
              <a:extLst>
                <a:ext uri="{FF2B5EF4-FFF2-40B4-BE49-F238E27FC236}">
                  <a16:creationId xmlns:a16="http://schemas.microsoft.com/office/drawing/2014/main" id="{0D8DCE0C-9223-A949-A99F-CFCE11617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0" y="4417"/>
              <a:ext cx="540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6999" name="Line 25">
              <a:extLst>
                <a:ext uri="{FF2B5EF4-FFF2-40B4-BE49-F238E27FC236}">
                  <a16:creationId xmlns:a16="http://schemas.microsoft.com/office/drawing/2014/main" id="{8345BAB2-315A-A94D-8DB4-4696B4A389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0" y="5042"/>
              <a:ext cx="18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0" name="Line 26">
              <a:extLst>
                <a:ext uri="{FF2B5EF4-FFF2-40B4-BE49-F238E27FC236}">
                  <a16:creationId xmlns:a16="http://schemas.microsoft.com/office/drawing/2014/main" id="{638BD3B2-6973-1149-82B3-40B0DB2D82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0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1" name="Line 27">
              <a:extLst>
                <a:ext uri="{FF2B5EF4-FFF2-40B4-BE49-F238E27FC236}">
                  <a16:creationId xmlns:a16="http://schemas.microsoft.com/office/drawing/2014/main" id="{83CE0DC9-7161-6444-B529-88C9B4AB0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10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2" name="Line 28">
              <a:extLst>
                <a:ext uri="{FF2B5EF4-FFF2-40B4-BE49-F238E27FC236}">
                  <a16:creationId xmlns:a16="http://schemas.microsoft.com/office/drawing/2014/main" id="{D5D7DF20-423F-B148-81AA-81B153328D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0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3" name="Line 29">
              <a:extLst>
                <a:ext uri="{FF2B5EF4-FFF2-40B4-BE49-F238E27FC236}">
                  <a16:creationId xmlns:a16="http://schemas.microsoft.com/office/drawing/2014/main" id="{47F8EA9E-6758-F041-B1D9-BCFE6AF0F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1" y="5822"/>
              <a:ext cx="179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4" name="Line 30">
              <a:extLst>
                <a:ext uri="{FF2B5EF4-FFF2-40B4-BE49-F238E27FC236}">
                  <a16:creationId xmlns:a16="http://schemas.microsoft.com/office/drawing/2014/main" id="{2D582FD8-E1CB-634D-BDBB-80FDD372F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0" y="5822"/>
              <a:ext cx="180" cy="3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5" name="Oval 31">
              <a:extLst>
                <a:ext uri="{FF2B5EF4-FFF2-40B4-BE49-F238E27FC236}">
                  <a16:creationId xmlns:a16="http://schemas.microsoft.com/office/drawing/2014/main" id="{72F639A5-324F-7347-9A6D-1A7B60820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0" y="3950"/>
              <a:ext cx="541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6" name="Text Box 32">
              <a:extLst>
                <a:ext uri="{FF2B5EF4-FFF2-40B4-BE49-F238E27FC236}">
                  <a16:creationId xmlns:a16="http://schemas.microsoft.com/office/drawing/2014/main" id="{98C35A16-C2AE-2840-98A6-ACC5743EBA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0" y="3950"/>
              <a:ext cx="720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7" name="Oval 33">
              <a:extLst>
                <a:ext uri="{FF2B5EF4-FFF2-40B4-BE49-F238E27FC236}">
                  <a16:creationId xmlns:a16="http://schemas.microsoft.com/office/drawing/2014/main" id="{40F2378D-22A5-3342-AA8D-9D6CCB6E1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0" y="4574"/>
              <a:ext cx="54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8" name="Text Box 34">
              <a:extLst>
                <a:ext uri="{FF2B5EF4-FFF2-40B4-BE49-F238E27FC236}">
                  <a16:creationId xmlns:a16="http://schemas.microsoft.com/office/drawing/2014/main" id="{D638599B-C0E6-4949-867F-4CE071A39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0" y="4574"/>
              <a:ext cx="71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09" name="Oval 35">
              <a:extLst>
                <a:ext uri="{FF2B5EF4-FFF2-40B4-BE49-F238E27FC236}">
                  <a16:creationId xmlns:a16="http://schemas.microsoft.com/office/drawing/2014/main" id="{A1FF211C-73A8-224A-BF42-DAAD87F1F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13" y="4574"/>
              <a:ext cx="539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0" name="Text Box 36">
              <a:extLst>
                <a:ext uri="{FF2B5EF4-FFF2-40B4-BE49-F238E27FC236}">
                  <a16:creationId xmlns:a16="http://schemas.microsoft.com/office/drawing/2014/main" id="{EF5B99DA-E317-F64A-B81E-298687348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3" y="4574"/>
              <a:ext cx="716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1" name="Oval 37">
              <a:extLst>
                <a:ext uri="{FF2B5EF4-FFF2-40B4-BE49-F238E27FC236}">
                  <a16:creationId xmlns:a16="http://schemas.microsoft.com/office/drawing/2014/main" id="{8E4A6165-7044-A043-A1B8-464D8692D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1" y="5353"/>
              <a:ext cx="539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2" name="Text Box 38">
              <a:extLst>
                <a:ext uri="{FF2B5EF4-FFF2-40B4-BE49-F238E27FC236}">
                  <a16:creationId xmlns:a16="http://schemas.microsoft.com/office/drawing/2014/main" id="{7DAC742E-3BF9-7F4F-BD5B-4C1273989C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1" y="5353"/>
              <a:ext cx="720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3" name="Oval 39">
              <a:extLst>
                <a:ext uri="{FF2B5EF4-FFF2-40B4-BE49-F238E27FC236}">
                  <a16:creationId xmlns:a16="http://schemas.microsoft.com/office/drawing/2014/main" id="{856CA0CA-89D2-9045-B866-A9F2DB1B3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1" y="5353"/>
              <a:ext cx="540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4" name="Text Box 40">
              <a:extLst>
                <a:ext uri="{FF2B5EF4-FFF2-40B4-BE49-F238E27FC236}">
                  <a16:creationId xmlns:a16="http://schemas.microsoft.com/office/drawing/2014/main" id="{A1C03C4A-1479-EE49-92E8-EED00792F3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1" y="5353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7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5" name="Oval 41">
              <a:extLst>
                <a:ext uri="{FF2B5EF4-FFF2-40B4-BE49-F238E27FC236}">
                  <a16:creationId xmlns:a16="http://schemas.microsoft.com/office/drawing/2014/main" id="{0368E6E9-E14A-AF4D-9F3B-435C2802F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1" y="5353"/>
              <a:ext cx="540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6" name="Text Box 42">
              <a:extLst>
                <a:ext uri="{FF2B5EF4-FFF2-40B4-BE49-F238E27FC236}">
                  <a16:creationId xmlns:a16="http://schemas.microsoft.com/office/drawing/2014/main" id="{87AAFAD3-A668-A14C-A9BF-941A66336D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1" y="5353"/>
              <a:ext cx="717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8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7" name="Oval 43">
              <a:extLst>
                <a:ext uri="{FF2B5EF4-FFF2-40B4-BE49-F238E27FC236}">
                  <a16:creationId xmlns:a16="http://schemas.microsoft.com/office/drawing/2014/main" id="{CC16B818-A11E-784F-866B-AD486524A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72" y="6133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8" name="Text Box 44">
              <a:extLst>
                <a:ext uri="{FF2B5EF4-FFF2-40B4-BE49-F238E27FC236}">
                  <a16:creationId xmlns:a16="http://schemas.microsoft.com/office/drawing/2014/main" id="{0E674829-BDBC-0947-99B4-05A782DF67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2" y="6133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19" name="Line 45">
              <a:extLst>
                <a:ext uri="{FF2B5EF4-FFF2-40B4-BE49-F238E27FC236}">
                  <a16:creationId xmlns:a16="http://schemas.microsoft.com/office/drawing/2014/main" id="{C4B9F803-EFB3-ED43-8618-EB178C6CDD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32" y="4417"/>
              <a:ext cx="539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0" name="Line 46">
              <a:extLst>
                <a:ext uri="{FF2B5EF4-FFF2-40B4-BE49-F238E27FC236}">
                  <a16:creationId xmlns:a16="http://schemas.microsoft.com/office/drawing/2014/main" id="{437C3AAD-0665-E549-BFBF-5EEC60DE7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51" y="4417"/>
              <a:ext cx="540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1" name="Line 47">
              <a:extLst>
                <a:ext uri="{FF2B5EF4-FFF2-40B4-BE49-F238E27FC236}">
                  <a16:creationId xmlns:a16="http://schemas.microsoft.com/office/drawing/2014/main" id="{7271E6D2-52EF-8D45-B0D0-0CE0411BBE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1" y="5042"/>
              <a:ext cx="181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2" name="Line 48">
              <a:extLst>
                <a:ext uri="{FF2B5EF4-FFF2-40B4-BE49-F238E27FC236}">
                  <a16:creationId xmlns:a16="http://schemas.microsoft.com/office/drawing/2014/main" id="{D0D7CC38-056D-3F4B-9CB8-6C300642A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31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3" name="Line 49">
              <a:extLst>
                <a:ext uri="{FF2B5EF4-FFF2-40B4-BE49-F238E27FC236}">
                  <a16:creationId xmlns:a16="http://schemas.microsoft.com/office/drawing/2014/main" id="{4E955AEA-743C-AC42-BC66-E4846845A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71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4" name="Line 50">
              <a:extLst>
                <a:ext uri="{FF2B5EF4-FFF2-40B4-BE49-F238E27FC236}">
                  <a16:creationId xmlns:a16="http://schemas.microsoft.com/office/drawing/2014/main" id="{5F5A9F1C-FADB-8843-B76B-DB2F33A95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91" y="5042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5" name="Line 51">
              <a:extLst>
                <a:ext uri="{FF2B5EF4-FFF2-40B4-BE49-F238E27FC236}">
                  <a16:creationId xmlns:a16="http://schemas.microsoft.com/office/drawing/2014/main" id="{1735D8FD-3947-214D-A2BE-C38677535B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32" y="5822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6" name="Line 52">
              <a:extLst>
                <a:ext uri="{FF2B5EF4-FFF2-40B4-BE49-F238E27FC236}">
                  <a16:creationId xmlns:a16="http://schemas.microsoft.com/office/drawing/2014/main" id="{0E58A10C-1B50-6947-86DE-3F4748BB00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1" y="5822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7" name="Oval 53">
              <a:extLst>
                <a:ext uri="{FF2B5EF4-FFF2-40B4-BE49-F238E27FC236}">
                  <a16:creationId xmlns:a16="http://schemas.microsoft.com/office/drawing/2014/main" id="{63CA78D5-0E62-D242-A89B-DB1D57ABA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0" y="6134"/>
              <a:ext cx="538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8" name="Text Box 54">
              <a:extLst>
                <a:ext uri="{FF2B5EF4-FFF2-40B4-BE49-F238E27FC236}">
                  <a16:creationId xmlns:a16="http://schemas.microsoft.com/office/drawing/2014/main" id="{85C3FBA5-4D83-6740-81E9-2B29F80ABE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0" y="6134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4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29" name="Text Box 55">
              <a:extLst>
                <a:ext uri="{FF2B5EF4-FFF2-40B4-BE49-F238E27FC236}">
                  <a16:creationId xmlns:a16="http://schemas.microsoft.com/office/drawing/2014/main" id="{F4158FA2-050F-7745-AEB4-DF57B170A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6602"/>
              <a:ext cx="3636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(1) </a:t>
              </a:r>
              <a:r>
                <a:rPr lang="en" altLang="en-US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Insert the new node at the end</a:t>
              </a:r>
              <a:endParaRPr lang="zh-CN" altLang="en-US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0" name="Text Box 56">
              <a:extLst>
                <a:ext uri="{FF2B5EF4-FFF2-40B4-BE49-F238E27FC236}">
                  <a16:creationId xmlns:a16="http://schemas.microsoft.com/office/drawing/2014/main" id="{E1765261-0717-8844-B58B-C6884BEAB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08" y="6592"/>
              <a:ext cx="4573" cy="3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(2) </a:t>
              </a:r>
              <a:r>
                <a:rPr lang="en" altLang="en-US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Swap the new node with its parent node.</a:t>
              </a:r>
              <a:endParaRPr lang="zh-CN" altLang="en-US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1" name="Oval 57">
              <a:extLst>
                <a:ext uri="{FF2B5EF4-FFF2-40B4-BE49-F238E27FC236}">
                  <a16:creationId xmlns:a16="http://schemas.microsoft.com/office/drawing/2014/main" id="{C1EC34FA-1552-0248-8644-444232A80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0" y="6913"/>
              <a:ext cx="541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2" name="Text Box 58">
              <a:extLst>
                <a:ext uri="{FF2B5EF4-FFF2-40B4-BE49-F238E27FC236}">
                  <a16:creationId xmlns:a16="http://schemas.microsoft.com/office/drawing/2014/main" id="{6E45D9F0-2A2A-BF4C-90A6-2727512D2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0" y="6913"/>
              <a:ext cx="719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3" name="Oval 59">
              <a:extLst>
                <a:ext uri="{FF2B5EF4-FFF2-40B4-BE49-F238E27FC236}">
                  <a16:creationId xmlns:a16="http://schemas.microsoft.com/office/drawing/2014/main" id="{51270F55-05AA-D544-A787-C13675436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3" y="7538"/>
              <a:ext cx="539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4" name="Text Box 60">
              <a:extLst>
                <a:ext uri="{FF2B5EF4-FFF2-40B4-BE49-F238E27FC236}">
                  <a16:creationId xmlns:a16="http://schemas.microsoft.com/office/drawing/2014/main" id="{A40E2C9F-4D1C-3A4E-A118-092928F32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3" y="7538"/>
              <a:ext cx="716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5" name="Oval 61">
              <a:extLst>
                <a:ext uri="{FF2B5EF4-FFF2-40B4-BE49-F238E27FC236}">
                  <a16:creationId xmlns:a16="http://schemas.microsoft.com/office/drawing/2014/main" id="{B73D1EA5-F4DB-C740-BB60-09A35F672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8316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6" name="Text Box 62">
              <a:extLst>
                <a:ext uri="{FF2B5EF4-FFF2-40B4-BE49-F238E27FC236}">
                  <a16:creationId xmlns:a16="http://schemas.microsoft.com/office/drawing/2014/main" id="{3E81364F-1AD1-B440-B435-C4F132CC8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1" y="8316"/>
              <a:ext cx="720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7" name="Oval 63">
              <a:extLst>
                <a:ext uri="{FF2B5EF4-FFF2-40B4-BE49-F238E27FC236}">
                  <a16:creationId xmlns:a16="http://schemas.microsoft.com/office/drawing/2014/main" id="{9438732C-A1CE-E546-A89B-48293FA73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" y="8316"/>
              <a:ext cx="5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8" name="Text Box 64">
              <a:extLst>
                <a:ext uri="{FF2B5EF4-FFF2-40B4-BE49-F238E27FC236}">
                  <a16:creationId xmlns:a16="http://schemas.microsoft.com/office/drawing/2014/main" id="{74600C92-5DAA-C844-BE9D-9F8754292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" y="8316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7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39" name="Oval 65">
              <a:extLst>
                <a:ext uri="{FF2B5EF4-FFF2-40B4-BE49-F238E27FC236}">
                  <a16:creationId xmlns:a16="http://schemas.microsoft.com/office/drawing/2014/main" id="{FD6DBB18-0508-BF46-9A77-17477C1AF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" y="8316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0" name="Text Box 66">
              <a:extLst>
                <a:ext uri="{FF2B5EF4-FFF2-40B4-BE49-F238E27FC236}">
                  <a16:creationId xmlns:a16="http://schemas.microsoft.com/office/drawing/2014/main" id="{6036C922-1625-6C4A-BE86-0FCF0FA2D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1" y="8316"/>
              <a:ext cx="717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8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1" name="Oval 67">
              <a:extLst>
                <a:ext uri="{FF2B5EF4-FFF2-40B4-BE49-F238E27FC236}">
                  <a16:creationId xmlns:a16="http://schemas.microsoft.com/office/drawing/2014/main" id="{5890ED79-E213-EF42-A52E-BC94DC092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9097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2" name="Text Box 68">
              <a:extLst>
                <a:ext uri="{FF2B5EF4-FFF2-40B4-BE49-F238E27FC236}">
                  <a16:creationId xmlns:a16="http://schemas.microsoft.com/office/drawing/2014/main" id="{7BA50DE8-086D-BA4D-A2C0-63EFCBB76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2" y="909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3" name="Line 69">
              <a:extLst>
                <a:ext uri="{FF2B5EF4-FFF2-40B4-BE49-F238E27FC236}">
                  <a16:creationId xmlns:a16="http://schemas.microsoft.com/office/drawing/2014/main" id="{253C5CA4-1E79-FF4A-A96E-AF164E5BC3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2" y="7381"/>
              <a:ext cx="539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4" name="Line 70">
              <a:extLst>
                <a:ext uri="{FF2B5EF4-FFF2-40B4-BE49-F238E27FC236}">
                  <a16:creationId xmlns:a16="http://schemas.microsoft.com/office/drawing/2014/main" id="{549517BF-3B8D-1146-AB60-B54CA2FB35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1" y="7381"/>
              <a:ext cx="540" cy="1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5" name="Line 71">
              <a:extLst>
                <a:ext uri="{FF2B5EF4-FFF2-40B4-BE49-F238E27FC236}">
                  <a16:creationId xmlns:a16="http://schemas.microsoft.com/office/drawing/2014/main" id="{A646F86B-18CD-2149-8577-FBF0A2D1CA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1" y="8005"/>
              <a:ext cx="181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6" name="Line 72">
              <a:extLst>
                <a:ext uri="{FF2B5EF4-FFF2-40B4-BE49-F238E27FC236}">
                  <a16:creationId xmlns:a16="http://schemas.microsoft.com/office/drawing/2014/main" id="{E431D3B4-3BB4-EF4A-B278-1D90385ED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11" y="8005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7" name="Line 73">
              <a:extLst>
                <a:ext uri="{FF2B5EF4-FFF2-40B4-BE49-F238E27FC236}">
                  <a16:creationId xmlns:a16="http://schemas.microsoft.com/office/drawing/2014/main" id="{DF43711E-8E82-FE48-8903-3573B51A16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51" y="8005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8" name="Line 74">
              <a:extLst>
                <a:ext uri="{FF2B5EF4-FFF2-40B4-BE49-F238E27FC236}">
                  <a16:creationId xmlns:a16="http://schemas.microsoft.com/office/drawing/2014/main" id="{57EB0E6E-FDB6-3546-8870-AEB43D44C7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1" y="8005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49" name="Line 75">
              <a:extLst>
                <a:ext uri="{FF2B5EF4-FFF2-40B4-BE49-F238E27FC236}">
                  <a16:creationId xmlns:a16="http://schemas.microsoft.com/office/drawing/2014/main" id="{3EB4D4BD-BCA3-884E-AD8D-2E4A4A4A8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1" y="8786"/>
              <a:ext cx="18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50" name="Line 76">
              <a:extLst>
                <a:ext uri="{FF2B5EF4-FFF2-40B4-BE49-F238E27FC236}">
                  <a16:creationId xmlns:a16="http://schemas.microsoft.com/office/drawing/2014/main" id="{998F0C89-25E8-DA40-B49F-9504D3393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1" y="8786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51" name="Oval 77">
              <a:extLst>
                <a:ext uri="{FF2B5EF4-FFF2-40B4-BE49-F238E27FC236}">
                  <a16:creationId xmlns:a16="http://schemas.microsoft.com/office/drawing/2014/main" id="{E1BCD6E9-7DED-0641-A6D8-FD112E736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" y="9097"/>
              <a:ext cx="538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52" name="Text Box 78">
              <a:extLst>
                <a:ext uri="{FF2B5EF4-FFF2-40B4-BE49-F238E27FC236}">
                  <a16:creationId xmlns:a16="http://schemas.microsoft.com/office/drawing/2014/main" id="{23D7EA8B-0EEB-B64C-B91E-65394EAE4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9097"/>
              <a:ext cx="718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4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53" name="Text Box 79">
              <a:extLst>
                <a:ext uri="{FF2B5EF4-FFF2-40B4-BE49-F238E27FC236}">
                  <a16:creationId xmlns:a16="http://schemas.microsoft.com/office/drawing/2014/main" id="{0E81496F-2EBF-9249-8FA3-10804CAB5F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4" y="9566"/>
              <a:ext cx="7187" cy="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(3) </a:t>
              </a:r>
              <a:r>
                <a:rPr lang="en" altLang="en-US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Continue swapping until the heap characteristics is satisfied again.</a:t>
              </a:r>
              <a:endParaRPr lang="zh-CN" altLang="en-US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54" name="Oval 80">
              <a:extLst>
                <a:ext uri="{FF2B5EF4-FFF2-40B4-BE49-F238E27FC236}">
                  <a16:creationId xmlns:a16="http://schemas.microsoft.com/office/drawing/2014/main" id="{4857E34D-0BF0-FC41-AD38-EFDAD6F2F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8318"/>
              <a:ext cx="540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55" name="Text Box 81">
              <a:extLst>
                <a:ext uri="{FF2B5EF4-FFF2-40B4-BE49-F238E27FC236}">
                  <a16:creationId xmlns:a16="http://schemas.microsoft.com/office/drawing/2014/main" id="{2F371995-DCB8-DA45-8396-4E0585EC2E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" y="8318"/>
              <a:ext cx="718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56" name="Oval 82">
              <a:extLst>
                <a:ext uri="{FF2B5EF4-FFF2-40B4-BE49-F238E27FC236}">
                  <a16:creationId xmlns:a16="http://schemas.microsoft.com/office/drawing/2014/main" id="{573563D6-4DE4-214C-A3BB-1EEF47B47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0" y="5264"/>
              <a:ext cx="540" cy="46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27057" name="Oval 83">
              <a:extLst>
                <a:ext uri="{FF2B5EF4-FFF2-40B4-BE49-F238E27FC236}">
                  <a16:creationId xmlns:a16="http://schemas.microsoft.com/office/drawing/2014/main" id="{BE0D71E7-55E0-134F-8311-35B23143A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7523"/>
              <a:ext cx="540" cy="48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800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C9A2E2C3-3408-0442-9C3B-2087B85ADFC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78609" y="7541"/>
            <a:ext cx="11025711" cy="1478570"/>
          </a:xfrm>
        </p:spPr>
        <p:txBody>
          <a:bodyPr/>
          <a:lstStyle/>
          <a:p>
            <a:pPr eaLnBrk="1" hangingPunct="1"/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</a:rPr>
              <a:t>Insertion (a process of swapping upwards)</a:t>
            </a:r>
            <a:endParaRPr lang="en-US" altLang="zh-CN" sz="4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095940-1672-144B-9979-4385458D7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11"/>
            <a:ext cx="9045190" cy="45919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14D634-2DA3-DA1E-3C14-BEB5FE6555B6}"/>
              </a:ext>
            </a:extLst>
          </p:cNvPr>
          <p:cNvSpPr txBox="1"/>
          <p:nvPr/>
        </p:nvSpPr>
        <p:spPr>
          <a:xfrm>
            <a:off x="4757056" y="1409909"/>
            <a:ext cx="4136571" cy="584775"/>
          </a:xfrm>
          <a:prstGeom prst="rect">
            <a:avLst/>
          </a:prstGeom>
          <a:solidFill>
            <a:srgbClr val="F9FBFA"/>
          </a:solidFill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Swap node K up</a:t>
            </a:r>
          </a:p>
        </p:txBody>
      </p:sp>
    </p:spTree>
    <p:extLst>
      <p:ext uri="{BB962C8B-B14F-4D97-AF65-F5344CB8AC3E}">
        <p14:creationId xmlns:p14="http://schemas.microsoft.com/office/powerpoint/2010/main" val="1074637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373229-E4AC-CF49-AC7E-DB9E61CCFE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D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elet</a:t>
            </a:r>
            <a:r>
              <a:rPr lang="en-US" altLang="zh-CN" dirty="0" err="1">
                <a:solidFill>
                  <a:schemeClr val="bg1"/>
                </a:solidFill>
                <a:latin typeface="Aptos Display" panose="020B0004020202020204" pitchFamily="34" charset="0"/>
              </a:rPr>
              <a:t>ing</a:t>
            </a:r>
            <a:r>
              <a:rPr lang="en-US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the root node from the heap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721678B-B010-714F-9BDC-388B34D1B867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eaLnBrk="1" hangingPunct="1">
              <a:buNone/>
            </a:pPr>
            <a:r>
              <a:rPr lang="en" altLang="en-US" sz="3200" dirty="0">
                <a:latin typeface="Aptos Display" panose="020B0004020202020204" pitchFamily="34" charset="0"/>
              </a:rPr>
              <a:t>The process is as follows:</a:t>
            </a:r>
            <a:endParaRPr lang="en-US" altLang="zh-CN" sz="3200" dirty="0">
              <a:latin typeface="Aptos Display" panose="020B0004020202020204" pitchFamily="34" charset="0"/>
            </a:endParaRPr>
          </a:p>
          <a:p>
            <a:pPr eaLnBrk="1" hangingPunct="1"/>
            <a:r>
              <a:rPr lang="en" altLang="en-US" sz="3200" dirty="0">
                <a:latin typeface="Aptos Display" panose="020B0004020202020204" pitchFamily="34" charset="0"/>
              </a:rPr>
              <a:t>First, swap the the root node with the node at the end, then delete the node at the end. This will delete the node previous as the root.</a:t>
            </a:r>
            <a:endParaRPr lang="en-US" altLang="zh-CN" sz="3200" dirty="0">
              <a:latin typeface="Aptos Display" panose="020B0004020202020204" pitchFamily="34" charset="0"/>
            </a:endParaRPr>
          </a:p>
          <a:p>
            <a:pPr eaLnBrk="1" hangingPunct="1"/>
            <a:r>
              <a:rPr lang="en" altLang="en-US" sz="3200" dirty="0">
                <a:latin typeface="Aptos Display" panose="020B0004020202020204" pitchFamily="34" charset="0"/>
              </a:rPr>
              <a:t>Then, the new node at the root is repeatedly swapped down until the heap characteristics is satisfied again.</a:t>
            </a:r>
          </a:p>
        </p:txBody>
      </p:sp>
    </p:spTree>
    <p:extLst>
      <p:ext uri="{BB962C8B-B14F-4D97-AF65-F5344CB8AC3E}">
        <p14:creationId xmlns:p14="http://schemas.microsoft.com/office/powerpoint/2010/main" val="1736668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373229-E4AC-CF49-AC7E-DB9E61CCFE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DeletING any node from the heap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027" name="Rectangle 3">
                <a:extLst>
                  <a:ext uri="{FF2B5EF4-FFF2-40B4-BE49-F238E27FC236}">
                    <a16:creationId xmlns:a16="http://schemas.microsoft.com/office/drawing/2014/main" id="{2721678B-B010-714F-9BDC-388B34D1B867}"/>
                  </a:ext>
                </a:extLst>
              </p:cNvPr>
              <p:cNvSpPr>
                <a:spLocks noGrp="1" noRot="1" noChangeArrowheads="1"/>
              </p:cNvSpPr>
              <p:nvPr>
                <p:ph idx="1"/>
              </p:nvPr>
            </p:nvSpPr>
            <p:spPr/>
            <p:txBody>
              <a:bodyPr anchor="ctr">
                <a:normAutofit lnSpcReduction="10000"/>
              </a:bodyPr>
              <a:lstStyle/>
              <a:p>
                <a:pPr marL="0" indent="0" eaLnBrk="1" hangingPunct="1">
                  <a:buNone/>
                </a:pPr>
                <a:r>
                  <a:rPr lang="en" altLang="en-US" sz="3200" dirty="0">
                    <a:latin typeface="Aptos Display" panose="020B0004020202020204" pitchFamily="34" charset="0"/>
                  </a:rPr>
                  <a:t>We are discussing deleting a node at position 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" altLang="zh-CN" sz="3200" dirty="0">
                    <a:latin typeface="Aptos Display" panose="020B0004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en" altLang="zh-CN" sz="3200" dirty="0">
                    <a:latin typeface="Aptos Display" panose="020B0004020202020204" pitchFamily="34" charset="0"/>
                  </a:rPr>
                  <a:t>in the heap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.</a:t>
                </a:r>
                <a:endParaRPr lang="en-US" altLang="zh-CN" sz="3200" dirty="0">
                  <a:latin typeface="Aptos Display" panose="020B0004020202020204" pitchFamily="34" charset="0"/>
                  <a:ea typeface="Cambria Math" panose="020405030504060302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" altLang="en-US" sz="3200" dirty="0">
                    <a:latin typeface="Aptos Display" panose="020B0004020202020204" pitchFamily="34" charset="0"/>
                  </a:rPr>
                  <a:t>The process is as follows:</a:t>
                </a:r>
                <a:endParaRPr lang="en-US" altLang="zh-CN" sz="3200" dirty="0">
                  <a:latin typeface="Aptos Display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" altLang="en-US" sz="3200" dirty="0">
                    <a:latin typeface="Aptos Display" panose="020B0004020202020204" pitchFamily="34" charset="0"/>
                  </a:rPr>
                  <a:t>First swap node</a:t>
                </a:r>
                <a:r>
                  <a:rPr lang="en" altLang="zh-CN" sz="3200" dirty="0">
                    <a:latin typeface="Aptos Display" panose="020B0004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" altLang="zh-CN" sz="3200" dirty="0">
                    <a:latin typeface="Aptos Display" panose="020B0004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with the node in the end, then delete the node in the end.  Then the node previously at position</a:t>
                </a:r>
                <a:r>
                  <a:rPr lang="en" altLang="zh-CN" sz="3200" dirty="0">
                    <a:latin typeface="Aptos Display" panose="020B0004020202020204" pitchFamily="34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" altLang="zh-CN" sz="3200" dirty="0">
                    <a:latin typeface="Aptos Display" panose="020B0004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en" altLang="en-US" sz="3200" dirty="0">
                    <a:latin typeface="Aptos Display" panose="020B0004020202020204" pitchFamily="34" charset="0"/>
                  </a:rPr>
                  <a:t>is deleted.</a:t>
                </a:r>
                <a:endParaRPr lang="en-US" altLang="zh-CN" sz="3200" dirty="0">
                  <a:latin typeface="Aptos Display" panose="020B0004020202020204" pitchFamily="34" charset="0"/>
                </a:endParaRPr>
              </a:p>
              <a:p>
                <a:r>
                  <a:rPr lang="en" altLang="en-US" sz="3200" dirty="0">
                    <a:latin typeface="Aptos Display" panose="020B0004020202020204" pitchFamily="34" charset="0"/>
                    <a:ea typeface="Cambria Math" panose="02040503050406030204" pitchFamily="18" charset="0"/>
                  </a:rPr>
                  <a:t>Because the new node at position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" altLang="en-US" sz="3200" dirty="0">
                    <a:latin typeface="Aptos Display" panose="020B0004020202020204" pitchFamily="34" charset="0"/>
                    <a:ea typeface="Cambria Math" panose="02040503050406030204" pitchFamily="18" charset="0"/>
                  </a:rPr>
                  <a:t> may need to be moved upwards or downwards.  Try both directions and swap accordingly. </a:t>
                </a:r>
                <a:endParaRPr lang="en-US" altLang="zh-CN" sz="3200" dirty="0">
                  <a:latin typeface="Aptos Display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9027" name="Rectangle 3">
                <a:extLst>
                  <a:ext uri="{FF2B5EF4-FFF2-40B4-BE49-F238E27FC236}">
                    <a16:creationId xmlns:a16="http://schemas.microsoft.com/office/drawing/2014/main" id="{2721678B-B010-714F-9BDC-388B34D1B8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81" b="-4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075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50" name="Group 4">
            <a:extLst>
              <a:ext uri="{FF2B5EF4-FFF2-40B4-BE49-F238E27FC236}">
                <a16:creationId xmlns:a16="http://schemas.microsoft.com/office/drawing/2014/main" id="{EC08A61B-AAB9-014E-945E-240A878E37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19289" y="279899"/>
            <a:ext cx="8135937" cy="6588125"/>
            <a:chOff x="1800" y="1518"/>
            <a:chExt cx="8282" cy="6708"/>
          </a:xfrm>
        </p:grpSpPr>
        <p:sp>
          <p:nvSpPr>
            <p:cNvPr id="130051" name="AutoShape 5">
              <a:extLst>
                <a:ext uri="{FF2B5EF4-FFF2-40B4-BE49-F238E27FC236}">
                  <a16:creationId xmlns:a16="http://schemas.microsoft.com/office/drawing/2014/main" id="{343477A5-AEED-0C4B-B60F-C1AF1EC2C57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00" y="1518"/>
              <a:ext cx="8282" cy="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52" name="Oval 6">
              <a:extLst>
                <a:ext uri="{FF2B5EF4-FFF2-40B4-BE49-F238E27FC236}">
                  <a16:creationId xmlns:a16="http://schemas.microsoft.com/office/drawing/2014/main" id="{2023AE8A-F65E-564F-82D3-A325B57AE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1674"/>
              <a:ext cx="542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53" name="Text Box 7">
              <a:extLst>
                <a:ext uri="{FF2B5EF4-FFF2-40B4-BE49-F238E27FC236}">
                  <a16:creationId xmlns:a16="http://schemas.microsoft.com/office/drawing/2014/main" id="{8BDBEB0D-C0FE-0845-B8BF-525BCA80A9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0" y="1674"/>
              <a:ext cx="719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54" name="Oval 8">
              <a:extLst>
                <a:ext uri="{FF2B5EF4-FFF2-40B4-BE49-F238E27FC236}">
                  <a16:creationId xmlns:a16="http://schemas.microsoft.com/office/drawing/2014/main" id="{2FF045B0-4827-F346-805D-02FCB3C40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2" y="2299"/>
              <a:ext cx="539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55" name="Text Box 9">
              <a:extLst>
                <a:ext uri="{FF2B5EF4-FFF2-40B4-BE49-F238E27FC236}">
                  <a16:creationId xmlns:a16="http://schemas.microsoft.com/office/drawing/2014/main" id="{CFB105B3-485B-244D-9C45-2AD7DADF99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2299"/>
              <a:ext cx="717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56" name="Oval 10">
              <a:extLst>
                <a:ext uri="{FF2B5EF4-FFF2-40B4-BE49-F238E27FC236}">
                  <a16:creationId xmlns:a16="http://schemas.microsoft.com/office/drawing/2014/main" id="{21340498-E159-6E42-B28F-1BFF73ACC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1" y="3077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57" name="Text Box 11">
              <a:extLst>
                <a:ext uri="{FF2B5EF4-FFF2-40B4-BE49-F238E27FC236}">
                  <a16:creationId xmlns:a16="http://schemas.microsoft.com/office/drawing/2014/main" id="{D51508F6-3623-F04C-9470-558B62CE2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1" y="3077"/>
              <a:ext cx="719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58" name="Oval 12">
              <a:extLst>
                <a:ext uri="{FF2B5EF4-FFF2-40B4-BE49-F238E27FC236}">
                  <a16:creationId xmlns:a16="http://schemas.microsoft.com/office/drawing/2014/main" id="{03F1DADD-BDE9-E046-B695-1027CD9BC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" y="3077"/>
              <a:ext cx="541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59" name="Text Box 13">
              <a:extLst>
                <a:ext uri="{FF2B5EF4-FFF2-40B4-BE49-F238E27FC236}">
                  <a16:creationId xmlns:a16="http://schemas.microsoft.com/office/drawing/2014/main" id="{58638E24-D710-9A46-AF3F-DA51C2A7C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" y="307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7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0" name="Oval 14">
              <a:extLst>
                <a:ext uri="{FF2B5EF4-FFF2-40B4-BE49-F238E27FC236}">
                  <a16:creationId xmlns:a16="http://schemas.microsoft.com/office/drawing/2014/main" id="{B825BB4F-DD54-CB4B-A892-AA9E57DA0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" y="3077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1" name="Text Box 15">
              <a:extLst>
                <a:ext uri="{FF2B5EF4-FFF2-40B4-BE49-F238E27FC236}">
                  <a16:creationId xmlns:a16="http://schemas.microsoft.com/office/drawing/2014/main" id="{0B02B2D7-DB37-E241-9A64-18F1DEE9F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1" y="3077"/>
              <a:ext cx="717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8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2" name="Oval 16">
              <a:extLst>
                <a:ext uri="{FF2B5EF4-FFF2-40B4-BE49-F238E27FC236}">
                  <a16:creationId xmlns:a16="http://schemas.microsoft.com/office/drawing/2014/main" id="{4289265B-ABF8-E642-83DE-3931F4491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2" y="3858"/>
              <a:ext cx="538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3" name="Text Box 17">
              <a:extLst>
                <a:ext uri="{FF2B5EF4-FFF2-40B4-BE49-F238E27FC236}">
                  <a16:creationId xmlns:a16="http://schemas.microsoft.com/office/drawing/2014/main" id="{6BFC1666-5F1C-FA43-9EFA-C0F94FD7B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2" y="3858"/>
              <a:ext cx="717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4" name="Line 18">
              <a:extLst>
                <a:ext uri="{FF2B5EF4-FFF2-40B4-BE49-F238E27FC236}">
                  <a16:creationId xmlns:a16="http://schemas.microsoft.com/office/drawing/2014/main" id="{2574F6E5-74A1-9D45-BF20-62609BBE8C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1" y="2143"/>
              <a:ext cx="539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5" name="Line 19">
              <a:extLst>
                <a:ext uri="{FF2B5EF4-FFF2-40B4-BE49-F238E27FC236}">
                  <a16:creationId xmlns:a16="http://schemas.microsoft.com/office/drawing/2014/main" id="{89AEFDA6-295A-9946-AA11-BF364E692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" y="2143"/>
              <a:ext cx="541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6" name="Line 20">
              <a:extLst>
                <a:ext uri="{FF2B5EF4-FFF2-40B4-BE49-F238E27FC236}">
                  <a16:creationId xmlns:a16="http://schemas.microsoft.com/office/drawing/2014/main" id="{E0667EE4-165C-9244-BCE1-C4DDAC551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1" y="2766"/>
              <a:ext cx="18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7" name="Line 21">
              <a:extLst>
                <a:ext uri="{FF2B5EF4-FFF2-40B4-BE49-F238E27FC236}">
                  <a16:creationId xmlns:a16="http://schemas.microsoft.com/office/drawing/2014/main" id="{C80A778B-214E-2C48-9930-7828D7019A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2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8" name="Line 22">
              <a:extLst>
                <a:ext uri="{FF2B5EF4-FFF2-40B4-BE49-F238E27FC236}">
                  <a16:creationId xmlns:a16="http://schemas.microsoft.com/office/drawing/2014/main" id="{342FD32B-F6C6-374D-A966-370810319D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1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69" name="Line 23">
              <a:extLst>
                <a:ext uri="{FF2B5EF4-FFF2-40B4-BE49-F238E27FC236}">
                  <a16:creationId xmlns:a16="http://schemas.microsoft.com/office/drawing/2014/main" id="{B6673717-0375-6544-B966-C15DAFAFA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1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0" name="Line 24">
              <a:extLst>
                <a:ext uri="{FF2B5EF4-FFF2-40B4-BE49-F238E27FC236}">
                  <a16:creationId xmlns:a16="http://schemas.microsoft.com/office/drawing/2014/main" id="{B48B1843-BC56-8647-8314-66AC78FA4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1" y="3547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1" name="Line 25">
              <a:extLst>
                <a:ext uri="{FF2B5EF4-FFF2-40B4-BE49-F238E27FC236}">
                  <a16:creationId xmlns:a16="http://schemas.microsoft.com/office/drawing/2014/main" id="{FA81515A-2CEC-7B4A-9530-7A5A0C7F9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1" y="3547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2" name="Oval 26">
              <a:extLst>
                <a:ext uri="{FF2B5EF4-FFF2-40B4-BE49-F238E27FC236}">
                  <a16:creationId xmlns:a16="http://schemas.microsoft.com/office/drawing/2014/main" id="{262541F7-8A94-F64E-A65E-A0A44EBFC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" y="3858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3" name="Text Box 27">
              <a:extLst>
                <a:ext uri="{FF2B5EF4-FFF2-40B4-BE49-F238E27FC236}">
                  <a16:creationId xmlns:a16="http://schemas.microsoft.com/office/drawing/2014/main" id="{5BFCD2B2-ED40-F24E-952B-8802C3EFF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9" y="3858"/>
              <a:ext cx="718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4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4" name="Oval 28">
              <a:extLst>
                <a:ext uri="{FF2B5EF4-FFF2-40B4-BE49-F238E27FC236}">
                  <a16:creationId xmlns:a16="http://schemas.microsoft.com/office/drawing/2014/main" id="{891524B8-0BC9-0842-93AB-F297A2311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3080"/>
              <a:ext cx="540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5" name="Text Box 29">
              <a:extLst>
                <a:ext uri="{FF2B5EF4-FFF2-40B4-BE49-F238E27FC236}">
                  <a16:creationId xmlns:a16="http://schemas.microsoft.com/office/drawing/2014/main" id="{6FC151C5-528F-0E41-BFD3-34BB36934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" y="3080"/>
              <a:ext cx="717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6" name="Oval 30">
              <a:extLst>
                <a:ext uri="{FF2B5EF4-FFF2-40B4-BE49-F238E27FC236}">
                  <a16:creationId xmlns:a16="http://schemas.microsoft.com/office/drawing/2014/main" id="{63058417-E35A-0F44-9A0B-9904015BF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0" y="1674"/>
              <a:ext cx="542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7" name="Text Box 31">
              <a:extLst>
                <a:ext uri="{FF2B5EF4-FFF2-40B4-BE49-F238E27FC236}">
                  <a16:creationId xmlns:a16="http://schemas.microsoft.com/office/drawing/2014/main" id="{A2E77E96-3B8A-F140-A123-221F8BC31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0" y="1674"/>
              <a:ext cx="719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8" name="Oval 32">
              <a:extLst>
                <a:ext uri="{FF2B5EF4-FFF2-40B4-BE49-F238E27FC236}">
                  <a16:creationId xmlns:a16="http://schemas.microsoft.com/office/drawing/2014/main" id="{42C904B2-2984-314B-BBF6-6CD479DB9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" y="2299"/>
              <a:ext cx="538" cy="46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79" name="Text Box 33">
              <a:extLst>
                <a:ext uri="{FF2B5EF4-FFF2-40B4-BE49-F238E27FC236}">
                  <a16:creationId xmlns:a16="http://schemas.microsoft.com/office/drawing/2014/main" id="{614DCFD0-0CF6-8949-A837-618AD0153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2" y="2299"/>
              <a:ext cx="717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0" name="Oval 34">
              <a:extLst>
                <a:ext uri="{FF2B5EF4-FFF2-40B4-BE49-F238E27FC236}">
                  <a16:creationId xmlns:a16="http://schemas.microsoft.com/office/drawing/2014/main" id="{06B158F1-9EB7-5B45-84C1-D2DCD984D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1" y="3077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1" name="Text Box 35">
              <a:extLst>
                <a:ext uri="{FF2B5EF4-FFF2-40B4-BE49-F238E27FC236}">
                  <a16:creationId xmlns:a16="http://schemas.microsoft.com/office/drawing/2014/main" id="{CC9AB698-6616-8E4C-B933-24FD44B55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1" y="3077"/>
              <a:ext cx="719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2" name="Oval 36">
              <a:extLst>
                <a:ext uri="{FF2B5EF4-FFF2-40B4-BE49-F238E27FC236}">
                  <a16:creationId xmlns:a16="http://schemas.microsoft.com/office/drawing/2014/main" id="{99B3915B-5147-8047-8CC1-D3A0530A7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21" y="3077"/>
              <a:ext cx="541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3" name="Text Box 37">
              <a:extLst>
                <a:ext uri="{FF2B5EF4-FFF2-40B4-BE49-F238E27FC236}">
                  <a16:creationId xmlns:a16="http://schemas.microsoft.com/office/drawing/2014/main" id="{9BAC7F15-6678-C94C-8B14-FDA50A835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1" y="307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7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4" name="Oval 38">
              <a:extLst>
                <a:ext uri="{FF2B5EF4-FFF2-40B4-BE49-F238E27FC236}">
                  <a16:creationId xmlns:a16="http://schemas.microsoft.com/office/drawing/2014/main" id="{F5570480-03BD-B044-B1DF-67CBD181C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0" y="3077"/>
              <a:ext cx="5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5" name="Text Box 39">
              <a:extLst>
                <a:ext uri="{FF2B5EF4-FFF2-40B4-BE49-F238E27FC236}">
                  <a16:creationId xmlns:a16="http://schemas.microsoft.com/office/drawing/2014/main" id="{1F0B1DF0-04E2-5747-98D2-2F759D166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0" y="307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8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6" name="Oval 40">
              <a:extLst>
                <a:ext uri="{FF2B5EF4-FFF2-40B4-BE49-F238E27FC236}">
                  <a16:creationId xmlns:a16="http://schemas.microsoft.com/office/drawing/2014/main" id="{CAD43191-BE1E-7846-AB7B-6152CB773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1" y="3858"/>
              <a:ext cx="539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7" name="Text Box 41">
              <a:extLst>
                <a:ext uri="{FF2B5EF4-FFF2-40B4-BE49-F238E27FC236}">
                  <a16:creationId xmlns:a16="http://schemas.microsoft.com/office/drawing/2014/main" id="{8CD64E0D-3653-1147-8025-D502386B9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" y="3858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8" name="Line 42">
              <a:extLst>
                <a:ext uri="{FF2B5EF4-FFF2-40B4-BE49-F238E27FC236}">
                  <a16:creationId xmlns:a16="http://schemas.microsoft.com/office/drawing/2014/main" id="{C3505F6D-0ACA-5249-AFA0-C1D4408DC9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1" y="2143"/>
              <a:ext cx="539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89" name="Line 43">
              <a:extLst>
                <a:ext uri="{FF2B5EF4-FFF2-40B4-BE49-F238E27FC236}">
                  <a16:creationId xmlns:a16="http://schemas.microsoft.com/office/drawing/2014/main" id="{19F68C36-366D-B14A-83F6-21D0C5764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21" y="2143"/>
              <a:ext cx="541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0" name="Line 44">
              <a:extLst>
                <a:ext uri="{FF2B5EF4-FFF2-40B4-BE49-F238E27FC236}">
                  <a16:creationId xmlns:a16="http://schemas.microsoft.com/office/drawing/2014/main" id="{AFEE9075-9888-4943-AB11-8B345AE6B1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21" y="2766"/>
              <a:ext cx="18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1" name="Line 45">
              <a:extLst>
                <a:ext uri="{FF2B5EF4-FFF2-40B4-BE49-F238E27FC236}">
                  <a16:creationId xmlns:a16="http://schemas.microsoft.com/office/drawing/2014/main" id="{77A95EEF-1F3B-7946-9E75-595BB03C5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02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2" name="Line 46">
              <a:extLst>
                <a:ext uri="{FF2B5EF4-FFF2-40B4-BE49-F238E27FC236}">
                  <a16:creationId xmlns:a16="http://schemas.microsoft.com/office/drawing/2014/main" id="{B62AB839-302C-3249-9F96-F910DE93C1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1" y="2766"/>
              <a:ext cx="35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3" name="Line 47">
              <a:extLst>
                <a:ext uri="{FF2B5EF4-FFF2-40B4-BE49-F238E27FC236}">
                  <a16:creationId xmlns:a16="http://schemas.microsoft.com/office/drawing/2014/main" id="{06CC7A0A-5467-ED47-BFBC-589A54170A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61" y="276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4" name="Line 48">
              <a:extLst>
                <a:ext uri="{FF2B5EF4-FFF2-40B4-BE49-F238E27FC236}">
                  <a16:creationId xmlns:a16="http://schemas.microsoft.com/office/drawing/2014/main" id="{911D5C7F-6CE9-8A45-8264-396B95D55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01" y="3547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5" name="Line 49">
              <a:extLst>
                <a:ext uri="{FF2B5EF4-FFF2-40B4-BE49-F238E27FC236}">
                  <a16:creationId xmlns:a16="http://schemas.microsoft.com/office/drawing/2014/main" id="{300A0BB1-342E-4443-905B-23CF55810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1" y="3547"/>
              <a:ext cx="179" cy="31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6" name="Oval 50">
              <a:extLst>
                <a:ext uri="{FF2B5EF4-FFF2-40B4-BE49-F238E27FC236}">
                  <a16:creationId xmlns:a16="http://schemas.microsoft.com/office/drawing/2014/main" id="{7E945E7F-2B61-414A-AF07-4F7582555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" y="2298"/>
              <a:ext cx="538" cy="470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7" name="Text Box 51">
              <a:extLst>
                <a:ext uri="{FF2B5EF4-FFF2-40B4-BE49-F238E27FC236}">
                  <a16:creationId xmlns:a16="http://schemas.microsoft.com/office/drawing/2014/main" id="{1A082D32-A215-F64B-A0FC-B50B04691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2" y="2362"/>
              <a:ext cx="719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4</a:t>
              </a:r>
              <a:endParaRPr lang="en-US" altLang="zh-CN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8" name="Oval 52">
              <a:extLst>
                <a:ext uri="{FF2B5EF4-FFF2-40B4-BE49-F238E27FC236}">
                  <a16:creationId xmlns:a16="http://schemas.microsoft.com/office/drawing/2014/main" id="{242CAC08-AEB0-F84D-B542-806361070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0" y="3078"/>
              <a:ext cx="540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099" name="Text Box 53">
              <a:extLst>
                <a:ext uri="{FF2B5EF4-FFF2-40B4-BE49-F238E27FC236}">
                  <a16:creationId xmlns:a16="http://schemas.microsoft.com/office/drawing/2014/main" id="{5BABB94B-5EAF-EE48-93BA-0A416478F9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0" y="3078"/>
              <a:ext cx="717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0" name="Oval 54">
              <a:extLst>
                <a:ext uri="{FF2B5EF4-FFF2-40B4-BE49-F238E27FC236}">
                  <a16:creationId xmlns:a16="http://schemas.microsoft.com/office/drawing/2014/main" id="{F9CEAB60-6748-F140-993B-802063713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" y="4794"/>
              <a:ext cx="542" cy="46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1" name="Text Box 55">
              <a:extLst>
                <a:ext uri="{FF2B5EF4-FFF2-40B4-BE49-F238E27FC236}">
                  <a16:creationId xmlns:a16="http://schemas.microsoft.com/office/drawing/2014/main" id="{C807AA26-D093-FF48-BE20-9B834D7FB7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80" y="4794"/>
              <a:ext cx="719" cy="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2" name="Oval 56">
              <a:extLst>
                <a:ext uri="{FF2B5EF4-FFF2-40B4-BE49-F238E27FC236}">
                  <a16:creationId xmlns:a16="http://schemas.microsoft.com/office/drawing/2014/main" id="{F63789BB-BADE-F349-8D50-49444B0E9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" y="5417"/>
              <a:ext cx="537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3" name="Text Box 57">
              <a:extLst>
                <a:ext uri="{FF2B5EF4-FFF2-40B4-BE49-F238E27FC236}">
                  <a16:creationId xmlns:a16="http://schemas.microsoft.com/office/drawing/2014/main" id="{F8BE55FC-97B6-D34A-B59C-56508BB750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3" y="5417"/>
              <a:ext cx="716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4" name="Oval 58">
              <a:extLst>
                <a:ext uri="{FF2B5EF4-FFF2-40B4-BE49-F238E27FC236}">
                  <a16:creationId xmlns:a16="http://schemas.microsoft.com/office/drawing/2014/main" id="{18485510-208A-9C4A-B771-E8120A456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1" y="6197"/>
              <a:ext cx="539" cy="4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5" name="Text Box 59">
              <a:extLst>
                <a:ext uri="{FF2B5EF4-FFF2-40B4-BE49-F238E27FC236}">
                  <a16:creationId xmlns:a16="http://schemas.microsoft.com/office/drawing/2014/main" id="{820E49E2-FC9D-A249-8435-9A8EB12314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1" y="6197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6" name="Oval 60">
              <a:extLst>
                <a:ext uri="{FF2B5EF4-FFF2-40B4-BE49-F238E27FC236}">
                  <a16:creationId xmlns:a16="http://schemas.microsoft.com/office/drawing/2014/main" id="{4F908D9A-FFEC-344D-89DB-7223C4C50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1" y="6197"/>
              <a:ext cx="5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7" name="Text Box 61">
              <a:extLst>
                <a:ext uri="{FF2B5EF4-FFF2-40B4-BE49-F238E27FC236}">
                  <a16:creationId xmlns:a16="http://schemas.microsoft.com/office/drawing/2014/main" id="{08E35E95-0BA5-5243-A1CE-0772CF3EE8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1" y="619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7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8" name="Oval 62">
              <a:extLst>
                <a:ext uri="{FF2B5EF4-FFF2-40B4-BE49-F238E27FC236}">
                  <a16:creationId xmlns:a16="http://schemas.microsoft.com/office/drawing/2014/main" id="{944D96CF-3997-1B46-965A-F8E66D1C6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0" y="6197"/>
              <a:ext cx="540" cy="4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09" name="Text Box 63">
              <a:extLst>
                <a:ext uri="{FF2B5EF4-FFF2-40B4-BE49-F238E27FC236}">
                  <a16:creationId xmlns:a16="http://schemas.microsoft.com/office/drawing/2014/main" id="{437760F4-3780-CB40-804F-1C6F0FFA4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" y="6197"/>
              <a:ext cx="718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8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0" name="Oval 64">
              <a:extLst>
                <a:ext uri="{FF2B5EF4-FFF2-40B4-BE49-F238E27FC236}">
                  <a16:creationId xmlns:a16="http://schemas.microsoft.com/office/drawing/2014/main" id="{AA819149-CB9D-C342-9095-E32B04874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2" y="6978"/>
              <a:ext cx="538" cy="47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1" name="Text Box 65">
              <a:extLst>
                <a:ext uri="{FF2B5EF4-FFF2-40B4-BE49-F238E27FC236}">
                  <a16:creationId xmlns:a16="http://schemas.microsoft.com/office/drawing/2014/main" id="{D836F7BC-08AB-AE4E-9CC2-BF0D864D8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" y="6978"/>
              <a:ext cx="716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2" name="Line 66">
              <a:extLst>
                <a:ext uri="{FF2B5EF4-FFF2-40B4-BE49-F238E27FC236}">
                  <a16:creationId xmlns:a16="http://schemas.microsoft.com/office/drawing/2014/main" id="{6A87A7B2-3E3C-F843-A754-C8B249654E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22" y="5262"/>
              <a:ext cx="537" cy="1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3" name="Line 67">
              <a:extLst>
                <a:ext uri="{FF2B5EF4-FFF2-40B4-BE49-F238E27FC236}">
                  <a16:creationId xmlns:a16="http://schemas.microsoft.com/office/drawing/2014/main" id="{2028652F-08E0-FF43-A628-FB60B9D84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1" y="5262"/>
              <a:ext cx="540" cy="1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4" name="Line 68">
              <a:extLst>
                <a:ext uri="{FF2B5EF4-FFF2-40B4-BE49-F238E27FC236}">
                  <a16:creationId xmlns:a16="http://schemas.microsoft.com/office/drawing/2014/main" id="{E082B842-DE97-EF4B-B2D7-BF7FAE88F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1" y="5886"/>
              <a:ext cx="181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5" name="Line 69">
              <a:extLst>
                <a:ext uri="{FF2B5EF4-FFF2-40B4-BE49-F238E27FC236}">
                  <a16:creationId xmlns:a16="http://schemas.microsoft.com/office/drawing/2014/main" id="{3B709789-C32F-5A4C-83E6-CCAA7CF3D2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22" y="5886"/>
              <a:ext cx="35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6" name="Line 70">
              <a:extLst>
                <a:ext uri="{FF2B5EF4-FFF2-40B4-BE49-F238E27FC236}">
                  <a16:creationId xmlns:a16="http://schemas.microsoft.com/office/drawing/2014/main" id="{EBCED1D4-5951-CB41-B1D5-47B4A5AC0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61" y="588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7" name="Line 71">
              <a:extLst>
                <a:ext uri="{FF2B5EF4-FFF2-40B4-BE49-F238E27FC236}">
                  <a16:creationId xmlns:a16="http://schemas.microsoft.com/office/drawing/2014/main" id="{49C650B8-35ED-4449-9ED4-53FCA741A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1" y="5886"/>
              <a:ext cx="360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8" name="Line 72">
              <a:extLst>
                <a:ext uri="{FF2B5EF4-FFF2-40B4-BE49-F238E27FC236}">
                  <a16:creationId xmlns:a16="http://schemas.microsoft.com/office/drawing/2014/main" id="{EB7EBF9D-50D3-DD43-B64E-03D1F6F3A9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1" y="6667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19" name="Line 73">
              <a:extLst>
                <a:ext uri="{FF2B5EF4-FFF2-40B4-BE49-F238E27FC236}">
                  <a16:creationId xmlns:a16="http://schemas.microsoft.com/office/drawing/2014/main" id="{FA775D5A-EC60-BE49-B4E4-0DA8D0D075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1" y="6667"/>
              <a:ext cx="179" cy="31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0" name="Oval 74">
              <a:extLst>
                <a:ext uri="{FF2B5EF4-FFF2-40B4-BE49-F238E27FC236}">
                  <a16:creationId xmlns:a16="http://schemas.microsoft.com/office/drawing/2014/main" id="{395D28B3-0027-424A-B8E0-EB3169FDE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5417"/>
              <a:ext cx="539" cy="4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1" name="Text Box 75">
              <a:extLst>
                <a:ext uri="{FF2B5EF4-FFF2-40B4-BE49-F238E27FC236}">
                  <a16:creationId xmlns:a16="http://schemas.microsoft.com/office/drawing/2014/main" id="{949E9F42-8349-754D-9DB1-B706187E23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" y="5417"/>
              <a:ext cx="718" cy="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2" name="Oval 76">
              <a:extLst>
                <a:ext uri="{FF2B5EF4-FFF2-40B4-BE49-F238E27FC236}">
                  <a16:creationId xmlns:a16="http://schemas.microsoft.com/office/drawing/2014/main" id="{84F8C1F1-4A23-2B43-8D2D-24251913A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0" y="6197"/>
              <a:ext cx="538" cy="471"/>
            </a:xfrm>
            <a:prstGeom prst="ellipse">
              <a:avLst/>
            </a:prstGeom>
            <a:solidFill>
              <a:schemeClr val="tx1">
                <a:lumMod val="75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000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3" name="Text Box 77">
              <a:extLst>
                <a:ext uri="{FF2B5EF4-FFF2-40B4-BE49-F238E27FC236}">
                  <a16:creationId xmlns:a16="http://schemas.microsoft.com/office/drawing/2014/main" id="{8EB0BED2-9271-744B-B685-33D771C1F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6272"/>
              <a:ext cx="719" cy="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4</a:t>
              </a:r>
              <a:endParaRPr lang="en-US" altLang="zh-CN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4" name="Text Box 78">
              <a:extLst>
                <a:ext uri="{FF2B5EF4-FFF2-40B4-BE49-F238E27FC236}">
                  <a16:creationId xmlns:a16="http://schemas.microsoft.com/office/drawing/2014/main" id="{1846264C-1974-A841-BB0E-E0915580D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" y="4325"/>
              <a:ext cx="3326" cy="6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(1) </a:t>
              </a:r>
              <a:r>
                <a:rPr lang="en" altLang="en-US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The node to be deleted is the left child of the root.</a:t>
              </a:r>
              <a:endParaRPr lang="zh-CN" altLang="en-US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5" name="Text Box 79">
              <a:extLst>
                <a:ext uri="{FF2B5EF4-FFF2-40B4-BE49-F238E27FC236}">
                  <a16:creationId xmlns:a16="http://schemas.microsoft.com/office/drawing/2014/main" id="{8DE6E851-60BE-8540-8EBA-A85CA63AC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1" y="4321"/>
              <a:ext cx="3428" cy="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(2) </a:t>
              </a:r>
              <a:r>
                <a:rPr lang="en" altLang="en-US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Swap the left child of the root with the node at the end.</a:t>
              </a:r>
              <a:endParaRPr lang="zh-CN" altLang="en-US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6" name="Text Box 80">
              <a:extLst>
                <a:ext uri="{FF2B5EF4-FFF2-40B4-BE49-F238E27FC236}">
                  <a16:creationId xmlns:a16="http://schemas.microsoft.com/office/drawing/2014/main" id="{BF3E7582-FFAE-CA4B-8005-09A2746D0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5" y="7100"/>
              <a:ext cx="3626" cy="10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(3) </a:t>
              </a:r>
              <a:r>
                <a:rPr lang="en" altLang="en-US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Repeatedly swap the new node down until the heap characteristics is satisfied.</a:t>
              </a:r>
              <a:endParaRPr lang="zh-CN" altLang="en-US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7" name="Oval 81">
              <a:extLst>
                <a:ext uri="{FF2B5EF4-FFF2-40B4-BE49-F238E27FC236}">
                  <a16:creationId xmlns:a16="http://schemas.microsoft.com/office/drawing/2014/main" id="{AB2A1BC6-4F3E-5D4C-BCB5-AA40D7295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0" y="2298"/>
              <a:ext cx="540" cy="48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8" name="Oval 82">
              <a:extLst>
                <a:ext uri="{FF2B5EF4-FFF2-40B4-BE49-F238E27FC236}">
                  <a16:creationId xmlns:a16="http://schemas.microsoft.com/office/drawing/2014/main" id="{C01D1BF7-B545-F646-9111-4F5132098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" y="3858"/>
              <a:ext cx="540" cy="52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0129" name="Line 83">
              <a:extLst>
                <a:ext uri="{FF2B5EF4-FFF2-40B4-BE49-F238E27FC236}">
                  <a16:creationId xmlns:a16="http://schemas.microsoft.com/office/drawing/2014/main" id="{B722C285-76F3-EE47-B304-B0E7C0C16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5" y="3546"/>
              <a:ext cx="179" cy="3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0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8884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D3B067B9-17C2-9245-B440-C4AD4AD441A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678609" y="7541"/>
            <a:ext cx="11787711" cy="1478570"/>
          </a:xfrm>
        </p:spPr>
        <p:txBody>
          <a:bodyPr/>
          <a:lstStyle/>
          <a:p>
            <a:pPr eaLnBrk="1" hangingPunct="1"/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</a:rPr>
              <a:t>Deletion (a process of swapping downwards)</a:t>
            </a:r>
            <a:endParaRPr lang="en-US" altLang="zh-CN" sz="4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810D95-9B36-CD45-B2E1-E3701E855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09" y="1486110"/>
            <a:ext cx="8909144" cy="50531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51776-24F8-9742-A545-1FF79AED2E3D}"/>
              </a:ext>
            </a:extLst>
          </p:cNvPr>
          <p:cNvSpPr txBox="1"/>
          <p:nvPr/>
        </p:nvSpPr>
        <p:spPr>
          <a:xfrm>
            <a:off x="5229496" y="1394669"/>
            <a:ext cx="4136571" cy="584775"/>
          </a:xfrm>
          <a:prstGeom prst="rect">
            <a:avLst/>
          </a:prstGeom>
          <a:solidFill>
            <a:srgbClr val="F9FBFA"/>
          </a:solidFill>
        </p:spPr>
        <p:txBody>
          <a:bodyPr wrap="square" rtlCol="0">
            <a:spAutoFit/>
          </a:bodyPr>
          <a:lstStyle/>
          <a:p>
            <a:r>
              <a:rPr lang="en-AU" sz="32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Swap node K down</a:t>
            </a:r>
          </a:p>
        </p:txBody>
      </p:sp>
    </p:spTree>
    <p:extLst>
      <p:ext uri="{BB962C8B-B14F-4D97-AF65-F5344CB8AC3E}">
        <p14:creationId xmlns:p14="http://schemas.microsoft.com/office/powerpoint/2010/main" val="3564927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99" name="Group 4">
            <a:extLst>
              <a:ext uri="{FF2B5EF4-FFF2-40B4-BE49-F238E27FC236}">
                <a16:creationId xmlns:a16="http://schemas.microsoft.com/office/drawing/2014/main" id="{919EAF12-5524-F441-AE87-D15483E3CD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79651" y="981076"/>
            <a:ext cx="7991475" cy="5572125"/>
            <a:chOff x="2357" y="1485"/>
            <a:chExt cx="7200" cy="5027"/>
          </a:xfrm>
        </p:grpSpPr>
        <p:sp>
          <p:nvSpPr>
            <p:cNvPr id="132100" name="AutoShape 5">
              <a:extLst>
                <a:ext uri="{FF2B5EF4-FFF2-40B4-BE49-F238E27FC236}">
                  <a16:creationId xmlns:a16="http://schemas.microsoft.com/office/drawing/2014/main" id="{6CE03C18-50A3-FF43-A0A6-6413AEDC8C1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57" y="1485"/>
              <a:ext cx="7200" cy="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1" name="Oval 6">
              <a:extLst>
                <a:ext uri="{FF2B5EF4-FFF2-40B4-BE49-F238E27FC236}">
                  <a16:creationId xmlns:a16="http://schemas.microsoft.com/office/drawing/2014/main" id="{DF468803-93E8-5047-AD33-218A889A2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1757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2" name="Text Box 7">
              <a:extLst>
                <a:ext uri="{FF2B5EF4-FFF2-40B4-BE49-F238E27FC236}">
                  <a16:creationId xmlns:a16="http://schemas.microsoft.com/office/drawing/2014/main" id="{D3659316-6104-5646-BD59-E433799C36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1757"/>
              <a:ext cx="623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3" name="Oval 8">
              <a:extLst>
                <a:ext uri="{FF2B5EF4-FFF2-40B4-BE49-F238E27FC236}">
                  <a16:creationId xmlns:a16="http://schemas.microsoft.com/office/drawing/2014/main" id="{926225E4-06E9-C340-9C39-3AF8CAE30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1757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4" name="Text Box 9">
              <a:extLst>
                <a:ext uri="{FF2B5EF4-FFF2-40B4-BE49-F238E27FC236}">
                  <a16:creationId xmlns:a16="http://schemas.microsoft.com/office/drawing/2014/main" id="{019F869D-1927-3A4B-A67F-39FB9E0EE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9" y="1757"/>
              <a:ext cx="623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5" name="Oval 10">
              <a:extLst>
                <a:ext uri="{FF2B5EF4-FFF2-40B4-BE49-F238E27FC236}">
                  <a16:creationId xmlns:a16="http://schemas.microsoft.com/office/drawing/2014/main" id="{C3175A89-FA91-C441-820E-14C7ACCF2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2" y="1757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6" name="Text Box 11">
              <a:extLst>
                <a:ext uri="{FF2B5EF4-FFF2-40B4-BE49-F238E27FC236}">
                  <a16:creationId xmlns:a16="http://schemas.microsoft.com/office/drawing/2014/main" id="{165B4A27-2D2A-AA4E-A595-1B14AB64E8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" y="1757"/>
              <a:ext cx="623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7" name="Oval 12">
              <a:extLst>
                <a:ext uri="{FF2B5EF4-FFF2-40B4-BE49-F238E27FC236}">
                  <a16:creationId xmlns:a16="http://schemas.microsoft.com/office/drawing/2014/main" id="{215ABE71-F1F7-9547-A7D6-9583EBF74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" y="1757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8" name="Text Box 13">
              <a:extLst>
                <a:ext uri="{FF2B5EF4-FFF2-40B4-BE49-F238E27FC236}">
                  <a16:creationId xmlns:a16="http://schemas.microsoft.com/office/drawing/2014/main" id="{6B4531B7-7319-9B43-8BA8-B5B907424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4" y="1757"/>
              <a:ext cx="624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09" name="Oval 14">
              <a:extLst>
                <a:ext uri="{FF2B5EF4-FFF2-40B4-BE49-F238E27FC236}">
                  <a16:creationId xmlns:a16="http://schemas.microsoft.com/office/drawing/2014/main" id="{BFE6E664-D085-E04A-8B2A-90F5B9322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8" y="1757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0" name="Text Box 15">
              <a:extLst>
                <a:ext uri="{FF2B5EF4-FFF2-40B4-BE49-F238E27FC236}">
                  <a16:creationId xmlns:a16="http://schemas.microsoft.com/office/drawing/2014/main" id="{03B31BD3-98AA-4D4F-9736-C6129CC50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8" y="1757"/>
              <a:ext cx="622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1" name="Text Box 16">
              <a:extLst>
                <a:ext uri="{FF2B5EF4-FFF2-40B4-BE49-F238E27FC236}">
                  <a16:creationId xmlns:a16="http://schemas.microsoft.com/office/drawing/2014/main" id="{185F6079-5A7B-614E-8DBF-968EFE3780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2300"/>
              <a:ext cx="5783" cy="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en-US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Insert elements with weights of </a:t>
              </a:r>
              <a:r>
                <a:rPr lang="en" altLang="zh-CN" dirty="0">
                  <a:solidFill>
                    <a:schemeClr val="bg1"/>
                  </a:solidFill>
                  <a:latin typeface="Aptos Display" panose="020B0004020202020204" pitchFamily="34" charset="0"/>
                </a:rPr>
                <a:t>6, 2, 3, 5, and 1 respectively.</a:t>
              </a:r>
            </a:p>
            <a:p>
              <a:pPr eaLnBrk="1" hangingPunct="1"/>
              <a:endParaRPr lang="en-US" altLang="zh-CN" dirty="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2" name="Oval 17">
              <a:extLst>
                <a:ext uri="{FF2B5EF4-FFF2-40B4-BE49-F238E27FC236}">
                  <a16:creationId xmlns:a16="http://schemas.microsoft.com/office/drawing/2014/main" id="{92E046B6-1ADA-E44C-A0E8-29EFA3CF8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7" y="2980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3" name="Text Box 18">
              <a:extLst>
                <a:ext uri="{FF2B5EF4-FFF2-40B4-BE49-F238E27FC236}">
                  <a16:creationId xmlns:a16="http://schemas.microsoft.com/office/drawing/2014/main" id="{0B36747B-E0CC-AF45-B7E3-09B103234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2980"/>
              <a:ext cx="622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4" name="Text Box 19">
              <a:extLst>
                <a:ext uri="{FF2B5EF4-FFF2-40B4-BE49-F238E27FC236}">
                  <a16:creationId xmlns:a16="http://schemas.microsoft.com/office/drawing/2014/main" id="{59AE6591-9FDE-3F4D-9E02-4A1ACDB1C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7" y="3387"/>
              <a:ext cx="625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(1)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5" name="Oval 20">
              <a:extLst>
                <a:ext uri="{FF2B5EF4-FFF2-40B4-BE49-F238E27FC236}">
                  <a16:creationId xmlns:a16="http://schemas.microsoft.com/office/drawing/2014/main" id="{EFCC8FF7-FED8-D84A-A73A-B889FFACD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5" y="3523"/>
              <a:ext cx="467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6" name="Text Box 21">
              <a:extLst>
                <a:ext uri="{FF2B5EF4-FFF2-40B4-BE49-F238E27FC236}">
                  <a16:creationId xmlns:a16="http://schemas.microsoft.com/office/drawing/2014/main" id="{81EB83D5-8E5F-B24D-96D5-2FE3E74AAA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5" y="3523"/>
              <a:ext cx="622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7" name="Text Box 22">
              <a:extLst>
                <a:ext uri="{FF2B5EF4-FFF2-40B4-BE49-F238E27FC236}">
                  <a16:creationId xmlns:a16="http://schemas.microsoft.com/office/drawing/2014/main" id="{E56F973C-620D-D648-B3C1-881BD464B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8" y="3931"/>
              <a:ext cx="626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(2)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8" name="Oval 23">
              <a:extLst>
                <a:ext uri="{FF2B5EF4-FFF2-40B4-BE49-F238E27FC236}">
                  <a16:creationId xmlns:a16="http://schemas.microsoft.com/office/drawing/2014/main" id="{117261AA-EFC9-1F4B-ACD8-8DB7C1B88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8" y="2844"/>
              <a:ext cx="469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19" name="Text Box 24">
              <a:extLst>
                <a:ext uri="{FF2B5EF4-FFF2-40B4-BE49-F238E27FC236}">
                  <a16:creationId xmlns:a16="http://schemas.microsoft.com/office/drawing/2014/main" id="{D0891DE3-0F62-A540-9B24-EFE537FE0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8" y="2844"/>
              <a:ext cx="62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0" name="Line 25">
              <a:extLst>
                <a:ext uri="{FF2B5EF4-FFF2-40B4-BE49-F238E27FC236}">
                  <a16:creationId xmlns:a16="http://schemas.microsoft.com/office/drawing/2014/main" id="{5EC81D65-EBD7-604C-9807-F6467F90D8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18" y="3252"/>
              <a:ext cx="156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1" name="Oval 26">
              <a:extLst>
                <a:ext uri="{FF2B5EF4-FFF2-40B4-BE49-F238E27FC236}">
                  <a16:creationId xmlns:a16="http://schemas.microsoft.com/office/drawing/2014/main" id="{CB527E37-159C-114B-8871-69BFE0CD3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3" y="3523"/>
              <a:ext cx="467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2" name="Text Box 27">
              <a:extLst>
                <a:ext uri="{FF2B5EF4-FFF2-40B4-BE49-F238E27FC236}">
                  <a16:creationId xmlns:a16="http://schemas.microsoft.com/office/drawing/2014/main" id="{E91C8BB6-21D3-7A4D-AF97-5B8C873BC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3" y="3523"/>
              <a:ext cx="62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3" name="Text Box 28">
              <a:extLst>
                <a:ext uri="{FF2B5EF4-FFF2-40B4-BE49-F238E27FC236}">
                  <a16:creationId xmlns:a16="http://schemas.microsoft.com/office/drawing/2014/main" id="{B67D7BD9-4AA7-EB41-8F69-64751AB00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6" y="3931"/>
              <a:ext cx="627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(3)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4" name="Oval 29">
              <a:extLst>
                <a:ext uri="{FF2B5EF4-FFF2-40B4-BE49-F238E27FC236}">
                  <a16:creationId xmlns:a16="http://schemas.microsoft.com/office/drawing/2014/main" id="{69F6FCE2-CB3B-034D-96C2-A395BDD1A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6" y="2844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5" name="Text Box 30">
              <a:extLst>
                <a:ext uri="{FF2B5EF4-FFF2-40B4-BE49-F238E27FC236}">
                  <a16:creationId xmlns:a16="http://schemas.microsoft.com/office/drawing/2014/main" id="{E174D4FA-9C41-B84B-96FF-AF1CF31AE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66" y="2844"/>
              <a:ext cx="62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6" name="Line 31">
              <a:extLst>
                <a:ext uri="{FF2B5EF4-FFF2-40B4-BE49-F238E27FC236}">
                  <a16:creationId xmlns:a16="http://schemas.microsoft.com/office/drawing/2014/main" id="{F4AC4959-6A72-5749-BF2C-D434D35F6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66" y="3251"/>
              <a:ext cx="156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7" name="Oval 32">
              <a:extLst>
                <a:ext uri="{FF2B5EF4-FFF2-40B4-BE49-F238E27FC236}">
                  <a16:creationId xmlns:a16="http://schemas.microsoft.com/office/drawing/2014/main" id="{61507A0C-9598-5747-BB2B-F1EC675D8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4" y="3523"/>
              <a:ext cx="470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8" name="Text Box 33">
              <a:extLst>
                <a:ext uri="{FF2B5EF4-FFF2-40B4-BE49-F238E27FC236}">
                  <a16:creationId xmlns:a16="http://schemas.microsoft.com/office/drawing/2014/main" id="{DF3A0C14-E4C7-0841-91AA-14C44D795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4" y="3523"/>
              <a:ext cx="626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29" name="Line 34">
              <a:extLst>
                <a:ext uri="{FF2B5EF4-FFF2-40B4-BE49-F238E27FC236}">
                  <a16:creationId xmlns:a16="http://schemas.microsoft.com/office/drawing/2014/main" id="{CE1624D0-19EE-5640-8A21-CAD73645F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9" y="3251"/>
              <a:ext cx="313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0" name="Oval 35">
              <a:extLst>
                <a:ext uri="{FF2B5EF4-FFF2-40B4-BE49-F238E27FC236}">
                  <a16:creationId xmlns:a16="http://schemas.microsoft.com/office/drawing/2014/main" id="{C49DA9A6-F11E-B24D-9A25-DD32F1650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5561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1" name="Text Box 36">
              <a:extLst>
                <a:ext uri="{FF2B5EF4-FFF2-40B4-BE49-F238E27FC236}">
                  <a16:creationId xmlns:a16="http://schemas.microsoft.com/office/drawing/2014/main" id="{DD436E1F-F180-934E-A7DC-10007540D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0" y="5561"/>
              <a:ext cx="621" cy="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2" name="Text Box 37">
              <a:extLst>
                <a:ext uri="{FF2B5EF4-FFF2-40B4-BE49-F238E27FC236}">
                  <a16:creationId xmlns:a16="http://schemas.microsoft.com/office/drawing/2014/main" id="{D787E544-B216-0B42-BD39-79375389D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5969"/>
              <a:ext cx="627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(4)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3" name="Oval 38">
              <a:extLst>
                <a:ext uri="{FF2B5EF4-FFF2-40B4-BE49-F238E27FC236}">
                  <a16:creationId xmlns:a16="http://schemas.microsoft.com/office/drawing/2014/main" id="{24B94302-67F7-D544-9AC4-ADD1E78EB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6" y="4203"/>
              <a:ext cx="468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4" name="Text Box 39">
              <a:extLst>
                <a:ext uri="{FF2B5EF4-FFF2-40B4-BE49-F238E27FC236}">
                  <a16:creationId xmlns:a16="http://schemas.microsoft.com/office/drawing/2014/main" id="{AD22DBD9-1296-6A44-9895-06B69EA80B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4203"/>
              <a:ext cx="62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5" name="Line 40">
              <a:extLst>
                <a:ext uri="{FF2B5EF4-FFF2-40B4-BE49-F238E27FC236}">
                  <a16:creationId xmlns:a16="http://schemas.microsoft.com/office/drawing/2014/main" id="{69AD246B-EC40-B84E-8FA6-513E84F21A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6" y="4610"/>
              <a:ext cx="156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6" name="Oval 41">
              <a:extLst>
                <a:ext uri="{FF2B5EF4-FFF2-40B4-BE49-F238E27FC236}">
                  <a16:creationId xmlns:a16="http://schemas.microsoft.com/office/drawing/2014/main" id="{6A847EAF-1C2F-C740-A7B7-6FA93F5CD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" y="4882"/>
              <a:ext cx="470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7" name="Text Box 42">
              <a:extLst>
                <a:ext uri="{FF2B5EF4-FFF2-40B4-BE49-F238E27FC236}">
                  <a16:creationId xmlns:a16="http://schemas.microsoft.com/office/drawing/2014/main" id="{02EA88F4-5740-314D-BAF4-AED709469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4" y="4882"/>
              <a:ext cx="626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8" name="Line 43">
              <a:extLst>
                <a:ext uri="{FF2B5EF4-FFF2-40B4-BE49-F238E27FC236}">
                  <a16:creationId xmlns:a16="http://schemas.microsoft.com/office/drawing/2014/main" id="{A52DCA82-DD0A-1048-9E20-BDCCC4D4C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9" y="4610"/>
              <a:ext cx="312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39" name="Oval 44">
              <a:extLst>
                <a:ext uri="{FF2B5EF4-FFF2-40B4-BE49-F238E27FC236}">
                  <a16:creationId xmlns:a16="http://schemas.microsoft.com/office/drawing/2014/main" id="{3D852547-E3EC-7F4E-87C1-FF507D61B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3" y="4882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0" name="Text Box 45">
              <a:extLst>
                <a:ext uri="{FF2B5EF4-FFF2-40B4-BE49-F238E27FC236}">
                  <a16:creationId xmlns:a16="http://schemas.microsoft.com/office/drawing/2014/main" id="{529E63E5-AA24-704C-BC18-FE4EC96CA4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3" y="4882"/>
              <a:ext cx="624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1" name="Line 46">
              <a:extLst>
                <a:ext uri="{FF2B5EF4-FFF2-40B4-BE49-F238E27FC236}">
                  <a16:creationId xmlns:a16="http://schemas.microsoft.com/office/drawing/2014/main" id="{71FE9153-0B40-4B46-9CB6-E6B3B7696B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3" y="5290"/>
              <a:ext cx="156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2" name="Oval 47">
              <a:extLst>
                <a:ext uri="{FF2B5EF4-FFF2-40B4-BE49-F238E27FC236}">
                  <a16:creationId xmlns:a16="http://schemas.microsoft.com/office/drawing/2014/main" id="{5BE42CD9-B33C-E74E-9C11-FA8268810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4" y="5697"/>
              <a:ext cx="467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3" name="Text Box 48">
              <a:extLst>
                <a:ext uri="{FF2B5EF4-FFF2-40B4-BE49-F238E27FC236}">
                  <a16:creationId xmlns:a16="http://schemas.microsoft.com/office/drawing/2014/main" id="{E27D2797-BFBD-CF43-A787-D98097D99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4" y="5697"/>
              <a:ext cx="621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6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4" name="Text Box 49">
              <a:extLst>
                <a:ext uri="{FF2B5EF4-FFF2-40B4-BE49-F238E27FC236}">
                  <a16:creationId xmlns:a16="http://schemas.microsoft.com/office/drawing/2014/main" id="{6DFA1425-B775-BB4B-838C-B45D488920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0" y="6106"/>
              <a:ext cx="627" cy="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(5)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5" name="Oval 50">
              <a:extLst>
                <a:ext uri="{FF2B5EF4-FFF2-40B4-BE49-F238E27FC236}">
                  <a16:creationId xmlns:a16="http://schemas.microsoft.com/office/drawing/2014/main" id="{1663630F-1EE6-E34A-8D1E-40F7C4063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7" y="5019"/>
              <a:ext cx="468" cy="40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6" name="Text Box 51">
              <a:extLst>
                <a:ext uri="{FF2B5EF4-FFF2-40B4-BE49-F238E27FC236}">
                  <a16:creationId xmlns:a16="http://schemas.microsoft.com/office/drawing/2014/main" id="{B1167A2F-E298-F041-A170-78A19F851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7" y="5019"/>
              <a:ext cx="620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2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7" name="Line 52">
              <a:extLst>
                <a:ext uri="{FF2B5EF4-FFF2-40B4-BE49-F238E27FC236}">
                  <a16:creationId xmlns:a16="http://schemas.microsoft.com/office/drawing/2014/main" id="{77238F98-9701-AD4F-8E7F-37441F277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40" y="4746"/>
              <a:ext cx="156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8" name="Oval 53">
              <a:extLst>
                <a:ext uri="{FF2B5EF4-FFF2-40B4-BE49-F238E27FC236}">
                  <a16:creationId xmlns:a16="http://schemas.microsoft.com/office/drawing/2014/main" id="{D05F48A5-B1A9-7B43-845E-31408FC16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8" y="5019"/>
              <a:ext cx="470" cy="40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49" name="Text Box 54">
              <a:extLst>
                <a:ext uri="{FF2B5EF4-FFF2-40B4-BE49-F238E27FC236}">
                  <a16:creationId xmlns:a16="http://schemas.microsoft.com/office/drawing/2014/main" id="{3BBF2CE1-5F63-BA43-8101-03B643623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8" y="5019"/>
              <a:ext cx="626" cy="5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3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50" name="Line 55">
              <a:extLst>
                <a:ext uri="{FF2B5EF4-FFF2-40B4-BE49-F238E27FC236}">
                  <a16:creationId xmlns:a16="http://schemas.microsoft.com/office/drawing/2014/main" id="{895812D7-74A5-F140-BA57-E3A7F6CDCD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53" y="4746"/>
              <a:ext cx="312" cy="27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51" name="Oval 56">
              <a:extLst>
                <a:ext uri="{FF2B5EF4-FFF2-40B4-BE49-F238E27FC236}">
                  <a16:creationId xmlns:a16="http://schemas.microsoft.com/office/drawing/2014/main" id="{D54AA0C2-8AAD-5641-9AD0-EF47BEC41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0" y="5697"/>
              <a:ext cx="467" cy="40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52" name="Text Box 57">
              <a:extLst>
                <a:ext uri="{FF2B5EF4-FFF2-40B4-BE49-F238E27FC236}">
                  <a16:creationId xmlns:a16="http://schemas.microsoft.com/office/drawing/2014/main" id="{510DBDF7-9497-8745-9358-886712352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0" y="5697"/>
              <a:ext cx="623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5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53" name="Line 58">
              <a:extLst>
                <a:ext uri="{FF2B5EF4-FFF2-40B4-BE49-F238E27FC236}">
                  <a16:creationId xmlns:a16="http://schemas.microsoft.com/office/drawing/2014/main" id="{3410CE0C-190B-6647-8C23-AEE25AA7D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27" y="5425"/>
              <a:ext cx="156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54" name="Oval 59">
              <a:extLst>
                <a:ext uri="{FF2B5EF4-FFF2-40B4-BE49-F238E27FC236}">
                  <a16:creationId xmlns:a16="http://schemas.microsoft.com/office/drawing/2014/main" id="{5DFEB202-FF39-5043-9720-CC6678807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0" y="4338"/>
              <a:ext cx="467" cy="40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55" name="Text Box 60">
              <a:extLst>
                <a:ext uri="{FF2B5EF4-FFF2-40B4-BE49-F238E27FC236}">
                  <a16:creationId xmlns:a16="http://schemas.microsoft.com/office/drawing/2014/main" id="{81A888E0-6C80-EB4A-AF22-8D7A862A3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0" y="4338"/>
              <a:ext cx="620" cy="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" altLang="zh-CN" sz="1600">
                  <a:solidFill>
                    <a:schemeClr val="bg1"/>
                  </a:solidFill>
                  <a:latin typeface="Aptos Display" panose="020B0004020202020204" pitchFamily="34" charset="0"/>
                </a:rPr>
                <a:t>1</a:t>
              </a:r>
              <a:endParaRPr lang="en-US" altLang="zh-CN" sz="1600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  <p:sp>
          <p:nvSpPr>
            <p:cNvPr id="132156" name="Line 61">
              <a:extLst>
                <a:ext uri="{FF2B5EF4-FFF2-40B4-BE49-F238E27FC236}">
                  <a16:creationId xmlns:a16="http://schemas.microsoft.com/office/drawing/2014/main" id="{7D05DFD0-A34E-684F-B163-7CA13BF1E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0" y="5425"/>
              <a:ext cx="156" cy="2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bg1"/>
                </a:solidFill>
                <a:latin typeface="Aptos Display" panose="020B0004020202020204" pitchFamily="34" charset="0"/>
              </a:endParaRPr>
            </a:p>
          </p:txBody>
        </p:sp>
      </p:grpSp>
      <p:sp>
        <p:nvSpPr>
          <p:cNvPr id="61" name="Rectangle 2">
            <a:extLst>
              <a:ext uri="{FF2B5EF4-FFF2-40B4-BE49-F238E27FC236}">
                <a16:creationId xmlns:a16="http://schemas.microsoft.com/office/drawing/2014/main" id="{85B36E05-D613-2448-B7AB-76C28BAA556E}"/>
              </a:ext>
            </a:extLst>
          </p:cNvPr>
          <p:cNvSpPr txBox="1">
            <a:spLocks noRot="1" noChangeArrowheads="1"/>
          </p:cNvSpPr>
          <p:nvPr/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</a:rPr>
              <a:t>construction of a heap is the process of repeated insertions</a:t>
            </a:r>
            <a:endParaRPr lang="en-US" altLang="zh-CN" sz="4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02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A06A062A-354D-0B46-B490-425E4FE1FC2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Insertion 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</a:rPr>
              <a:t>/ 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</a:rPr>
              <a:t>deletion of a heap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5649B4-7EC9-5046-84D5-B59AC007D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09" y="1402159"/>
            <a:ext cx="8864600" cy="5448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D74C80-7F5E-7C00-388D-50466981CD31}"/>
              </a:ext>
            </a:extLst>
          </p:cNvPr>
          <p:cNvSpPr txBox="1"/>
          <p:nvPr/>
        </p:nvSpPr>
        <p:spPr>
          <a:xfrm>
            <a:off x="4650375" y="1333709"/>
            <a:ext cx="4892833" cy="523220"/>
          </a:xfrm>
          <a:prstGeom prst="rect">
            <a:avLst/>
          </a:prstGeom>
          <a:solidFill>
            <a:srgbClr val="F9FBFA"/>
          </a:solidFill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bg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rPr>
              <a:t>Insert node w/ weight 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AC95C6-C060-33C0-346E-0195217C0D1F}"/>
              </a:ext>
            </a:extLst>
          </p:cNvPr>
          <p:cNvSpPr txBox="1"/>
          <p:nvPr/>
        </p:nvSpPr>
        <p:spPr>
          <a:xfrm>
            <a:off x="5110909" y="3845714"/>
            <a:ext cx="4432299" cy="523220"/>
          </a:xfrm>
          <a:prstGeom prst="rect">
            <a:avLst/>
          </a:prstGeom>
          <a:solidFill>
            <a:srgbClr val="F9FBFA"/>
          </a:solidFill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chemeClr val="bg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rPr>
              <a:t>Delete node at </a:t>
            </a:r>
            <a:r>
              <a:rPr lang="en-US" altLang="zh-CN" sz="2800" dirty="0">
                <a:solidFill>
                  <a:schemeClr val="bg1">
                    <a:lumMod val="50000"/>
                    <a:lumOff val="50000"/>
                  </a:schemeClr>
                </a:solidFill>
                <a:latin typeface="Aptos Display" panose="020B0004020202020204" pitchFamily="34" charset="0"/>
              </a:rPr>
              <a:t>pos. x</a:t>
            </a:r>
            <a:endParaRPr lang="en-AU" sz="2800" dirty="0">
              <a:solidFill>
                <a:schemeClr val="bg1">
                  <a:lumMod val="50000"/>
                  <a:lumOff val="50000"/>
                </a:schemeClr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758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D0373229-E4AC-CF49-AC7E-DB9E61CCFE1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Priority queues (</a:t>
            </a:r>
            <a:r>
              <a:rPr lang="en" altLang="zh-CN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STL</a:t>
            </a:r>
            <a:r>
              <a:rPr lang="en" altLang="en-US" dirty="0">
                <a:solidFill>
                  <a:schemeClr val="bg1"/>
                </a:solidFill>
                <a:latin typeface="Aptos Display" panose="020B0004020202020204" pitchFamily="34" charset="0"/>
                <a:ea typeface="+mn-ea"/>
              </a:rPr>
              <a:t>)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2721678B-B010-714F-9BDC-388B34D1B867}"/>
              </a:ext>
            </a:extLst>
          </p:cNvPr>
          <p:cNvSpPr>
            <a:spLocks noGrp="1" noRot="1" noChangeArrowheads="1"/>
          </p:cNvSpPr>
          <p:nvPr>
            <p:ph idx="1"/>
          </p:nvPr>
        </p:nvSpPr>
        <p:spPr/>
        <p:txBody>
          <a:bodyPr anchor="ctr">
            <a:normAutofit fontScale="92500" lnSpcReduction="20000"/>
          </a:bodyPr>
          <a:lstStyle/>
          <a:p>
            <a:pPr eaLnBrk="1" hangingPunct="1"/>
            <a:r>
              <a:rPr lang="en" altLang="zh-CN" sz="3000" dirty="0">
                <a:latin typeface="Consolas" panose="020B0609020204030204" pitchFamily="49" charset="0"/>
              </a:rPr>
              <a:t>priority_queue</a:t>
            </a:r>
            <a:r>
              <a:rPr lang="en" altLang="en-US" sz="3200" dirty="0">
                <a:latin typeface="Aptos Display" panose="020B0004020202020204" pitchFamily="34" charset="0"/>
              </a:rPr>
              <a:t>: max-heap</a:t>
            </a:r>
            <a:endParaRPr lang="en-US" altLang="zh-CN" sz="3200" dirty="0">
              <a:latin typeface="Aptos Display" panose="020B0004020202020204" pitchFamily="34" charset="0"/>
            </a:endParaRPr>
          </a:p>
          <a:p>
            <a:pPr eaLnBrk="1" hangingPunct="1"/>
            <a:r>
              <a:rPr lang="en" altLang="zh-CN" sz="3000" dirty="0">
                <a:latin typeface="Consolas" panose="020B0609020204030204" pitchFamily="49" charset="0"/>
              </a:rPr>
              <a:t>priority_queue &lt;int, vector&lt;int&gt;, greater&lt;int&gt;&gt; pq;</a:t>
            </a:r>
            <a:r>
              <a:rPr lang="en" altLang="zh-CN" sz="3200" dirty="0">
                <a:latin typeface="Aptos Display" panose="020B0004020202020204" pitchFamily="34" charset="0"/>
              </a:rPr>
              <a:t> // </a:t>
            </a:r>
            <a:r>
              <a:rPr lang="en" altLang="en-US" sz="3200" dirty="0">
                <a:latin typeface="Aptos Display" panose="020B0004020202020204" pitchFamily="34" charset="0"/>
              </a:rPr>
              <a:t>min-heap</a:t>
            </a:r>
            <a:endParaRPr lang="en-US" altLang="zh-CN" sz="3200" dirty="0">
              <a:latin typeface="Aptos Display" panose="020B0004020202020204" pitchFamily="34" charset="0"/>
            </a:endParaRPr>
          </a:p>
          <a:p>
            <a:pPr eaLnBrk="1" hangingPunct="1"/>
            <a:r>
              <a:rPr lang="en" altLang="zh-CN" sz="3000" dirty="0">
                <a:latin typeface="Consolas" panose="020B0609020204030204" pitchFamily="49" charset="0"/>
              </a:rPr>
              <a:t>priority_queue &lt;type&gt; pq; </a:t>
            </a:r>
            <a:r>
              <a:rPr lang="en" altLang="zh-CN" sz="3200" dirty="0">
                <a:latin typeface="Aptos Display" panose="020B0004020202020204" pitchFamily="34" charset="0"/>
              </a:rPr>
              <a:t>// </a:t>
            </a:r>
            <a:r>
              <a:rPr lang="en" altLang="en-US" sz="3200" dirty="0">
                <a:latin typeface="Aptos Display" panose="020B0004020202020204" pitchFamily="34" charset="0"/>
              </a:rPr>
              <a:t>Custom struct with operator overloading</a:t>
            </a:r>
            <a:endParaRPr lang="en-US" altLang="zh-CN" sz="3200" dirty="0">
              <a:latin typeface="Aptos Display" panose="020B0004020202020204" pitchFamily="34" charset="0"/>
            </a:endParaRPr>
          </a:p>
          <a:p>
            <a:pPr eaLnBrk="1" hangingPunct="1"/>
            <a:r>
              <a:rPr lang="en" altLang="zh-CN" sz="3000" dirty="0">
                <a:latin typeface="Consolas" panose="020B0609020204030204" pitchFamily="49" charset="0"/>
              </a:rPr>
              <a:t>priority_queue &lt;type, vector&lt;type&gt;, cmp&gt; pq; </a:t>
            </a:r>
            <a:r>
              <a:rPr lang="en" altLang="zh-CN" sz="3200" dirty="0">
                <a:latin typeface="Aptos Display" panose="020B0004020202020204" pitchFamily="34" charset="0"/>
              </a:rPr>
              <a:t>// </a:t>
            </a:r>
            <a:r>
              <a:rPr lang="en" altLang="en-US" sz="3200" dirty="0">
                <a:latin typeface="Aptos Display" panose="020B0004020202020204" pitchFamily="34" charset="0"/>
              </a:rPr>
              <a:t>Custom struct </a:t>
            </a:r>
            <a:r>
              <a:rPr lang="en" altLang="zh-CN" sz="3200" dirty="0">
                <a:latin typeface="Aptos Display" panose="020B0004020202020204" pitchFamily="34" charset="0"/>
              </a:rPr>
              <a:t>+ </a:t>
            </a:r>
            <a:r>
              <a:rPr lang="en" altLang="en-US" sz="3200" dirty="0">
                <a:latin typeface="Aptos Display" panose="020B0004020202020204" pitchFamily="34" charset="0"/>
              </a:rPr>
              <a:t>comparison function</a:t>
            </a:r>
            <a:endParaRPr lang="en-US" altLang="zh-CN" sz="3200" dirty="0">
              <a:latin typeface="Aptos Display" panose="020B0004020202020204" pitchFamily="34" charset="0"/>
            </a:endParaRPr>
          </a:p>
          <a:p>
            <a:pPr eaLnBrk="1" hangingPunct="1"/>
            <a:r>
              <a:rPr lang="en" altLang="en-US" sz="3200" dirty="0">
                <a:latin typeface="Aptos Display" panose="020B0004020202020204" pitchFamily="34" charset="0"/>
              </a:rPr>
              <a:t>Only the top element of the heap can be deleted; arbitrary elements cannot be deleted.</a:t>
            </a:r>
          </a:p>
        </p:txBody>
      </p:sp>
    </p:spTree>
    <p:extLst>
      <p:ext uri="{BB962C8B-B14F-4D97-AF65-F5344CB8AC3E}">
        <p14:creationId xmlns:p14="http://schemas.microsoft.com/office/powerpoint/2010/main" val="3116420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cap="none" dirty="0" err="1">
                <a:solidFill>
                  <a:schemeClr val="bg1"/>
                </a:solidFill>
                <a:latin typeface="Consolas" panose="020B0609020204030204" pitchFamily="49" charset="0"/>
              </a:rPr>
              <a:t>priority_queue</a:t>
            </a:r>
            <a:endParaRPr lang="zh-CN" altLang="en-US" cap="none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 anchor="ctr" anchorCtr="0">
            <a:normAutofit/>
          </a:bodyPr>
          <a:lstStyle/>
          <a:p>
            <a:r>
              <a:rPr kumimoji="1" lang="en" altLang="en-US" sz="2800" dirty="0">
                <a:latin typeface="Aptos Display" panose="020B0004020202020204" pitchFamily="34" charset="0"/>
                <a:ea typeface="Cambria Math" panose="02040503050406030204" pitchFamily="18" charset="0"/>
              </a:rPr>
              <a:t>Max-heap</a:t>
            </a:r>
            <a:endParaRPr kumimoji="1" lang="en-US" altLang="zh-CN" sz="2800" dirty="0">
              <a:latin typeface="Aptos Display" panose="020B0004020202020204" pitchFamily="34" charset="0"/>
              <a:ea typeface="Cambria Math" panose="02040503050406030204" pitchFamily="18" charset="0"/>
            </a:endParaRPr>
          </a:p>
          <a:p>
            <a:r>
              <a:rPr kumimoji="1" lang="en" altLang="en-US" sz="2800" dirty="0">
                <a:latin typeface="Aptos Display" panose="020B0004020202020204" pitchFamily="34" charset="0"/>
                <a:ea typeface="Cambria Math" panose="02040503050406030204" pitchFamily="18" charset="0"/>
              </a:rPr>
              <a:t>Common operations:</a:t>
            </a:r>
            <a:endParaRPr kumimoji="1" lang="en-US" altLang="zh-CN" sz="2800" dirty="0">
              <a:latin typeface="Aptos Display" panose="020B0004020202020204" pitchFamily="34" charset="0"/>
              <a:ea typeface="Cambria Math" panose="02040503050406030204" pitchFamily="18" charset="0"/>
            </a:endParaRPr>
          </a:p>
          <a:p>
            <a:pPr lvl="1"/>
            <a:r>
              <a:rPr kumimoji="1" lang="en" altLang="en-US" sz="2400" dirty="0">
                <a:latin typeface="Aptos Display" panose="020B0004020202020204" pitchFamily="34" charset="0"/>
                <a:ea typeface="Cambria Math" panose="02040503050406030204" pitchFamily="18" charset="0"/>
              </a:rPr>
              <a:t>Check if it is empty: </a:t>
            </a:r>
            <a:r>
              <a:rPr kumimoji="1" lang="en" altLang="zh-CN" sz="2400" dirty="0">
                <a:latin typeface="Consolas" panose="020B0609020204030204" pitchFamily="49" charset="0"/>
                <a:ea typeface="Cambria Math" panose="02040503050406030204" pitchFamily="18" charset="0"/>
              </a:rPr>
              <a:t>empty()</a:t>
            </a:r>
          </a:p>
          <a:p>
            <a:pPr lvl="1"/>
            <a:r>
              <a:rPr kumimoji="1" lang="en" altLang="en-US" sz="2400" dirty="0">
                <a:latin typeface="Aptos Display" panose="020B0004020202020204" pitchFamily="34" charset="0"/>
                <a:ea typeface="Cambria Math" panose="02040503050406030204" pitchFamily="18" charset="0"/>
              </a:rPr>
              <a:t>Number of elements: </a:t>
            </a:r>
            <a:r>
              <a:rPr kumimoji="1" lang="en" altLang="zh-CN" sz="2400" dirty="0">
                <a:latin typeface="Consolas" panose="020B0609020204030204" pitchFamily="49" charset="0"/>
                <a:ea typeface="Cambria Math" panose="02040503050406030204" pitchFamily="18" charset="0"/>
              </a:rPr>
              <a:t>size()</a:t>
            </a:r>
          </a:p>
          <a:p>
            <a:pPr lvl="1"/>
            <a:r>
              <a:rPr kumimoji="1" lang="en" altLang="en-US" sz="2400" dirty="0">
                <a:latin typeface="Aptos Display" panose="020B0004020202020204" pitchFamily="34" charset="0"/>
                <a:ea typeface="Cambria Math" panose="02040503050406030204" pitchFamily="18" charset="0"/>
              </a:rPr>
              <a:t>Retrieve the top of the heap: </a:t>
            </a:r>
            <a:r>
              <a:rPr kumimoji="1" lang="en" altLang="zh-CN" sz="2400" dirty="0">
                <a:latin typeface="Consolas" panose="020B0609020204030204" pitchFamily="49" charset="0"/>
                <a:ea typeface="Cambria Math" panose="02040503050406030204" pitchFamily="18" charset="0"/>
              </a:rPr>
              <a:t>top()</a:t>
            </a:r>
          </a:p>
          <a:p>
            <a:pPr lvl="1"/>
            <a:r>
              <a:rPr kumimoji="1" lang="en" altLang="en-US" sz="2400" dirty="0">
                <a:latin typeface="Aptos Display" panose="020B0004020202020204" pitchFamily="34" charset="0"/>
                <a:ea typeface="Cambria Math" panose="02040503050406030204" pitchFamily="18" charset="0"/>
              </a:rPr>
              <a:t>Insert into the heap: </a:t>
            </a:r>
            <a:r>
              <a:rPr kumimoji="1" lang="en" altLang="zh-CN" sz="2400" dirty="0">
                <a:latin typeface="Consolas" panose="020B0609020204030204" pitchFamily="49" charset="0"/>
                <a:ea typeface="Cambria Math" panose="02040503050406030204" pitchFamily="18" charset="0"/>
              </a:rPr>
              <a:t>push()</a:t>
            </a:r>
          </a:p>
          <a:p>
            <a:pPr lvl="1"/>
            <a:r>
              <a:rPr kumimoji="1" lang="en" altLang="en-US" sz="2400" dirty="0">
                <a:latin typeface="Aptos Display" panose="020B0004020202020204" pitchFamily="34" charset="0"/>
                <a:ea typeface="Cambria Math" panose="02040503050406030204" pitchFamily="18" charset="0"/>
              </a:rPr>
              <a:t>Popping from the heap: </a:t>
            </a:r>
            <a:r>
              <a:rPr kumimoji="1" lang="en" altLang="zh-CN" sz="2400" dirty="0">
                <a:latin typeface="Consolas" panose="020B0609020204030204" pitchFamily="49" charset="0"/>
                <a:ea typeface="Cambria Math" panose="02040503050406030204" pitchFamily="18" charset="0"/>
              </a:rPr>
              <a:t>pop()</a:t>
            </a:r>
          </a:p>
          <a:p>
            <a:r>
              <a:rPr kumimoji="1" lang="en" altLang="en-US" sz="2800" dirty="0">
                <a:latin typeface="Aptos Display" panose="020B0004020202020204" pitchFamily="34" charset="0"/>
                <a:ea typeface="Cambria Math" panose="02040503050406030204" pitchFamily="18" charset="0"/>
              </a:rPr>
              <a:t>Custom comparison functions</a:t>
            </a:r>
            <a:endParaRPr kumimoji="1" lang="en-US" altLang="zh-CN" sz="2800" dirty="0">
              <a:latin typeface="Aptos Display" panose="020B0004020202020204" pitchFamily="34" charset="0"/>
              <a:ea typeface="Cambria Math" panose="02040503050406030204" pitchFamily="18" charset="0"/>
            </a:endParaRPr>
          </a:p>
          <a:p>
            <a:r>
              <a:rPr kumimoji="1" lang="en" altLang="en-US" sz="2800" dirty="0">
                <a:latin typeface="Aptos Display" panose="020B0004020202020204" pitchFamily="34" charset="0"/>
                <a:ea typeface="Cambria Math" panose="02040503050406030204" pitchFamily="18" charset="0"/>
              </a:rPr>
              <a:t>No method to delete any element</a:t>
            </a:r>
            <a:endParaRPr kumimoji="1" lang="en-US" altLang="zh-CN" sz="2800" dirty="0">
              <a:latin typeface="Aptos Display" panose="020B0004020202020204" pitchFamily="34" charset="0"/>
              <a:ea typeface="Cambria Math" panose="020405030504060302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3D24EAB-FE44-E94C-AC53-4D1412A4C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3009" y="0"/>
            <a:ext cx="63605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113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70665</TotalTime>
  <Words>917</Words>
  <Application>Microsoft Office PowerPoint</Application>
  <PresentationFormat>Widescreen</PresentationFormat>
  <Paragraphs>182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等线</vt:lpstr>
      <vt:lpstr>Aptos Display</vt:lpstr>
      <vt:lpstr>Arial</vt:lpstr>
      <vt:lpstr>Cambria Math</vt:lpstr>
      <vt:lpstr>Consolas</vt:lpstr>
      <vt:lpstr>Tw Cen MT</vt:lpstr>
      <vt:lpstr>Wingdings 2</vt:lpstr>
      <vt:lpstr>电路</vt:lpstr>
      <vt:lpstr>heaps</vt:lpstr>
      <vt:lpstr>Problem: Finding the maximum/minimum element of arbitrary data</vt:lpstr>
      <vt:lpstr>Input / Output</vt:lpstr>
      <vt:lpstr>Sample</vt:lpstr>
      <vt:lpstr>Using linear lists as the data structure</vt:lpstr>
      <vt:lpstr>Binary heaps (priority queues)</vt:lpstr>
      <vt:lpstr>INSERTING NODE X INTO THE HEAP</vt:lpstr>
      <vt:lpstr>PowerPoint Presentation</vt:lpstr>
      <vt:lpstr>Insertion (a process of swapping upwards)</vt:lpstr>
      <vt:lpstr>Deleting the root node from the heap</vt:lpstr>
      <vt:lpstr>DeletING any node from the heap</vt:lpstr>
      <vt:lpstr>PowerPoint Presentation</vt:lpstr>
      <vt:lpstr>Deletion (a process of swapping downwards)</vt:lpstr>
      <vt:lpstr>PowerPoint Presentation</vt:lpstr>
      <vt:lpstr>Insertion / deletion of a heap</vt:lpstr>
      <vt:lpstr>Priority queues (STL)</vt:lpstr>
      <vt:lpstr>priority_queue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Bryan Sun</cp:lastModifiedBy>
  <cp:revision>317</cp:revision>
  <dcterms:created xsi:type="dcterms:W3CDTF">2018-08-09T00:16:20Z</dcterms:created>
  <dcterms:modified xsi:type="dcterms:W3CDTF">2026-09-04T14:14:29Z</dcterms:modified>
</cp:coreProperties>
</file>