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81" r:id="rId2"/>
    <p:sldId id="389" r:id="rId3"/>
    <p:sldId id="424" r:id="rId4"/>
    <p:sldId id="425" r:id="rId5"/>
    <p:sldId id="390" r:id="rId6"/>
    <p:sldId id="419" r:id="rId7"/>
    <p:sldId id="420" r:id="rId8"/>
    <p:sldId id="421" r:id="rId9"/>
    <p:sldId id="422" r:id="rId10"/>
    <p:sldId id="423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1502" autoAdjust="0"/>
  </p:normalViewPr>
  <p:slideViewPr>
    <p:cSldViewPr snapToGrid="0">
      <p:cViewPr varScale="1">
        <p:scale>
          <a:sx n="88" d="100"/>
          <a:sy n="88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2023/1/30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1/30/23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贪心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什么是贪心算法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贪心算法是从问题的初始状态出发，通过若干次的贪心选择而得到的最优解（或较优解）的一种求解问题策略，即贪心策略。</a:t>
            </a:r>
            <a:endParaRPr lang="en-US" altLang="zh-CN" dirty="0"/>
          </a:p>
          <a:p>
            <a:r>
              <a:rPr lang="zh-CN" altLang="en-US" dirty="0"/>
              <a:t>每一步所做出的是在某种意义下的局部最优解或较优解。</a:t>
            </a:r>
            <a:endParaRPr lang="en-US" altLang="zh-CN" dirty="0"/>
          </a:p>
          <a:p>
            <a:r>
              <a:rPr lang="zh-CN" altLang="en-US" dirty="0"/>
              <a:t>贪心算法不是对所有问题都能得到整体最优解。</a:t>
            </a:r>
            <a:endParaRPr lang="en-US" altLang="zh-CN" dirty="0"/>
          </a:p>
          <a:p>
            <a:r>
              <a:rPr lang="zh-CN" altLang="en-US" dirty="0"/>
              <a:t>优点：速度快！缺点：大部分问题只能得到整体较优解。</a:t>
            </a:r>
            <a:endParaRPr lang="en-US" altLang="zh-CN" dirty="0"/>
          </a:p>
          <a:p>
            <a:r>
              <a:rPr lang="zh-CN" altLang="en-US" dirty="0"/>
              <a:t>贪心算法的正确性需要严格的证明。</a:t>
            </a:r>
            <a:endParaRPr lang="en-US" altLang="zh-CN" dirty="0"/>
          </a:p>
          <a:p>
            <a:r>
              <a:rPr lang="zh-CN" altLang="en-US" dirty="0"/>
              <a:t>贪心算法没有固定的算法框架，关键是贪心策略的设计。</a:t>
            </a:r>
            <a:endParaRPr lang="en-US" altLang="zh-CN" dirty="0"/>
          </a:p>
          <a:p>
            <a:r>
              <a:rPr lang="zh-CN" altLang="en-US" dirty="0"/>
              <a:t>贪心策略需要满足无后效性，求解的问题需要满足最优子结构。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13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最优路径选择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在一个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 的方格阵中，每一格子赋予一个数（即权值），每次移动时只能向上或向右。找出一条从左下角到右上角的路径，使得经过的格子的权值和最大。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贪心策略：每一步都走上方和右方权值较大的那个。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8C47461-11F8-49B7-85BE-C323896DA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11315"/>
              </p:ext>
            </p:extLst>
          </p:nvPr>
        </p:nvGraphicFramePr>
        <p:xfrm>
          <a:off x="6898936" y="4630210"/>
          <a:ext cx="3544473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181491">
                  <a:extLst>
                    <a:ext uri="{9D8B030D-6E8A-4147-A177-3AD203B41FA5}">
                      <a16:colId xmlns:a16="http://schemas.microsoft.com/office/drawing/2014/main" val="2295630292"/>
                    </a:ext>
                  </a:extLst>
                </a:gridCol>
                <a:gridCol w="1181491">
                  <a:extLst>
                    <a:ext uri="{9D8B030D-6E8A-4147-A177-3AD203B41FA5}">
                      <a16:colId xmlns:a16="http://schemas.microsoft.com/office/drawing/2014/main" val="2796451891"/>
                    </a:ext>
                  </a:extLst>
                </a:gridCol>
                <a:gridCol w="1181491">
                  <a:extLst>
                    <a:ext uri="{9D8B030D-6E8A-4147-A177-3AD203B41FA5}">
                      <a16:colId xmlns:a16="http://schemas.microsoft.com/office/drawing/2014/main" val="335014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13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9927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77ED080-29F6-4053-9F87-D029DCA41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895650"/>
              </p:ext>
            </p:extLst>
          </p:nvPr>
        </p:nvGraphicFramePr>
        <p:xfrm>
          <a:off x="1144588" y="4630210"/>
          <a:ext cx="3544473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181491">
                  <a:extLst>
                    <a:ext uri="{9D8B030D-6E8A-4147-A177-3AD203B41FA5}">
                      <a16:colId xmlns:a16="http://schemas.microsoft.com/office/drawing/2014/main" val="2295630292"/>
                    </a:ext>
                  </a:extLst>
                </a:gridCol>
                <a:gridCol w="1181491">
                  <a:extLst>
                    <a:ext uri="{9D8B030D-6E8A-4147-A177-3AD203B41FA5}">
                      <a16:colId xmlns:a16="http://schemas.microsoft.com/office/drawing/2014/main" val="2796451891"/>
                    </a:ext>
                  </a:extLst>
                </a:gridCol>
                <a:gridCol w="1181491">
                  <a:extLst>
                    <a:ext uri="{9D8B030D-6E8A-4147-A177-3AD203B41FA5}">
                      <a16:colId xmlns:a16="http://schemas.microsoft.com/office/drawing/2014/main" val="335014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13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992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32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最优装载问题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给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个物体，第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个物体重量为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，选择尽量多的物体，使得总重量不超过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贪心策略：</a:t>
                </a:r>
                <a:r>
                  <a:rPr lang="zh-CN" altLang="en-US"/>
                  <a:t>重量从小到大依次</a:t>
                </a:r>
                <a:r>
                  <a:rPr lang="zh-CN" altLang="en-US" dirty="0"/>
                  <a:t>选择。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00" t="-1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10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贪心算法的基本思路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从问题的某一个初始解出发一步一步地进行，根据某个贪心策略，每一步都要确保能获得局部最优解，从而最终得到整体最优解。</a:t>
            </a:r>
            <a:endParaRPr lang="en-US" altLang="zh-CN" dirty="0"/>
          </a:p>
          <a:p>
            <a:r>
              <a:rPr lang="zh-CN" altLang="en-US" dirty="0"/>
              <a:t>过程：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、建立数学模型来描述问题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、把求解的问题分成若干个子问题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、对每一个子问题求解，得到子问题的局部最优解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、把子问题的局部最优解合成原来问题的一个解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130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求连续子序列的最大和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给定一个序列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>
                    <a:latin typeface="+mn-ea"/>
                  </a:rPr>
                  <a:t>，求所有连续子序列的和的最大值，即：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暴力：枚举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latin typeface="+mn-ea"/>
                  </a:rPr>
                  <a:t>，计算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>
                    <a:latin typeface="+mn-ea"/>
                  </a:rPr>
                  <a:t>，时间复杂度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贪心</a:t>
                </a:r>
                <a:r>
                  <a:rPr lang="en-US" altLang="zh-CN" dirty="0">
                    <a:latin typeface="+mn-ea"/>
                  </a:rPr>
                  <a:t>-1</a:t>
                </a:r>
                <a:r>
                  <a:rPr lang="zh-CN" altLang="en-US" dirty="0">
                    <a:latin typeface="+mn-ea"/>
                  </a:rPr>
                  <a:t>：负的都不要，正的分块相加。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贪心</a:t>
                </a:r>
                <a:r>
                  <a:rPr lang="en-US" altLang="zh-CN" dirty="0">
                    <a:latin typeface="+mn-ea"/>
                  </a:rPr>
                  <a:t>-2</a:t>
                </a:r>
                <a:r>
                  <a:rPr lang="zh-CN" altLang="en-US" dirty="0">
                    <a:latin typeface="+mn-ea"/>
                  </a:rPr>
                  <a:t>：依次计算以第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个数字结尾的连续子序列的和的最大。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8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排队接水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10834779" cy="52827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个人一个水龙头，每个人接水的时间为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，求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个人的平均等待时间最小以及对应的顺序。接水时间相同的人按照输入顺序输出。</a:t>
                </a:r>
                <a:endParaRPr lang="en-US" altLang="zh-CN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altLang="zh-CN" b="0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暴力：枚举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个人的所有排列，分别计算等待时间，时间复杂度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贪心：按接水时间升序时一定是总等待时间最少，时间复杂度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10834779" cy="5282749"/>
              </a:xfrm>
              <a:blipFill>
                <a:blip r:embed="rId2"/>
                <a:stretch>
                  <a:fillRect l="-1171" t="-1683" r="-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08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排队接水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613502" cy="52827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个人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+mn-ea"/>
                  </a:rPr>
                  <a:t> 个水龙头，每个人接水的时间为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，求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个人的平均等待时间最小以及对应的顺序。接水时间相同的人按照输入顺序输出。</a:t>
                </a:r>
                <a:endParaRPr lang="en-US" altLang="zh-CN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altLang="zh-CN" b="0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暴力：枚举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个人的所有排列，分别计算等待时间，时间复杂度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贪心：按接水时间升序时一定是总等待时间最少，时间复杂度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613502" cy="5282749"/>
              </a:xfrm>
              <a:blipFill>
                <a:blip r:embed="rId2"/>
                <a:stretch>
                  <a:fillRect l="-1196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97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均分纸牌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堆纸牌，编号分别为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。第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+mn-ea"/>
                  </a:rPr>
                  <a:t> 堆上有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 张牌，牌的总数是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的倍数。可以在任一堆上取若干张纸牌，然后向左右两边移动（第 </a:t>
                </a:r>
                <a:r>
                  <a:rPr lang="en-US" altLang="zh-CN" dirty="0">
                    <a:latin typeface="+mn-ea"/>
                  </a:rPr>
                  <a:t>1 </a:t>
                </a:r>
                <a:r>
                  <a:rPr lang="zh-CN" altLang="en-US" dirty="0">
                    <a:latin typeface="+mn-ea"/>
                  </a:rPr>
                  <a:t>堆和第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堆只能向一边移动），称为一次移动。求最少几次移动，可以使每堆上的纸牌都一样多。</a:t>
                </a:r>
                <a:endParaRPr lang="en-US" altLang="zh-CN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b="0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贪心：从第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堆到第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堆，依次考虑每堆牌能够取到平均数所需要的移动次序，时间复杂度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 r="-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7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做题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 道题目，第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+mn-ea"/>
                  </a:rPr>
                  <a:t> 道题目的做题时间为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 分钟。问给定起始时间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>
                    <a:latin typeface="+mn-ea"/>
                  </a:rPr>
                  <a:t> 和终止时间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>
                    <a:latin typeface="+mn-ea"/>
                  </a:rPr>
                  <a:t> 内最多能做完几道题。</a:t>
                </a:r>
                <a:endParaRPr lang="en-US" altLang="zh-CN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00,  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0000−01−01−00:00≤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≤9999−12−31−23:59</m:t>
                    </m:r>
                  </m:oMath>
                </a14:m>
                <a:endParaRPr lang="en-US" altLang="zh-CN" b="0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贪心：题目时间从小到大做。要写对数分钟的程序。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9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97587</TotalTime>
  <Words>879</Words>
  <Application>Microsoft Macintosh PowerPoint</Application>
  <PresentationFormat>宽屏</PresentationFormat>
  <Paragraphs>71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华文楷体</vt:lpstr>
      <vt:lpstr>宋体</vt:lpstr>
      <vt:lpstr>Arial</vt:lpstr>
      <vt:lpstr>Cambria Math</vt:lpstr>
      <vt:lpstr>Tw Cen MT</vt:lpstr>
      <vt:lpstr>电路</vt:lpstr>
      <vt:lpstr>贪心</vt:lpstr>
      <vt:lpstr>什么是贪心算法</vt:lpstr>
      <vt:lpstr>最优路径选择</vt:lpstr>
      <vt:lpstr>最优装载问题</vt:lpstr>
      <vt:lpstr>贪心算法的基本思路</vt:lpstr>
      <vt:lpstr>求连续子序列的最大和</vt:lpstr>
      <vt:lpstr>排队接水</vt:lpstr>
      <vt:lpstr>排队接水</vt:lpstr>
      <vt:lpstr>均分纸牌</vt:lpstr>
      <vt:lpstr>做题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Hsu Ferainsa</cp:lastModifiedBy>
  <cp:revision>208</cp:revision>
  <dcterms:created xsi:type="dcterms:W3CDTF">2018-08-09T00:16:20Z</dcterms:created>
  <dcterms:modified xsi:type="dcterms:W3CDTF">2023-01-30T08:15:47Z</dcterms:modified>
</cp:coreProperties>
</file>