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51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3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716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6B6D4">
              <a:alpha val="9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F59E0B">
              <a:alpha val="92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GREEDY</a:t>
            </a:r>
            <a:endParaRPr lang="en-US" sz="5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for Competitive Programmers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locally optimal choices that lead to globally optimal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Greedy Algorithm?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73152" cy="12801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822960" y="114300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that builds a solution piece by piece, always choosing the next piece that offers the most immediate benefit — without reconsidering past choices.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Choice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best option available right now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260604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3383280" y="2606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356616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Irrevocable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56616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undo or revisit a decision once made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260604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6217920" y="2606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64008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Global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optima should lead to the global optimum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always take the best-looking next step, and never look back.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Does Greedy Work?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38862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777240" y="1280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Choice Property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17373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globally optimal solution can be reached by making a locally optimal (greedy) choice at each step. The greedy choice is always part of some optimal solution.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3108960"/>
            <a:ext cx="3520440" cy="11887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Selection: always picking the earliest-finishing activity leaves the most room for remaining activities.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8862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4937760" y="1280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Substructure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937760" y="17373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making the greedy choice, the remaining sub-problem is a smaller instance of the same problem. An optimal solution to the sub-problem combined with the greedy choice yields a global optimum.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92040" y="3108960"/>
            <a:ext cx="3520440" cy="11887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5029200" y="32004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Coding: after merging the two least-frequent nodes, the remaining tree problem has the same structure.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properties must hold for greedy to guarantee correctness.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Proving Greedy Correctness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777240" y="11887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7772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876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an Optimal 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OPT be any optimal solution (not necessarily greedy).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First Difference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508760" y="2423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first place where OPT differs from the greedy solution 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0876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08760" y="3383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OPT choice at that step with the greedy choice. Show this does not worsen the solution.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50876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Equal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exchanging until OPT = G. Since OPT never worsened, G is also optimal.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 Argument is the standard technique for greedy proofs in competitions.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Classic: Activity Selection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822960" y="10972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activities with start and finish times, select the maximum number of non-overlapping activities.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3749040" cy="20116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Finish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Selected?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Yes 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Yes 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Yes 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754880" y="2286000"/>
            <a:ext cx="384048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5"/>
          <p:cNvSpPr/>
          <p:nvPr/>
        </p:nvSpPr>
        <p:spPr>
          <a:xfrm>
            <a:off x="4754880" y="228600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6"/>
          <p:cNvSpPr/>
          <p:nvPr/>
        </p:nvSpPr>
        <p:spPr>
          <a:xfrm>
            <a:off x="498348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Strategy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28346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Sort activities by finish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Pick the first activity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 each remaining activity: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If it starts after the last selected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activity finishes → select it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O(n log n)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Classic: Fractional Knapsack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38862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73152" cy="36576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822960" y="1143000"/>
            <a:ext cx="3429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items with weights and values, and a knapsack of capacity W, maximize total value. You may take fractions of items.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Strategy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value-to-weight ratio for each item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Sort items by ratio (descending)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Greedily take as much as possible of the highest-ratio item first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of weight gives maximum value when we prioritize high-ratio items.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09160" y="1005840"/>
            <a:ext cx="38862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4937760" y="1097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(W = 50)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200400" cy="12801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v/w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6.0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5.0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4.0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3017520"/>
            <a:ext cx="3566160" cy="1371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>
            <a:off x="4983480" y="31089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all of A (10 kg) → value 60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all of B (20 kg) → value 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2/3 of C (20 kg) → value 80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240 (optimal)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Note: 0/1 Knapsack (no fractions) requires DP — greedy fails!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Classic: Huffman Coding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4206240" cy="3566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7772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Count frequency of each character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a leaf node for each character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Insert all nodes into a min-heap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While heap has more than one node: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Extract two minimum nodes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Create a new node with their sum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Insert the new node 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remaining node is the root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 log 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1005840"/>
            <a:ext cx="3566160" cy="3566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5029200" y="1005840"/>
            <a:ext cx="35661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525780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Frequencies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645920"/>
          <a:ext cx="2560320" cy="237743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Freq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9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insight: merging the two least-frequent nodes first minimizes total weighted path length.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Pattern: Sort First, Then Greedy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greedy problems start with sorting. The key question: what to sort by?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80467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73152" cy="6858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777240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Selection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0" y="1581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by: Finish time (earliest first)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874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remaining time window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80467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777240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Knapsack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by: Value/weight ratio (descending)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2697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value per unit weight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548640" y="315468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77724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Scheduling with Deadlines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00400" y="3227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by: Profit (descending)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35204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Greedily schedule highest-value jobs first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8"/>
          <p:cNvSpPr/>
          <p:nvPr/>
        </p:nvSpPr>
        <p:spPr>
          <a:xfrm>
            <a:off x="548640" y="3977640"/>
            <a:ext cx="73152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777240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Platforms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20040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by: Events (arrivals + departures)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77240" y="43434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overlapping intervals in order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If the obvious sorting criterion doesn't work, try sorting by a different attribute.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Greedy vs Dynamic Programming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Greedy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Dynamic Programming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Top-down, one choice per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Bottom-up, considers all sub-problems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looks 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on all previous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argument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Bellman's principle of optimality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O(n²) or O(n × 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choice property 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sub-problems, no greedy 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2"/>
          <p:cNvSpPr/>
          <p:nvPr/>
        </p:nvSpPr>
        <p:spPr>
          <a:xfrm>
            <a:off x="548640" y="4023360"/>
            <a:ext cx="73152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  </a:t>
            </a: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works for Fractional Knapsack but NOT 0/1 Knapsack. Greedy works for Activity Selection but NOT Weighted Job Scheduling (use DP). Always verify the greedy choice property!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Mistakes in Competitions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73152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822960" y="10789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Greedy Without Proof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because greedy seems intuitive doesn't mean it's correct. Counter-example: coin change with denominations {1, 3, 4} — greedy picks 4+1+1 for amount 6, but optimal is 3+3.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822960" y="2084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Sorting Criterion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by start time instead of finish time in activity selection, or sorting by value instead of v/w ratio in knapsack. Always justify your sort order.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73152" cy="8229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822960" y="30906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Edge Cases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33832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inputs, all-equal values, tie-breaking ambiguity. In competitions, stress-test your greedy against brute force on small inputs.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73152" cy="8229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822960" y="40965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When DP Is Needed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43891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overlapping sub-problems where the greedy choice fails: 0/1 knapsack, weighted job scheduling, edit distance. If greedy gives WA, think DP.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in contests, brute-force small cases to verify your greedy hypothesis before coding.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Competition Strategy Checklist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078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325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problem ask for a maximum/minimum? Can you build the answer incrementally?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1856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21031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greedy choice. What are you sorting by? What do you pick at each step?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2633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71600" y="2880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prove the greedy choice property? Try a small counter-example (n ≤ 5).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3410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71600" y="36576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iterate, maintain state. Most greedy solutions are 20–40 lines of code.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2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1600" y="4187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71600" y="44348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greedy vs. brute-force on random small inputs. If they disagree, greedy is wrong.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7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prove correctness in 2 minutes during a contest, consider DP instead.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1: Minimum Platforms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188720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2296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arrival and departure times of n trains at a station, find the minimum number of platforms required so that no train has to wait.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1 ≤ n ≤ 10⁵, times in 24h format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84048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8404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Think of arrivals as +1 and departures as -1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Sort all events by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Track maximum overlap at any point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sweep line technique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84048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98348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Complexity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 log n)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O(n)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SPOJ, Codeforces, CSES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2: Job Sequencing with Deadlines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274320"/>
            <a:ext cx="118872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406640" y="274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22960" y="12801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jobs, each with a deadline and profit, schedule jobs on a single machine (one job per time slot) to maximize total profit. Each job takes one unit of time.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1 ≤ n ≤ 10⁵, deadlines ≤ 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8404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Sort jobs by profit (descending)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each job, find the latest free slot ≤ deadline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a Union-Find / DSU for O(α(n)) slot lookup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maximize profit, defer scheduling as late as possible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384048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98348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Complexity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3337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O(n²)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DSU: O(n × α(n))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CSES, Codeforces, USACO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Set: Curated Practice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92607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Difficulty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Hint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Coin Collector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Easy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Sort coins; greedy collection order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CSES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Stick Lengths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Easy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Median minimizes total absolute deviation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CSES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Tasks and Deadlines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Sort by duration; exchange argument proof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CSES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Movie Festival II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Activity selection with k members; use multiset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CSES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Minimize Coins to Target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When does greedy work for coin change? Think canonical systems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Classic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Gas Station Circuit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Hard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Circular greedy — track running fuel surplus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Codeforces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problem, first try to find a counter-example to disprove greedy. If you can't find one, formulate the greedy choice, write a brute-force checker, then prove with exchange argument.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F59E0B">
              <a:alpha val="92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3716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= locally optimal choices that lead to a global optimum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the greedy choice property before coding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argument is your proof technique — learn it well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greedy solutions start with a clever sort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100584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greedy gives WA, think DP — know the boundary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00584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catches wrong greedy fast: brute vs. greedy on n ≤ 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makes perfect — solve problems, prove correctness, and compete!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1609</Words>
  <Application>Microsoft Office PowerPoint</Application>
  <PresentationFormat>On-screen Show (16:9)</PresentationFormat>
  <Paragraphs>292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Sun</dc:creator>
  <cp:lastModifiedBy>Bryan Sun</cp:lastModifiedBy>
  <cp:revision>1</cp:revision>
  <dcterms:created xsi:type="dcterms:W3CDTF">2026-04-22T05:21:50Z</dcterms:created>
  <dcterms:modified xsi:type="dcterms:W3CDTF">2026-04-22T07:13:47Z</dcterms:modified>
</cp:coreProperties>
</file>