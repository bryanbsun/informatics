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81" r:id="rId3"/>
    <p:sldId id="341" r:id="rId4"/>
    <p:sldId id="570" r:id="rId5"/>
    <p:sldId id="489" r:id="rId6"/>
    <p:sldId id="571" r:id="rId7"/>
    <p:sldId id="572" r:id="rId8"/>
    <p:sldId id="573" r:id="rId9"/>
    <p:sldId id="574" r:id="rId10"/>
    <p:sldId id="575" r:id="rId11"/>
    <p:sldId id="576" r:id="rId12"/>
    <p:sldId id="577" r:id="rId13"/>
    <p:sldId id="578" r:id="rId14"/>
    <p:sldId id="580" r:id="rId15"/>
    <p:sldId id="58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F96D6-FA55-624D-B44D-F8DE87DB0979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AB3B4-3F1A-0842-9D05-D5B8D87238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360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45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450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006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508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592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180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705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019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253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25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7974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0089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255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433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CBF5D-5712-C245-2D68-D3294260C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58C58A-01BD-4F2C-9C48-B528841C4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EE2E13-AE84-B311-2E67-F78AAC63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AD96E3-7C1E-A0F4-130F-49D49AC3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0565B-F0AE-3B25-EFE6-A3B3708A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349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F81FB-4717-4487-A39F-59252A07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724D9F-20F1-9E5A-4A70-BB74E31BD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C2E82-155D-6226-5536-214A836A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B443E-C5B9-852A-498B-F217603D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D2D93-794B-253C-9329-C96D1D83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6735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3E49F-0CCF-9075-4C74-001819C19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BCE97B-8A8F-0BAD-CF13-4DB64B7F3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40B592-0561-B49B-A330-4B9BF3AB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F15A8-F3BD-A6E5-C1C1-9B451D845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C8C0E-74C9-62AA-FDE2-562F71BF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104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FF488-6AF8-D6A4-7A08-2F5EF7D4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5ADE5A-D8C5-F76E-7192-60971141F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B1C8EE-9F50-4FDF-D4F3-FC41F0AE4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4CCFC7-5884-05B2-CAFA-9BA68226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AC44B0-224B-FEB1-7FF6-9749A518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C39657-A82C-9E0D-0038-F479DA2F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82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5599D-1AD7-0367-4CEA-D6CE21BD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2B38FC-C570-5F53-0E4A-08D7F5B1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1264E6-191C-8694-B269-1A46909A1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08AD82-9CB0-EE5A-11D1-61A9C05A5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0C2640-C6AA-39A7-56DF-29A92BBCD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43227F-E113-5233-6A45-C553E987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1AF47E-ADA7-65FF-C1BE-F5BD4648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A3F732-F3E7-7C60-6F96-C91C3124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9556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6B3A0-C241-95CE-1D71-5F535488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6AE272-F188-8853-7E17-A6828534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AE130B-9609-C06A-3988-0E4C27BC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3810CA-9AD7-867D-427D-1E6F23B4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575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8A3E65-8A4B-F402-ED9B-EC0EF4B4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DB2F3A-2ED6-B227-39B1-F9AF1EA1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20F23-F438-1AFE-01C5-22155807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726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6995E-550E-E16F-6FC0-E898E8552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34BD8-8A1D-DFE1-B9A0-A4EC5C482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790A7F-3BBB-89D1-FC1E-BCA635193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B7953-CA3E-360C-CF65-4C9BFE07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C147EF-4902-EFA7-3F8B-5A1B762D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7C30EE-1507-262B-5CF2-3062359B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141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222FA-A05B-FADB-E05C-89A8EA1EA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B1FDAF-B99A-C55E-13CB-96C44C370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A38F07-5712-B1FA-A11B-BC4C7F677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EE79CC-4E02-1723-769A-5818613B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28C627-367E-E0F0-8238-907531C3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665A89-203C-2D21-0E23-38F99466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030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AB1F9-EED6-31F6-5A2F-5A67D5FD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AA4C0B-BF3F-F75E-F170-B4A768D0E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701DF0-D61D-72D9-110B-C9B38D1C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D6285-C015-120F-2B0B-1E2B18B2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F1995-E8CB-E160-0D7F-A45B403E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365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9D9D23-513F-AA4E-7345-100A8F588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7A6248-5360-FE0B-F9EE-018130996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6FE4E2-BE89-3316-0889-BDE692A5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A0BB7-0370-89D0-324D-5962D2AA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D47817-F82F-A28B-F621-8C59E279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3001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441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159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05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69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662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63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442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6218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370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2983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53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8347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0221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22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5651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4203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10/6/23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83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E3259F-E556-4AB5-DAD8-60E5AA2A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65FB3E-70E6-23B6-E8FD-B0AA78A1D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D4BBA1-9B71-DEAC-B401-CE514ECDC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595F3-21DE-EF42-B7E2-323A4C201D08}" type="datetimeFigureOut">
              <a:rPr kumimoji="1" lang="zh-CN" altLang="en-US" smtClean="0"/>
              <a:t>2023/10/6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8F3FE-FB43-7A72-63F4-A4954C87A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FC03CA-889A-0112-8EFB-A3AC8FC2D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7D8AE-6180-3D4B-A004-B8C9F5CC5E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583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24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递推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递推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递推算法是一种用若干步可重复运算来描述复杂问题的方法。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递推是序列计算中的一种常用算法，通常是通过计算前面的一些项来得出序列中的指定项的值。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递推</a:t>
            </a:r>
            <a:r>
              <a:rPr lang="zh-CN" altLang="en-US" dirty="0"/>
              <a:t>算法是一种简单的算法，即通过已知条件，利用特定关系得出中间推论，直至得到结果的算法。</a:t>
            </a:r>
            <a:endParaRPr lang="en-US" altLang="zh-CN" dirty="0"/>
          </a:p>
          <a:p>
            <a:r>
              <a:rPr lang="zh-CN" altLang="en-US" dirty="0"/>
              <a:t>递推算法分为顺推和逆推两种。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递推算法的两个要素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分析问题，得到递推关系式（递推方程）和初始值。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确定递推的次序。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752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斐波那契数列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/>
                  <a:t> 表示第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个斐波那契数，递推关系式和初始值如下：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递推次序：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从小到大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4682064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8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8923670"/>
                  </p:ext>
                </p:extLst>
              </p:nvPr>
            </p:nvGraphicFramePr>
            <p:xfrm>
              <a:off x="2032000" y="4682064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6667" r="-70125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106667" r="-70125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8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423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阶乘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/>
                  <a:t> 表示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的阶乘，递推关系式和初始值如下：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递推次序：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从小到大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4489560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120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720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7983164"/>
                  </p:ext>
                </p:extLst>
              </p:nvPr>
            </p:nvGraphicFramePr>
            <p:xfrm>
              <a:off x="2032000" y="4489560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6667" r="-70125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110345" r="-701250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120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720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580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汉诺塔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/>
                  <a:t> 表示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个盘子的汉诺塔需要搬动的次数：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递推次序：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从小到大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4649980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7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241445"/>
                  </p:ext>
                </p:extLst>
              </p:nvPr>
            </p:nvGraphicFramePr>
            <p:xfrm>
              <a:off x="2032000" y="4649980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10000" r="-70125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113793" r="-701250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0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7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412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数的计数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 fontScale="92500"/>
              </a:bodyPr>
              <a:lstStyle/>
              <a:p>
                <a:r>
                  <a:rPr lang="zh-CN" altLang="en-US" dirty="0"/>
                  <a:t>我们要求找出具有下列性质数的个数（包含输入的自然数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）：</a:t>
                </a:r>
              </a:p>
              <a:p>
                <a:r>
                  <a:rPr lang="zh-CN" altLang="en-US" dirty="0"/>
                  <a:t>先输入一个自然数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≤1000</m:t>
                        </m:r>
                      </m:e>
                    </m:d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然后对此自然数按照如下方法进行处理：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 不作任何处理；</a:t>
                </a:r>
                <a:r>
                  <a:rPr lang="en-US" altLang="zh-CN" dirty="0"/>
                  <a:t> 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en-US" altLang="zh-CN" dirty="0"/>
                  <a:t>2.</a:t>
                </a:r>
                <a:r>
                  <a:rPr lang="zh-CN" altLang="en-US" dirty="0"/>
                  <a:t> 在它的左边加一个自然数，但该自然数不能超过原数的一半；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3.</a:t>
                </a:r>
                <a:r>
                  <a:rPr lang="zh-CN" altLang="en-US" dirty="0"/>
                  <a:t> 加上数后，继续按此规则进行处理，直到不能再加自然数为止。</a:t>
                </a:r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zh-CN" altLang="en-US" dirty="0"/>
                  <a:t> 时答案为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zh-CN" altLang="en-US" dirty="0"/>
                  <a:t>，所有的数为：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6, 16, 26, 126, 36, 136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48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数的计数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/>
                  <a:t> 表示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时的答案：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/2−1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=1+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递推次序：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从小到大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1580" y="4906652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7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1F5C63D-9E5D-6648-B58C-5C959BDE1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06959"/>
                  </p:ext>
                </p:extLst>
              </p:nvPr>
            </p:nvGraphicFramePr>
            <p:xfrm>
              <a:off x="1871580" y="4906652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{22838BEF-8BB2-4498-84A7-C5851F593DF1}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4568742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041097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2679481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1655138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6961532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9501617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65355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31337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6667" r="-70125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3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5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7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056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110345" r="-701250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1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2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4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+mn-ea"/>
                              <a:ea typeface="+mn-ea"/>
                            </a:rPr>
                            <a:t>6</a:t>
                          </a:r>
                          <a:endParaRPr lang="zh-CN" altLang="en-US" dirty="0"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3555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4144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杨辉三角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/>
                  <a:t>杨辉三角如右图所示，求第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行第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 列的数。</a:t>
                </a: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dirty="0"/>
                  <a:t> 表示第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行第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列的数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递推次序：从上到下（，从左到右）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94E7C73-66EF-E84F-8EFC-693D774E2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0" y="2922337"/>
            <a:ext cx="60325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1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保龄球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一些保龄球瓶子以一个正三角形的形状摆放（如下图所示），共有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 行高，每个瓶子上标有一个正数（</a:t>
            </a:r>
            <a:r>
              <a:rPr lang="en-US" altLang="zh-CN" dirty="0">
                <a:latin typeface="+mn-ea"/>
              </a:rPr>
              <a:t>1-99</a:t>
            </a:r>
            <a:r>
              <a:rPr lang="zh-CN" altLang="en-US" dirty="0">
                <a:latin typeface="+mn-ea"/>
              </a:rPr>
              <a:t>）。现在从顶端开始往下推倒保龄球瓶子，规则为每一个瓶子倒下后，只能继续推倒下一层的相邻左或右的一个瓶子，直到最下一层为止。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问，所有倒下瓶子上的整数的和，可能的最大值是多少。</a:t>
            </a:r>
            <a:endParaRPr lang="en-US" altLang="zh-CN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8C6A939-5BD5-DA4B-B168-78EC7FF1B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788" y="3551111"/>
            <a:ext cx="2540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6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保龄球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/>
                  <a:t>正推：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表示</a:t>
                </a:r>
                <a:r>
                  <a:rPr lang="zh-CN" altLang="en-US" dirty="0"/>
                  <a:t>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行第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列的保龄球瓶上的数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dirty="0"/>
                  <a:t> 表示从上往下推，推到第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行第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列的保龄球瓶，倒下的球瓶的数的和的最大值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答案是：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 r="-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81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保龄球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/>
                  <a:t>反推：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表示</a:t>
                </a:r>
                <a:r>
                  <a:rPr lang="zh-CN" altLang="en-US" dirty="0"/>
                  <a:t>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行第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列的保龄球瓶上的数字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dirty="0"/>
                  <a:t> 表示从第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行第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列的保龄球瓶往下推，推到最后一行，倒下的球瓶的数的和的最大值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答案是：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 r="-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14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根据递推公式写程序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Cambria Math" panose="02040503050406030204" pitchFamily="18" charset="0"/>
                  </a:rPr>
                  <a:t>根据递推公式确定递推次序，然后根据递推次序实现程序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例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1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：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∈[1,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次序：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从小到大，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从小到大，先推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再推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例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2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0≤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次序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从小到大，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从小到大，先推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再推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，枚举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。</a:t>
                </a:r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41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根据递推公式写程序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Cambria Math" panose="02040503050406030204" pitchFamily="18" charset="0"/>
                  </a:rPr>
                  <a:t>例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3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m:rPr>
                          <m:nor/>
                        </m:rPr>
                        <a:rPr lang="zh-CN" altLang="en-US" dirty="0">
                          <a:latin typeface="Cambria Math" panose="02040503050406030204" pitchFamily="18" charset="0"/>
                        </a:rPr>
                        <m:t>，其中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次序：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从小到大，</a:t>
                </a:r>
                <a:r>
                  <a:rPr lang="zh-CN" altLang="en-US" dirty="0"/>
                  <a:t>枚举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例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4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： 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}</m:t>
                      </m:r>
                      <m:r>
                        <m:rPr>
                          <m:nor/>
                        </m:rPr>
                        <a:rPr lang="zh-CN" altLang="en-US" dirty="0">
                          <a:latin typeface="Cambria Math" panose="02040503050406030204" pitchFamily="18" charset="0"/>
                        </a:rPr>
                        <m:t>，其中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次序</a:t>
                </a:r>
                <a:r>
                  <a:rPr lang="zh-CN" altLang="en-US" dirty="0"/>
                  <a:t>：区间大小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从小到大，</a:t>
                </a:r>
                <a:r>
                  <a:rPr lang="zh-CN" altLang="en-US" dirty="0"/>
                  <a:t>枚举起点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计算终点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，枚举中间点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。</a:t>
                </a:r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89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Microsoft Macintosh PowerPoint</Application>
  <PresentationFormat>宽屏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等线 Light</vt:lpstr>
      <vt:lpstr>宋体</vt:lpstr>
      <vt:lpstr>Arial</vt:lpstr>
      <vt:lpstr>Cambria Math</vt:lpstr>
      <vt:lpstr>Tw Cen MT</vt:lpstr>
      <vt:lpstr>Office 主题​​</vt:lpstr>
      <vt:lpstr>电路</vt:lpstr>
      <vt:lpstr>递推</vt:lpstr>
      <vt:lpstr>递推</vt:lpstr>
      <vt:lpstr>递推算法的两个要素</vt:lpstr>
      <vt:lpstr>斐波那契数列</vt:lpstr>
      <vt:lpstr>阶乘</vt:lpstr>
      <vt:lpstr>汉诺塔</vt:lpstr>
      <vt:lpstr>数的计数</vt:lpstr>
      <vt:lpstr>数的计数</vt:lpstr>
      <vt:lpstr>杨辉三角</vt:lpstr>
      <vt:lpstr>保龄球</vt:lpstr>
      <vt:lpstr>保龄球</vt:lpstr>
      <vt:lpstr>保龄球</vt:lpstr>
      <vt:lpstr>根据递推公式写程序</vt:lpstr>
      <vt:lpstr>根据递推公式写程序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递推</dc:title>
  <dc:creator>Bryan Sun</dc:creator>
  <cp:lastModifiedBy>Bryan Sun</cp:lastModifiedBy>
  <cp:revision>1</cp:revision>
  <dcterms:created xsi:type="dcterms:W3CDTF">2023-10-06T11:34:25Z</dcterms:created>
  <dcterms:modified xsi:type="dcterms:W3CDTF">2023-10-06T11:35:07Z</dcterms:modified>
</cp:coreProperties>
</file>