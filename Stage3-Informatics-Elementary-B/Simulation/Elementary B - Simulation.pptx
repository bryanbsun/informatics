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341" r:id="rId4"/>
    <p:sldId id="386" r:id="rId5"/>
    <p:sldId id="387" r:id="rId6"/>
    <p:sldId id="388" r:id="rId7"/>
    <p:sldId id="394" r:id="rId8"/>
    <p:sldId id="395" r:id="rId9"/>
    <p:sldId id="393" r:id="rId10"/>
    <p:sldId id="397" r:id="rId11"/>
    <p:sldId id="399" r:id="rId12"/>
    <p:sldId id="401" r:id="rId13"/>
    <p:sldId id="261" r:id="rId14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98DD6-2D71-495C-9E85-112C2FD83511}" v="34" dt="2026-03-19T11:58:57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301" autoAdjust="0"/>
  </p:normalViewPr>
  <p:slideViewPr>
    <p:cSldViewPr snapToGrid="0">
      <p:cViewPr varScale="1">
        <p:scale>
          <a:sx n="123" d="100"/>
          <a:sy n="123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Windows Live" clId="Web-{E5D98DD6-2D71-495C-9E85-112C2FD83511}"/>
    <pc:docChg chg="modSld">
      <pc:chgData name="Bryan Sun" userId="851caa7714272873" providerId="Windows Live" clId="Web-{E5D98DD6-2D71-495C-9E85-112C2FD83511}" dt="2026-03-19T11:58:57.341" v="33" actId="20577"/>
      <pc:docMkLst>
        <pc:docMk/>
      </pc:docMkLst>
      <pc:sldChg chg="modSp">
        <pc:chgData name="Bryan Sun" userId="851caa7714272873" providerId="Windows Live" clId="Web-{E5D98DD6-2D71-495C-9E85-112C2FD83511}" dt="2026-03-19T11:57:08.396" v="0" actId="20577"/>
        <pc:sldMkLst>
          <pc:docMk/>
          <pc:sldMk cId="3558234154" sldId="386"/>
        </pc:sldMkLst>
        <pc:spChg chg="mod">
          <ac:chgData name="Bryan Sun" userId="851caa7714272873" providerId="Windows Live" clId="Web-{E5D98DD6-2D71-495C-9E85-112C2FD83511}" dt="2026-03-19T11:57:08.396" v="0" actId="20577"/>
          <ac:spMkLst>
            <pc:docMk/>
            <pc:sldMk cId="3558234154" sldId="386"/>
            <ac:spMk id="3" creationId="{364B6489-5513-4724-81F7-F874B8C60D21}"/>
          </ac:spMkLst>
        </pc:spChg>
      </pc:sldChg>
      <pc:sldChg chg="modSp">
        <pc:chgData name="Bryan Sun" userId="851caa7714272873" providerId="Windows Live" clId="Web-{E5D98DD6-2D71-495C-9E85-112C2FD83511}" dt="2026-03-19T11:58:03.713" v="7" actId="20577"/>
        <pc:sldMkLst>
          <pc:docMk/>
          <pc:sldMk cId="4106582527" sldId="393"/>
        </pc:sldMkLst>
        <pc:spChg chg="mod">
          <ac:chgData name="Bryan Sun" userId="851caa7714272873" providerId="Windows Live" clId="Web-{E5D98DD6-2D71-495C-9E85-112C2FD83511}" dt="2026-03-19T11:58:03.713" v="7" actId="20577"/>
          <ac:spMkLst>
            <pc:docMk/>
            <pc:sldMk cId="4106582527" sldId="393"/>
            <ac:spMk id="3" creationId="{364B6489-5513-4724-81F7-F874B8C60D21}"/>
          </ac:spMkLst>
        </pc:spChg>
      </pc:sldChg>
      <pc:sldChg chg="modSp">
        <pc:chgData name="Bryan Sun" userId="851caa7714272873" providerId="Windows Live" clId="Web-{E5D98DD6-2D71-495C-9E85-112C2FD83511}" dt="2026-03-19T11:58:57.341" v="33" actId="20577"/>
        <pc:sldMkLst>
          <pc:docMk/>
          <pc:sldMk cId="1840833041" sldId="397"/>
        </pc:sldMkLst>
        <pc:spChg chg="mod">
          <ac:chgData name="Bryan Sun" userId="851caa7714272873" providerId="Windows Live" clId="Web-{E5D98DD6-2D71-495C-9E85-112C2FD83511}" dt="2026-03-19T11:58:57.341" v="33" actId="20577"/>
          <ac:spMkLst>
            <pc:docMk/>
            <pc:sldMk cId="1840833041" sldId="397"/>
            <ac:spMk id="3" creationId="{364B6489-5513-4724-81F7-F874B8C60D2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Basic Algorithms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CN" dirty="0"/>
              <a:t>August 26 </a:t>
            </a:r>
            <a:r>
              <a:rPr lang="en" altLang="en-US" dirty="0"/>
              <a:t>, </a:t>
            </a:r>
            <a:r>
              <a:rPr lang="en" altLang="zh-CN" dirty="0"/>
              <a:t>2018</a:t>
            </a:r>
            <a:r>
              <a:rPr lang="en" altLang="en-US" dirty="0"/>
              <a:t>​​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88641" y="6221878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Mr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simulation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What is simulation?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Implement a real-world scenario using a program.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Main features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execution steps and rules are defined.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goal is not to create strategies, but to implement them.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As the complexity of the scenario increases, the complexity of the code implementation also increases significantly.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Key problems and common techniques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describe a scenario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achieve the given steps or rules?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What data structures and algorithms can be used to reduce code complexity?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debug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Civilisations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on the Matrix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 game of rock, paper, scissors, where the situation changes daily after each round.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will happen in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days?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>
                <a:latin typeface="Aptos Display"/>
              </a:rPr>
              <a:t>What is being simulated: the results of daily battles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Strategy implementation: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Method 1: Which cells can be changed from each cell?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Method 2: What will each cell eventually become?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Points to note in code implementation: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Read the game rules three times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Techniques for </a:t>
            </a:r>
            <a:r>
              <a:rPr lang="en" altLang="en-US" dirty="0" err="1">
                <a:latin typeface="Aptos Display" panose="020B0004020202020204" pitchFamily="34" charset="0"/>
              </a:rPr>
              <a:t>optimising</a:t>
            </a:r>
            <a:r>
              <a:rPr lang="en" altLang="en-US" dirty="0">
                <a:latin typeface="Aptos Display" panose="020B0004020202020204" pitchFamily="34" charset="0"/>
              </a:rPr>
              <a:t> code complexity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2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ABC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Poker Game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Three people play cards according to the rules, and see who wins in the end.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Simulates what: playing cards according to the rules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Challenge: Understanding the rules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Reversi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Play the game according to the rules of </a:t>
            </a:r>
            <a:r>
              <a:rPr lang="en-US" altLang="zh-CN" dirty="0" err="1">
                <a:latin typeface="Aptos Display" panose="020B0004020202020204" pitchFamily="34" charset="0"/>
              </a:rPr>
              <a:t>Reversi</a:t>
            </a:r>
            <a:r>
              <a:rPr lang="en" altLang="en-US" dirty="0">
                <a:latin typeface="Aptos Display" panose="020B0004020202020204" pitchFamily="34" charset="0"/>
              </a:rPr>
              <a:t>, and ask for the final position.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The simulated object: playing chess according to the rules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Challenges: Complex rules and difficult program implementation.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4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simulation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298228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What is simulation?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Implement a real-world scenario using a program.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Main features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execution steps and rules are defined.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goal is not to create strategies, but to implement them.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As the complexity of the scenario increases, the complexity of the code implementation also increases significantly.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Key problems and common techniques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describe a scenario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achieve the given steps or rules?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What data structures and algorithms can be used to reduce code complexity?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How to debug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593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Candy Sharing Game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en-US">
                <a:latin typeface="Aptos Display"/>
              </a:rPr>
              <a:t>Children stand in a circle and play a candy sharing game.</a:t>
            </a:r>
            <a:endParaRPr lang="en-US" altLang="zh-CN">
              <a:latin typeface="Aptos Display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The simulated object: playing a game according to the rules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Challenges: Reading the question, forming a circle, and inputting the information.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58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Dice game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en-US">
                <a:latin typeface="Aptos Display"/>
              </a:rPr>
              <a:t>Compare the three dice: Triples, Doubles, and Singles.</a:t>
            </a:r>
            <a:endParaRPr lang="en-US" altLang="zh-CN">
              <a:latin typeface="Aptos Display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>
                <a:latin typeface="Aptos Display"/>
              </a:rPr>
              <a:t>The objects being simulated: the type of combination and the priority values of the points.</a:t>
            </a:r>
            <a:endParaRPr lang="en-US" altLang="zh-CN">
              <a:latin typeface="Aptos Display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Challenge: Writing a concise program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83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2048</a:t>
            </a:r>
            <a:endParaRPr lang="zh-C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 once very popular game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Simulated object: </a:t>
            </a:r>
            <a:r>
              <a:rPr lang="en" altLang="zh-CN" dirty="0">
                <a:latin typeface="Aptos Display" panose="020B0004020202020204" pitchFamily="34" charset="0"/>
              </a:rPr>
              <a:t>4 </a:t>
            </a:r>
            <a:r>
              <a:rPr lang="en" altLang="en-US" dirty="0">
                <a:latin typeface="Aptos Display" panose="020B0004020202020204" pitchFamily="34" charset="0"/>
              </a:rPr>
              <a:t>* </a:t>
            </a:r>
            <a:r>
              <a:rPr lang="en" altLang="zh-CN" dirty="0">
                <a:latin typeface="Aptos Display" panose="020B0004020202020204" pitchFamily="34" charset="0"/>
              </a:rPr>
              <a:t>4 </a:t>
            </a:r>
            <a:r>
              <a:rPr lang="en" altLang="en-US" dirty="0">
                <a:latin typeface="Aptos Display" panose="020B0004020202020204" pitchFamily="34" charset="0"/>
              </a:rPr>
              <a:t>small squares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Challenges: Thorough understanding of the rules (reading the problem) and writing a concise program.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87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Bowling Scoring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 once very popular sport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Simulated object: Bowling scoreboard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Challenges: Thorough understanding of the rules (reading the problem) and writing a concise program.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21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67404</TotalTime>
  <Words>548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电路</vt:lpstr>
      <vt:lpstr>NOIP Basic Algorithms</vt:lpstr>
      <vt:lpstr>simulation</vt:lpstr>
      <vt:lpstr>What is simulation?</vt:lpstr>
      <vt:lpstr>Civilisations on the Matrix</vt:lpstr>
      <vt:lpstr>ABC Poker Game</vt:lpstr>
      <vt:lpstr>Reversi</vt:lpstr>
      <vt:lpstr>simulation</vt:lpstr>
      <vt:lpstr>What is simulation?</vt:lpstr>
      <vt:lpstr>Candy Sharing Game</vt:lpstr>
      <vt:lpstr>Dice game</vt:lpstr>
      <vt:lpstr>2048</vt:lpstr>
      <vt:lpstr>Bowling Scoring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158</cp:revision>
  <dcterms:created xsi:type="dcterms:W3CDTF">2018-08-09T00:16:20Z</dcterms:created>
  <dcterms:modified xsi:type="dcterms:W3CDTF">2026-03-19T11:59:02Z</dcterms:modified>
</cp:coreProperties>
</file>