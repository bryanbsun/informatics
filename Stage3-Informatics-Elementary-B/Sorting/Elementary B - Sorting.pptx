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81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401" r:id="rId11"/>
    <p:sldId id="397" r:id="rId12"/>
    <p:sldId id="398" r:id="rId13"/>
    <p:sldId id="399" r:id="rId14"/>
    <p:sldId id="400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10" r:id="rId23"/>
    <p:sldId id="411" r:id="rId24"/>
    <p:sldId id="419" r:id="rId25"/>
    <p:sldId id="420" r:id="rId26"/>
    <p:sldId id="412" r:id="rId27"/>
    <p:sldId id="413" r:id="rId28"/>
    <p:sldId id="414" r:id="rId29"/>
    <p:sldId id="416" r:id="rId30"/>
    <p:sldId id="417" r:id="rId31"/>
    <p:sldId id="418" r:id="rId32"/>
    <p:sldId id="261" r:id="rId33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2B573-8879-ED4C-98BD-CA45F763B4C6}" v="1136" dt="2026-03-15T10:54:16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70" autoAdjust="0"/>
    <p:restoredTop sz="91481" autoAdjust="0"/>
  </p:normalViewPr>
  <p:slideViewPr>
    <p:cSldViewPr snapToGrid="0">
      <p:cViewPr varScale="1">
        <p:scale>
          <a:sx n="92" d="100"/>
          <a:sy n="92" d="100"/>
        </p:scale>
        <p:origin x="208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03-15T10:54:16.923" v="1709" actId="20577"/>
      <pc:docMkLst>
        <pc:docMk/>
      </pc:docMkLst>
      <pc:sldChg chg="modSp mod">
        <pc:chgData name="Bryan Sun" userId="851caa7714272873" providerId="LiveId" clId="{1DF0C224-3A3E-55A6-A8D1-F8F2208D385B}" dt="2026-03-15T05:38:24.287" v="8" actId="121"/>
        <pc:sldMkLst>
          <pc:docMk/>
          <pc:sldMk cId="948786294" sldId="281"/>
        </pc:sldMkLst>
        <pc:spChg chg="mod">
          <ac:chgData name="Bryan Sun" userId="851caa7714272873" providerId="LiveId" clId="{1DF0C224-3A3E-55A6-A8D1-F8F2208D385B}" dt="2026-03-15T05:38:07.300" v="2" actId="20577"/>
          <ac:spMkLst>
            <pc:docMk/>
            <pc:sldMk cId="948786294" sldId="281"/>
            <ac:spMk id="2" creationId="{00000000-0000-0000-0000-000000000000}"/>
          </ac:spMkLst>
        </pc:spChg>
        <pc:spChg chg="mod">
          <ac:chgData name="Bryan Sun" userId="851caa7714272873" providerId="LiveId" clId="{1DF0C224-3A3E-55A6-A8D1-F8F2208D385B}" dt="2026-03-15T05:38:24.287" v="8" actId="121"/>
          <ac:spMkLst>
            <pc:docMk/>
            <pc:sldMk cId="948786294" sldId="281"/>
            <ac:spMk id="4" creationId="{00000000-0000-0000-0000-000000000000}"/>
          </ac:spMkLst>
        </pc:spChg>
      </pc:sldChg>
      <pc:sldChg chg="modSp">
        <pc:chgData name="Bryan Sun" userId="851caa7714272873" providerId="LiveId" clId="{1DF0C224-3A3E-55A6-A8D1-F8F2208D385B}" dt="2026-03-15T05:39:20.850" v="43" actId="20577"/>
        <pc:sldMkLst>
          <pc:docMk/>
          <pc:sldMk cId="1281322328" sldId="389"/>
        </pc:sldMkLst>
        <pc:spChg chg="mod">
          <ac:chgData name="Bryan Sun" userId="851caa7714272873" providerId="LiveId" clId="{1DF0C224-3A3E-55A6-A8D1-F8F2208D385B}" dt="2026-03-15T05:38:39.930" v="9" actId="2711"/>
          <ac:spMkLst>
            <pc:docMk/>
            <pc:sldMk cId="1281322328" sldId="38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39:20.850" v="43" actId="20577"/>
          <ac:spMkLst>
            <pc:docMk/>
            <pc:sldMk cId="1281322328" sldId="389"/>
            <ac:spMk id="3" creationId="{364B6489-5513-4724-81F7-F874B8C60D21}"/>
          </ac:spMkLst>
        </pc:spChg>
      </pc:sldChg>
      <pc:sldChg chg="modSp">
        <pc:chgData name="Bryan Sun" userId="851caa7714272873" providerId="LiveId" clId="{1DF0C224-3A3E-55A6-A8D1-F8F2208D385B}" dt="2026-03-15T05:40:10.451" v="44" actId="2711"/>
        <pc:sldMkLst>
          <pc:docMk/>
          <pc:sldMk cId="4151301841" sldId="390"/>
        </pc:sldMkLst>
        <pc:spChg chg="mod">
          <ac:chgData name="Bryan Sun" userId="851caa7714272873" providerId="LiveId" clId="{1DF0C224-3A3E-55A6-A8D1-F8F2208D385B}" dt="2026-03-15T05:40:10.451" v="44" actId="2711"/>
          <ac:spMkLst>
            <pc:docMk/>
            <pc:sldMk cId="4151301841" sldId="39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40:10.451" v="44" actId="2711"/>
          <ac:spMkLst>
            <pc:docMk/>
            <pc:sldMk cId="4151301841" sldId="390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3-15T05:42:11.829" v="110" actId="20577"/>
        <pc:sldMkLst>
          <pc:docMk/>
          <pc:sldMk cId="2795504282" sldId="391"/>
        </pc:sldMkLst>
        <pc:spChg chg="mod">
          <ac:chgData name="Bryan Sun" userId="851caa7714272873" providerId="LiveId" clId="{1DF0C224-3A3E-55A6-A8D1-F8F2208D385B}" dt="2026-03-15T05:41:54.481" v="106" actId="20577"/>
          <ac:spMkLst>
            <pc:docMk/>
            <pc:sldMk cId="2795504282" sldId="391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6-03-15T05:42:11.829" v="110" actId="20577"/>
          <ac:spMkLst>
            <pc:docMk/>
            <pc:sldMk cId="2795504282" sldId="391"/>
            <ac:spMk id="4" creationId="{025F8887-BED7-46B6-A7AC-E2CF64CC21D0}"/>
          </ac:spMkLst>
        </pc:spChg>
      </pc:sldChg>
      <pc:sldChg chg="modSp mod">
        <pc:chgData name="Bryan Sun" userId="851caa7714272873" providerId="LiveId" clId="{1DF0C224-3A3E-55A6-A8D1-F8F2208D385B}" dt="2026-03-15T05:43:43.879" v="162" actId="20577"/>
        <pc:sldMkLst>
          <pc:docMk/>
          <pc:sldMk cId="2154725866" sldId="392"/>
        </pc:sldMkLst>
        <pc:spChg chg="mod">
          <ac:chgData name="Bryan Sun" userId="851caa7714272873" providerId="LiveId" clId="{1DF0C224-3A3E-55A6-A8D1-F8F2208D385B}" dt="2026-03-15T05:42:37.733" v="111" actId="2711"/>
          <ac:spMkLst>
            <pc:docMk/>
            <pc:sldMk cId="2154725866" sldId="39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43:43.879" v="162" actId="20577"/>
          <ac:spMkLst>
            <pc:docMk/>
            <pc:sldMk cId="2154725866" sldId="392"/>
            <ac:spMk id="3" creationId="{364B6489-5513-4724-81F7-F874B8C60D21}"/>
          </ac:spMkLst>
        </pc:spChg>
      </pc:sldChg>
      <pc:sldChg chg="addSp delSp modSp mod">
        <pc:chgData name="Bryan Sun" userId="851caa7714272873" providerId="LiveId" clId="{1DF0C224-3A3E-55A6-A8D1-F8F2208D385B}" dt="2026-03-15T05:47:12.154" v="286"/>
        <pc:sldMkLst>
          <pc:docMk/>
          <pc:sldMk cId="1582438679" sldId="393"/>
        </pc:sldMkLst>
        <pc:spChg chg="mod">
          <ac:chgData name="Bryan Sun" userId="851caa7714272873" providerId="LiveId" clId="{1DF0C224-3A3E-55A6-A8D1-F8F2208D385B}" dt="2026-03-15T05:44:18.006" v="163" actId="2711"/>
          <ac:spMkLst>
            <pc:docMk/>
            <pc:sldMk cId="1582438679" sldId="393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46:03.637" v="283" actId="20577"/>
          <ac:spMkLst>
            <pc:docMk/>
            <pc:sldMk cId="1582438679" sldId="393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6-03-15T05:44:33.632" v="169" actId="20577"/>
          <ac:spMkLst>
            <pc:docMk/>
            <pc:sldMk cId="1582438679" sldId="393"/>
            <ac:spMk id="4" creationId="{025F8887-BED7-46B6-A7AC-E2CF64CC21D0}"/>
          </ac:spMkLst>
        </pc:spChg>
        <pc:spChg chg="add del mod">
          <ac:chgData name="Bryan Sun" userId="851caa7714272873" providerId="LiveId" clId="{1DF0C224-3A3E-55A6-A8D1-F8F2208D385B}" dt="2026-03-15T05:47:12.154" v="286"/>
          <ac:spMkLst>
            <pc:docMk/>
            <pc:sldMk cId="1582438679" sldId="393"/>
            <ac:spMk id="5" creationId="{A6E0DF46-402C-6FE4-C0CA-7A105256B9AF}"/>
          </ac:spMkLst>
        </pc:spChg>
      </pc:sldChg>
      <pc:sldChg chg="modSp mod">
        <pc:chgData name="Bryan Sun" userId="851caa7714272873" providerId="LiveId" clId="{1DF0C224-3A3E-55A6-A8D1-F8F2208D385B}" dt="2026-03-15T05:48:21.637" v="352" actId="20577"/>
        <pc:sldMkLst>
          <pc:docMk/>
          <pc:sldMk cId="532428517" sldId="394"/>
        </pc:sldMkLst>
        <pc:spChg chg="mod">
          <ac:chgData name="Bryan Sun" userId="851caa7714272873" providerId="LiveId" clId="{1DF0C224-3A3E-55A6-A8D1-F8F2208D385B}" dt="2026-03-15T05:47:25.454" v="288" actId="2711"/>
          <ac:spMkLst>
            <pc:docMk/>
            <pc:sldMk cId="532428517" sldId="394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48:21.637" v="352" actId="20577"/>
          <ac:spMkLst>
            <pc:docMk/>
            <pc:sldMk cId="532428517" sldId="394"/>
            <ac:spMk id="3" creationId="{364B6489-5513-4724-81F7-F874B8C60D21}"/>
          </ac:spMkLst>
        </pc:spChg>
      </pc:sldChg>
      <pc:sldChg chg="modSp">
        <pc:chgData name="Bryan Sun" userId="851caa7714272873" providerId="LiveId" clId="{1DF0C224-3A3E-55A6-A8D1-F8F2208D385B}" dt="2026-03-15T05:50:16.957" v="452" actId="20577"/>
        <pc:sldMkLst>
          <pc:docMk/>
          <pc:sldMk cId="245938591" sldId="395"/>
        </pc:sldMkLst>
        <pc:spChg chg="mod">
          <ac:chgData name="Bryan Sun" userId="851caa7714272873" providerId="LiveId" clId="{1DF0C224-3A3E-55A6-A8D1-F8F2208D385B}" dt="2026-03-15T05:48:53.160" v="353" actId="2711"/>
          <ac:spMkLst>
            <pc:docMk/>
            <pc:sldMk cId="245938591" sldId="395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50:16.957" v="452" actId="20577"/>
          <ac:spMkLst>
            <pc:docMk/>
            <pc:sldMk cId="245938591" sldId="395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05:51:49.297" v="494" actId="20577"/>
        <pc:sldMkLst>
          <pc:docMk/>
          <pc:sldMk cId="465575306" sldId="396"/>
        </pc:sldMkLst>
        <pc:spChg chg="mod">
          <ac:chgData name="Bryan Sun" userId="851caa7714272873" providerId="LiveId" clId="{1DF0C224-3A3E-55A6-A8D1-F8F2208D385B}" dt="2026-03-15T05:50:39.193" v="453" actId="2711"/>
          <ac:spMkLst>
            <pc:docMk/>
            <pc:sldMk cId="465575306" sldId="396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51:49.297" v="494" actId="20577"/>
          <ac:spMkLst>
            <pc:docMk/>
            <pc:sldMk cId="465575306" sldId="396"/>
            <ac:spMk id="3" creationId="{364B6489-5513-4724-81F7-F874B8C60D21}"/>
          </ac:spMkLst>
        </pc:spChg>
        <pc:spChg chg="mod">
          <ac:chgData name="Bryan Sun" userId="851caa7714272873" providerId="LiveId" clId="{1DF0C224-3A3E-55A6-A8D1-F8F2208D385B}" dt="2026-03-15T05:50:54.803" v="456" actId="1076"/>
          <ac:spMkLst>
            <pc:docMk/>
            <pc:sldMk cId="465575306" sldId="396"/>
            <ac:spMk id="4" creationId="{6E48A20C-A0EC-4E88-B9A0-64D6E5F8B4E5}"/>
          </ac:spMkLst>
        </pc:spChg>
      </pc:sldChg>
      <pc:sldChg chg="modSp mod">
        <pc:chgData name="Bryan Sun" userId="851caa7714272873" providerId="LiveId" clId="{1DF0C224-3A3E-55A6-A8D1-F8F2208D385B}" dt="2026-03-15T05:54:58.920" v="593" actId="313"/>
        <pc:sldMkLst>
          <pc:docMk/>
          <pc:sldMk cId="3770143595" sldId="397"/>
        </pc:sldMkLst>
        <pc:spChg chg="mod">
          <ac:chgData name="Bryan Sun" userId="851caa7714272873" providerId="LiveId" clId="{1DF0C224-3A3E-55A6-A8D1-F8F2208D385B}" dt="2026-03-15T05:53:29.208" v="538" actId="20577"/>
          <ac:spMkLst>
            <pc:docMk/>
            <pc:sldMk cId="3770143595" sldId="397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54:58.920" v="593" actId="313"/>
          <ac:spMkLst>
            <pc:docMk/>
            <pc:sldMk cId="3770143595" sldId="397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06:00:12.730" v="783" actId="14100"/>
        <pc:sldMkLst>
          <pc:docMk/>
          <pc:sldMk cId="1130674366" sldId="398"/>
        </pc:sldMkLst>
        <pc:spChg chg="mod">
          <ac:chgData name="Bryan Sun" userId="851caa7714272873" providerId="LiveId" clId="{1DF0C224-3A3E-55A6-A8D1-F8F2208D385B}" dt="2026-03-15T06:00:12.730" v="783" actId="14100"/>
          <ac:spMkLst>
            <pc:docMk/>
            <pc:sldMk cId="1130674366" sldId="398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59:04.117" v="754" actId="20577"/>
          <ac:spMkLst>
            <pc:docMk/>
            <pc:sldMk cId="1130674366" sldId="398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34:12.494" v="813" actId="2711"/>
        <pc:sldMkLst>
          <pc:docMk/>
          <pc:sldMk cId="4216750778" sldId="399"/>
        </pc:sldMkLst>
        <pc:spChg chg="mod">
          <ac:chgData name="Bryan Sun" userId="851caa7714272873" providerId="LiveId" clId="{1DF0C224-3A3E-55A6-A8D1-F8F2208D385B}" dt="2026-03-15T05:59:56.889" v="781" actId="14100"/>
          <ac:spMkLst>
            <pc:docMk/>
            <pc:sldMk cId="4216750778" sldId="399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34:12.494" v="813" actId="2711"/>
          <ac:spMkLst>
            <pc:docMk/>
            <pc:sldMk cId="4216750778" sldId="399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36:00.477" v="845" actId="20577"/>
        <pc:sldMkLst>
          <pc:docMk/>
          <pc:sldMk cId="739007265" sldId="400"/>
        </pc:sldMkLst>
        <pc:spChg chg="mod">
          <ac:chgData name="Bryan Sun" userId="851caa7714272873" providerId="LiveId" clId="{1DF0C224-3A3E-55A6-A8D1-F8F2208D385B}" dt="2026-03-15T10:34:56.446" v="816" actId="14100"/>
          <ac:spMkLst>
            <pc:docMk/>
            <pc:sldMk cId="739007265" sldId="40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36:00.477" v="845" actId="20577"/>
          <ac:spMkLst>
            <pc:docMk/>
            <pc:sldMk cId="739007265" sldId="400"/>
            <ac:spMk id="3" creationId="{364B6489-5513-4724-81F7-F874B8C60D21}"/>
          </ac:spMkLst>
        </pc:spChg>
      </pc:sldChg>
      <pc:sldChg chg="modSp">
        <pc:chgData name="Bryan Sun" userId="851caa7714272873" providerId="LiveId" clId="{1DF0C224-3A3E-55A6-A8D1-F8F2208D385B}" dt="2026-03-15T05:52:36.452" v="499" actId="20577"/>
        <pc:sldMkLst>
          <pc:docMk/>
          <pc:sldMk cId="3705501200" sldId="401"/>
        </pc:sldMkLst>
        <pc:spChg chg="mod">
          <ac:chgData name="Bryan Sun" userId="851caa7714272873" providerId="LiveId" clId="{1DF0C224-3A3E-55A6-A8D1-F8F2208D385B}" dt="2026-03-15T05:52:10.806" v="495" actId="2711"/>
          <ac:spMkLst>
            <pc:docMk/>
            <pc:sldMk cId="3705501200" sldId="401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05:52:36.452" v="499" actId="20577"/>
          <ac:spMkLst>
            <pc:docMk/>
            <pc:sldMk cId="3705501200" sldId="401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37:57.167" v="993" actId="20577"/>
        <pc:sldMkLst>
          <pc:docMk/>
          <pc:sldMk cId="908616234" sldId="402"/>
        </pc:sldMkLst>
        <pc:spChg chg="mod">
          <ac:chgData name="Bryan Sun" userId="851caa7714272873" providerId="LiveId" clId="{1DF0C224-3A3E-55A6-A8D1-F8F2208D385B}" dt="2026-03-15T10:36:33.856" v="846" actId="2711"/>
          <ac:spMkLst>
            <pc:docMk/>
            <pc:sldMk cId="908616234" sldId="40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37:57.167" v="993" actId="20577"/>
          <ac:spMkLst>
            <pc:docMk/>
            <pc:sldMk cId="908616234" sldId="402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38:56.367" v="1023" actId="2711"/>
        <pc:sldMkLst>
          <pc:docMk/>
          <pc:sldMk cId="3731813664" sldId="403"/>
        </pc:sldMkLst>
        <pc:spChg chg="mod">
          <ac:chgData name="Bryan Sun" userId="851caa7714272873" providerId="LiveId" clId="{1DF0C224-3A3E-55A6-A8D1-F8F2208D385B}" dt="2026-03-15T10:38:56.367" v="1023" actId="2711"/>
          <ac:spMkLst>
            <pc:docMk/>
            <pc:sldMk cId="3731813664" sldId="403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38:56.367" v="1023" actId="2711"/>
          <ac:spMkLst>
            <pc:docMk/>
            <pc:sldMk cId="3731813664" sldId="403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39:07.997" v="1024" actId="2711"/>
        <pc:sldMkLst>
          <pc:docMk/>
          <pc:sldMk cId="3133213288" sldId="404"/>
        </pc:sldMkLst>
        <pc:spChg chg="mod">
          <ac:chgData name="Bryan Sun" userId="851caa7714272873" providerId="LiveId" clId="{1DF0C224-3A3E-55A6-A8D1-F8F2208D385B}" dt="2026-03-15T10:39:07.997" v="1024" actId="2711"/>
          <ac:spMkLst>
            <pc:docMk/>
            <pc:sldMk cId="3133213288" sldId="404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39:07.997" v="1024" actId="2711"/>
          <ac:spMkLst>
            <pc:docMk/>
            <pc:sldMk cId="3133213288" sldId="404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41:16.561" v="1091" actId="6549"/>
        <pc:sldMkLst>
          <pc:docMk/>
          <pc:sldMk cId="1940424579" sldId="405"/>
        </pc:sldMkLst>
        <pc:spChg chg="mod">
          <ac:chgData name="Bryan Sun" userId="851caa7714272873" providerId="LiveId" clId="{1DF0C224-3A3E-55A6-A8D1-F8F2208D385B}" dt="2026-03-15T10:40:18.890" v="1054" actId="2711"/>
          <ac:spMkLst>
            <pc:docMk/>
            <pc:sldMk cId="1940424579" sldId="405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41:16.561" v="1091" actId="6549"/>
          <ac:spMkLst>
            <pc:docMk/>
            <pc:sldMk cId="1940424579" sldId="405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39:33.537" v="1053" actId="20577"/>
        <pc:sldMkLst>
          <pc:docMk/>
          <pc:sldMk cId="203219483" sldId="406"/>
        </pc:sldMkLst>
        <pc:spChg chg="mod">
          <ac:chgData name="Bryan Sun" userId="851caa7714272873" providerId="LiveId" clId="{1DF0C224-3A3E-55A6-A8D1-F8F2208D385B}" dt="2026-03-15T10:39:29.807" v="1049" actId="2711"/>
          <ac:spMkLst>
            <pc:docMk/>
            <pc:sldMk cId="203219483" sldId="406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39:33.537" v="1053" actId="20577"/>
          <ac:spMkLst>
            <pc:docMk/>
            <pc:sldMk cId="203219483" sldId="406"/>
            <ac:spMk id="3" creationId="{364B6489-5513-4724-81F7-F874B8C60D21}"/>
          </ac:spMkLst>
        </pc:spChg>
      </pc:sldChg>
      <pc:sldChg chg="modSp mod modAnim">
        <pc:chgData name="Bryan Sun" userId="851caa7714272873" providerId="LiveId" clId="{1DF0C224-3A3E-55A6-A8D1-F8F2208D385B}" dt="2026-03-15T10:43:56.095" v="1272" actId="20577"/>
        <pc:sldMkLst>
          <pc:docMk/>
          <pc:sldMk cId="2288757741" sldId="407"/>
        </pc:sldMkLst>
        <pc:spChg chg="mod">
          <ac:chgData name="Bryan Sun" userId="851caa7714272873" providerId="LiveId" clId="{1DF0C224-3A3E-55A6-A8D1-F8F2208D385B}" dt="2026-03-15T10:41:48.691" v="1093" actId="2711"/>
          <ac:spMkLst>
            <pc:docMk/>
            <pc:sldMk cId="2288757741" sldId="407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43:56.095" v="1272" actId="20577"/>
          <ac:spMkLst>
            <pc:docMk/>
            <pc:sldMk cId="2288757741" sldId="407"/>
            <ac:spMk id="3" creationId="{364B6489-5513-4724-81F7-F874B8C60D21}"/>
          </ac:spMkLst>
        </pc:spChg>
      </pc:sldChg>
      <pc:sldChg chg="modSp mod">
        <pc:chgData name="Bryan Sun" userId="851caa7714272873" providerId="LiveId" clId="{1DF0C224-3A3E-55A6-A8D1-F8F2208D385B}" dt="2026-03-15T10:44:11.194" v="1273" actId="2711"/>
        <pc:sldMkLst>
          <pc:docMk/>
          <pc:sldMk cId="1861163485" sldId="408"/>
        </pc:sldMkLst>
        <pc:spChg chg="mod">
          <ac:chgData name="Bryan Sun" userId="851caa7714272873" providerId="LiveId" clId="{1DF0C224-3A3E-55A6-A8D1-F8F2208D385B}" dt="2026-03-15T10:44:11.194" v="1273" actId="2711"/>
          <ac:spMkLst>
            <pc:docMk/>
            <pc:sldMk cId="1861163485" sldId="408"/>
            <ac:spMk id="2" creationId="{42D00FBD-1222-496C-8A0C-0B68A7CB6094}"/>
          </ac:spMkLst>
        </pc:spChg>
      </pc:sldChg>
      <pc:sldChg chg="modSp mod">
        <pc:chgData name="Bryan Sun" userId="851caa7714272873" providerId="LiveId" clId="{1DF0C224-3A3E-55A6-A8D1-F8F2208D385B}" dt="2026-03-15T10:47:57.290" v="1367" actId="20577"/>
        <pc:sldMkLst>
          <pc:docMk/>
          <pc:sldMk cId="456836404" sldId="410"/>
        </pc:sldMkLst>
        <pc:spChg chg="mod">
          <ac:chgData name="Bryan Sun" userId="851caa7714272873" providerId="LiveId" clId="{1DF0C224-3A3E-55A6-A8D1-F8F2208D385B}" dt="2026-03-15T10:44:45.759" v="1275" actId="2711"/>
          <ac:spMkLst>
            <pc:docMk/>
            <pc:sldMk cId="456836404" sldId="410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47:57.290" v="1367" actId="20577"/>
          <ac:spMkLst>
            <pc:docMk/>
            <pc:sldMk cId="456836404" sldId="410"/>
            <ac:spMk id="3" creationId="{364B6489-5513-4724-81F7-F874B8C60D21}"/>
          </ac:spMkLst>
        </pc:spChg>
      </pc:sldChg>
      <pc:sldChg chg="modSp modAnim">
        <pc:chgData name="Bryan Sun" userId="851caa7714272873" providerId="LiveId" clId="{1DF0C224-3A3E-55A6-A8D1-F8F2208D385B}" dt="2026-03-15T10:50:31.711" v="1516" actId="2711"/>
        <pc:sldMkLst>
          <pc:docMk/>
          <pc:sldMk cId="3105271464" sldId="411"/>
        </pc:sldMkLst>
        <pc:spChg chg="mod">
          <ac:chgData name="Bryan Sun" userId="851caa7714272873" providerId="LiveId" clId="{1DF0C224-3A3E-55A6-A8D1-F8F2208D385B}" dt="2026-03-15T10:50:31.711" v="1516" actId="2711"/>
          <ac:spMkLst>
            <pc:docMk/>
            <pc:sldMk cId="3105271464" sldId="411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50:31.711" v="1516" actId="2711"/>
          <ac:spMkLst>
            <pc:docMk/>
            <pc:sldMk cId="3105271464" sldId="411"/>
            <ac:spMk id="4" creationId="{025F8887-BED7-46B6-A7AC-E2CF64CC21D0}"/>
          </ac:spMkLst>
        </pc:spChg>
      </pc:sldChg>
      <pc:sldChg chg="modSp mod modAnim">
        <pc:chgData name="Bryan Sun" userId="851caa7714272873" providerId="LiveId" clId="{1DF0C224-3A3E-55A6-A8D1-F8F2208D385B}" dt="2026-03-15T10:54:16.923" v="1709" actId="20577"/>
        <pc:sldMkLst>
          <pc:docMk/>
          <pc:sldMk cId="47810819" sldId="412"/>
        </pc:sldMkLst>
        <pc:spChg chg="mod">
          <ac:chgData name="Bryan Sun" userId="851caa7714272873" providerId="LiveId" clId="{1DF0C224-3A3E-55A6-A8D1-F8F2208D385B}" dt="2026-03-15T10:52:56.873" v="1556" actId="6549"/>
          <ac:spMkLst>
            <pc:docMk/>
            <pc:sldMk cId="47810819" sldId="412"/>
            <ac:spMk id="2" creationId="{42D00FBD-1222-496C-8A0C-0B68A7CB6094}"/>
          </ac:spMkLst>
        </pc:spChg>
        <pc:spChg chg="mod">
          <ac:chgData name="Bryan Sun" userId="851caa7714272873" providerId="LiveId" clId="{1DF0C224-3A3E-55A6-A8D1-F8F2208D385B}" dt="2026-03-15T10:54:16.923" v="1709" actId="20577"/>
          <ac:spMkLst>
            <pc:docMk/>
            <pc:sldMk cId="47810819" sldId="412"/>
            <ac:spMk id="3" creationId="{364B6489-5513-4724-81F7-F874B8C60D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1240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509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1241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80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1239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7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XMOJ 1237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976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57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47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7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Sorting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90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Mr. Gao's Algorithm </a:t>
            </a:r>
          </a:p>
          <a:p>
            <a:pPr algn="r"/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What is sorting?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The most basic definition: to arrange numbers in an array in ascending order.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Input: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An array where all elements are numbers.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Output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The array re-arranged in ascending order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example: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1 3 8 4 6 7 5 2 9 0</a:t>
            </a:r>
          </a:p>
          <a:p>
            <a:pPr marL="0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0 1 2 3 4 5 6 7 8 9</a:t>
            </a:r>
          </a:p>
        </p:txBody>
      </p:sp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Common sorting algorithms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Comparison-based sorting algorithms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Select Sort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Bubble Sort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Quick sort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Merge Sort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Special sorting algorithms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Bucket Sort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30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Select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6116635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+mn-ea"/>
                  </a:rPr>
                  <a:t>Algorithm principle: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en" altLang="en-US" dirty="0" err="1">
                    <a:latin typeface="+mn-ea"/>
                  </a:rPr>
                  <a:t>Eac</a:t>
                </a:r>
                <a:r>
                  <a:rPr lang="en-US" altLang="en-US" dirty="0">
                    <a:latin typeface="+mn-ea"/>
                  </a:rPr>
                  <a:t>h pass, </a:t>
                </a:r>
                <a:r>
                  <a:rPr lang="en" altLang="en-US" dirty="0">
                    <a:latin typeface="+mn-ea"/>
                  </a:rPr>
                  <a:t>determine the smallest number.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en" altLang="en-US" dirty="0">
                    <a:latin typeface="+mn-ea"/>
                  </a:rPr>
                  <a:t>After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altLang="en-US" dirty="0">
                    <a:latin typeface="+mn-ea"/>
                  </a:rPr>
                  <a:t>passes, entire array is sorted.</a:t>
                </a:r>
                <a:endParaRPr lang="en-US" altLang="zh-CN" dirty="0">
                  <a:latin typeface="+mn-ea"/>
                </a:endParaRPr>
              </a:p>
              <a:p>
                <a:r>
                  <a:rPr lang="en" altLang="en-US" dirty="0">
                    <a:latin typeface="+mn-ea"/>
                  </a:rPr>
                  <a:t>Complexity:</a:t>
                </a:r>
                <a:endParaRPr lang="en-US" altLang="zh-CN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6116635" cy="5282749"/>
              </a:xfrm>
              <a:blipFill>
                <a:blip r:embed="rId2"/>
                <a:stretch>
                  <a:fillRect l="-2070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6795246" y="1145450"/>
            <a:ext cx="5146557" cy="52827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1 3 8 4 6 7 5 2 9 0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3 8 4 6 7 5 2 9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8 4 6 7 5 2 9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4 6 7 5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9 3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6 7 5 8 9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3 4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7 5 8 9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0 1 2 3 4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8 9 6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0 1 2 3 4 5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8 9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0 1 2 3 4 5 6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9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0 1 2 3 4 5 6 7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955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Select Sort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855815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Code: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for (int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0; i &lt; n; ++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int k 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for (int j = i+1; j &lt; n; ++j)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    if (a[j]&lt;a[k])</a:t>
            </a:r>
          </a:p>
          <a:p>
            <a:pPr marL="0" indent="0">
              <a:buNone/>
            </a:pPr>
            <a:r>
              <a:rPr lang="en-AU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k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 j;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if (k !=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 swap(a[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],a[k]);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472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Bubble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5231858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 principle: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Compare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each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pair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adjacent numbers; swap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larger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one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front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Each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pass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determine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the largest number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It’s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possible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complete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sorting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less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than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passes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Complexity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Worst case: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Best case: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5231858" cy="5282749"/>
              </a:xfrm>
              <a:blipFill>
                <a:blip r:embed="rId2"/>
                <a:stretch>
                  <a:fillRect l="-2421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6281532" y="1486110"/>
            <a:ext cx="5031476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1 3 8 4 0 7 5 2 9 6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1 3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4 0 7 5 2 8 6 9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1 3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0 4 5 2 7 6 8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0 3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2 5 6 7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8 9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0 1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5 6 7 8 9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4 5 6 7 8 9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0 1 2 3 4 5 6 7 8 9</a:t>
            </a:r>
            <a:endParaRPr lang="en-US" altLang="zh-CN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4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Bubble Sort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8558153" cy="5282749"/>
          </a:xfrm>
        </p:spPr>
        <p:txBody>
          <a:bodyPr>
            <a:normAutofit lnSpcReduction="10000"/>
          </a:bodyPr>
          <a:lstStyle/>
          <a:p>
            <a:r>
              <a:rPr lang="en" altLang="en-US" dirty="0">
                <a:latin typeface="Aptos Display" panose="020B0004020202020204" pitchFamily="34" charset="0"/>
                <a:cs typeface="Consolas" panose="020B0609020204030204" pitchFamily="49" charset="0"/>
              </a:rPr>
              <a:t>Code:</a:t>
            </a:r>
            <a:endParaRPr lang="en-US" altLang="zh-CN" dirty="0">
              <a:latin typeface="Aptos Display" panose="020B000402020202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for (int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n-1; i &gt;= 1; --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bool flag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true;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for (int j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&lt;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++j)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(a[j]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a[j+1]) 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swap(a[j],a[j+1]);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false;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(flag) break;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242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Quick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 principle: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Each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pass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, the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arrays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divided into two (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even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possible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) parts, with the numbers in one part always being smaller than the numbers in the other part.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Reduced the total number of comparisons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Complexity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-US" altLang="zh-CN" dirty="0">
                    <a:latin typeface="Aptos Display" panose="020B0004020202020204" pitchFamily="34" charset="0"/>
                  </a:rPr>
                  <a:t>Application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C++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standard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library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std::</a:t>
                </a:r>
                <a:r>
                  <a:rPr lang="en" altLang="zh-CN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sort</a:t>
                </a:r>
                <a:r>
                  <a:rPr lang="en-US" altLang="zh-CN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function</a:t>
                </a:r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2"/>
                <a:stretch>
                  <a:fillRect l="-1323" t="-1683" r="-1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3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Bucket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Aptos Display" panose="020B0004020202020204" pitchFamily="34" charset="0"/>
                  </a:rPr>
                  <a:t>Use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cases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The range of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number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values is very small (e.g., between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1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–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100)</a:t>
                </a: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 principle: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Count the number of times each number appears.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Output the sorted results in ascending order.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Complexity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2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E48A20C-A0EC-4E88-B9A0-64D6E5F8B4E5}"/>
              </a:ext>
            </a:extLst>
          </p:cNvPr>
          <p:cNvSpPr txBox="1">
            <a:spLocks/>
          </p:cNvSpPr>
          <p:nvPr/>
        </p:nvSpPr>
        <p:spPr>
          <a:xfrm>
            <a:off x="6723620" y="2663119"/>
            <a:ext cx="5184400" cy="3400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1 3 8 4 3 5 5 2 9 6 5 2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0 1 2 3 4 5 6 7 8 9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0 1 2 2 1 3 1 0 1 1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1 2 2 3 3 4 5 5 5 6 8 9</a:t>
            </a:r>
          </a:p>
        </p:txBody>
      </p:sp>
    </p:spTree>
    <p:extLst>
      <p:ext uri="{BB962C8B-B14F-4D97-AF65-F5344CB8AC3E}">
        <p14:creationId xmlns:p14="http://schemas.microsoft.com/office/powerpoint/2010/main" val="46557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Stability of sorting algorithms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What is the stability of sorting algorithms?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A stable sorting algorithm is one that, for any given array, maintains the same order for two equal numbers in the original array after the sorting process.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Are these algorithms stable?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Selection sort: </a:t>
            </a:r>
            <a:r>
              <a:rPr lang="en-US" altLang="zh-CN" dirty="0">
                <a:latin typeface="Aptos Display" panose="020B0004020202020204" pitchFamily="34" charset="0"/>
              </a:rPr>
              <a:t>u</a:t>
            </a:r>
            <a:r>
              <a:rPr lang="en" altLang="en-US" dirty="0" err="1">
                <a:latin typeface="Aptos Display" panose="020B0004020202020204" pitchFamily="34" charset="0"/>
              </a:rPr>
              <a:t>nstable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Bubble sort: stable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Quick sort: </a:t>
            </a:r>
            <a:r>
              <a:rPr lang="en-US" altLang="zh-CN" dirty="0">
                <a:latin typeface="Aptos Display" panose="020B0004020202020204" pitchFamily="34" charset="0"/>
              </a:rPr>
              <a:t>u</a:t>
            </a:r>
            <a:r>
              <a:rPr lang="en" altLang="en-US" dirty="0" err="1">
                <a:latin typeface="Aptos Display" panose="020B0004020202020204" pitchFamily="34" charset="0"/>
              </a:rPr>
              <a:t>nstable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Bucket sort: stable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50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Concept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‘order’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in sorting algorithms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ptos Display" panose="020B0004020202020204" pitchFamily="34" charset="0"/>
              </a:rPr>
              <a:t>Order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A relationship that describes which </a:t>
            </a:r>
            <a:r>
              <a:rPr lang="en-US" altLang="zh-CN" dirty="0">
                <a:latin typeface="Aptos Display" panose="020B0004020202020204" pitchFamily="34" charset="0"/>
              </a:rPr>
              <a:t>element</a:t>
            </a:r>
            <a:r>
              <a:rPr lang="en" altLang="en-US" dirty="0">
                <a:latin typeface="Aptos Display" panose="020B0004020202020204" pitchFamily="34" charset="0"/>
              </a:rPr>
              <a:t> should come before which </a:t>
            </a:r>
            <a:r>
              <a:rPr lang="en-US" altLang="zh-CN" dirty="0">
                <a:latin typeface="Aptos Display" panose="020B0004020202020204" pitchFamily="34" charset="0"/>
              </a:rPr>
              <a:t>element</a:t>
            </a:r>
            <a:r>
              <a:rPr lang="en" altLang="en-US" dirty="0">
                <a:latin typeface="Aptos Display" panose="020B0004020202020204" pitchFamily="34" charset="0"/>
              </a:rPr>
              <a:t> (can be understood as a </a:t>
            </a:r>
            <a:r>
              <a:rPr lang="en-US" altLang="zh-CN" dirty="0">
                <a:latin typeface="Aptos Display" panose="020B0004020202020204" pitchFamily="34" charset="0"/>
              </a:rPr>
              <a:t>serial</a:t>
            </a:r>
            <a:r>
              <a:rPr lang="en" altLang="en-US" dirty="0">
                <a:latin typeface="Aptos Display" panose="020B0004020202020204" pitchFamily="34" charset="0"/>
              </a:rPr>
              <a:t> number).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</a:rPr>
              <a:t>Sorting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An algorithm that arranges array elements </a:t>
            </a:r>
            <a:r>
              <a:rPr lang="en-US" altLang="zh-CN" dirty="0">
                <a:latin typeface="Aptos Display" panose="020B0004020202020204" pitchFamily="34" charset="0"/>
              </a:rPr>
              <a:t>according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predefined </a:t>
            </a:r>
            <a:r>
              <a:rPr lang="en-US" altLang="zh-CN" dirty="0">
                <a:latin typeface="Aptos Display" panose="020B0004020202020204" pitchFamily="34" charset="0"/>
              </a:rPr>
              <a:t>‘</a:t>
            </a:r>
            <a:r>
              <a:rPr lang="en" altLang="en-US" dirty="0">
                <a:latin typeface="Aptos Display" panose="020B0004020202020204" pitchFamily="34" charset="0"/>
              </a:rPr>
              <a:t>order</a:t>
            </a:r>
            <a:r>
              <a:rPr lang="en-US" altLang="zh-CN" dirty="0">
                <a:latin typeface="Aptos Display" panose="020B0004020202020204" pitchFamily="34" charset="0"/>
              </a:rPr>
              <a:t>’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example: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Reverse sorting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Integer parity sorting: odd numbers first, even numbers last; odd numbers are sorted from largest to smallest; even numbers are sorted from smallest to largest.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14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8" y="7541"/>
            <a:ext cx="11136873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most common sorting method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in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competitions</a:t>
            </a:r>
            <a:endParaRPr lang="en" altLang="zh-CN" dirty="0">
              <a:solidFill>
                <a:schemeClr val="bg1"/>
              </a:solidFill>
              <a:latin typeface="Aptos Display" panose="020B0004020202020204" pitchFamily="34" charset="0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sort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" altLang="zh-CN" dirty="0">
                <a:latin typeface="Aptos Display" panose="020B0004020202020204" pitchFamily="34" charset="0"/>
              </a:rPr>
              <a:t> function </a:t>
            </a:r>
            <a:r>
              <a:rPr lang="en" altLang="en-US" dirty="0">
                <a:latin typeface="Aptos Display" panose="020B0004020202020204" pitchFamily="34" charset="0"/>
              </a:rPr>
              <a:t>in </a:t>
            </a:r>
            <a:r>
              <a:rPr lang="en" altLang="zh-CN" dirty="0">
                <a:latin typeface="Aptos Display" panose="020B0004020202020204" pitchFamily="34" charset="0"/>
              </a:rPr>
              <a:t>STL </a:t>
            </a:r>
            <a:r>
              <a:rPr lang="en" altLang="en-US" dirty="0">
                <a:latin typeface="Aptos Display" panose="020B0004020202020204" pitchFamily="34" charset="0"/>
              </a:rPr>
              <a:t>is the most common sorting </a:t>
            </a:r>
            <a:r>
              <a:rPr lang="en-US" altLang="zh-CN" dirty="0">
                <a:latin typeface="Aptos Display" panose="020B0004020202020204" pitchFamily="34" charset="0"/>
              </a:rPr>
              <a:t>used</a:t>
            </a:r>
          </a:p>
          <a:p>
            <a:pPr lvl="1"/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ort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function implements an </a:t>
            </a:r>
            <a:r>
              <a:rPr lang="en" altLang="en-US" dirty="0" err="1">
                <a:latin typeface="Aptos Display" panose="020B0004020202020204" pitchFamily="34" charset="0"/>
              </a:rPr>
              <a:t>optimi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r>
              <a:rPr lang="en" altLang="en-US" dirty="0">
                <a:latin typeface="Aptos Display" panose="020B0004020202020204" pitchFamily="34" charset="0"/>
              </a:rPr>
              <a:t>ed quicksort.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Use it directly; no need to write a quicksort algorithm by hand, avoiding many implementation details.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-US" altLang="zh-CN" dirty="0">
                <a:latin typeface="Aptos Display" panose="020B0004020202020204" pitchFamily="34" charset="0"/>
              </a:rPr>
              <a:t>Just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define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“order”</a:t>
            </a:r>
            <a:r>
              <a:rPr lang="en-US" altLang="zh-CN" dirty="0">
                <a:latin typeface="Aptos Display" panose="020B0004020202020204" pitchFamily="34" charset="0"/>
              </a:rPr>
              <a:t>,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don’t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bother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”sorting”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part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</a:rPr>
              <a:t>Application</a:t>
            </a:r>
            <a:r>
              <a:rPr lang="en" altLang="en-US" dirty="0">
                <a:latin typeface="Aptos Display" panose="020B0004020202020204" pitchFamily="34" charset="0"/>
              </a:rPr>
              <a:t>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sort(a,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a+n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en" altLang="zh-CN" dirty="0"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cs typeface="Consolas" panose="020B0609020204030204" pitchFamily="49" charset="0"/>
              </a:rPr>
              <a:t>or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sort(a+1, a+n+1,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Comparison function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" altLang="en-US" dirty="0">
                <a:latin typeface="Aptos Display" panose="020B0004020202020204" pitchFamily="34" charset="0"/>
              </a:rPr>
              <a:t> is the key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67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8" y="7541"/>
            <a:ext cx="11136873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most common sorting method in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competitions</a:t>
            </a:r>
            <a:endParaRPr lang="en" altLang="zh-CN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Comparison functions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bool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(int a, int b) { }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" altLang="en-US" dirty="0">
                <a:latin typeface="Aptos Display" panose="020B0004020202020204" pitchFamily="34" charset="0"/>
              </a:rPr>
              <a:t>A return value </a:t>
            </a:r>
            <a:r>
              <a:rPr lang="en" altLang="zh-CN" dirty="0">
                <a:latin typeface="Aptos Display" panose="020B0004020202020204" pitchFamily="34" charset="0"/>
              </a:rPr>
              <a:t>of </a:t>
            </a:r>
            <a:r>
              <a:rPr lang="en-US" altLang="zh-CN" dirty="0">
                <a:latin typeface="Aptos Display" panose="020B0004020202020204" pitchFamily="34" charset="0"/>
              </a:rPr>
              <a:t>‘</a:t>
            </a:r>
            <a:r>
              <a:rPr lang="en" altLang="zh-CN" dirty="0">
                <a:latin typeface="Aptos Display" panose="020B0004020202020204" pitchFamily="34" charset="0"/>
              </a:rPr>
              <a:t>true</a:t>
            </a:r>
            <a:r>
              <a:rPr lang="en-US" altLang="zh-CN" dirty="0">
                <a:latin typeface="Aptos Display" panose="020B0004020202020204" pitchFamily="34" charset="0"/>
              </a:rPr>
              <a:t>’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indicates that </a:t>
            </a:r>
            <a:r>
              <a:rPr lang="en" altLang="zh-CN" dirty="0">
                <a:latin typeface="Aptos Display" panose="020B0004020202020204" pitchFamily="34" charset="0"/>
              </a:rPr>
              <a:t>a </a:t>
            </a:r>
            <a:r>
              <a:rPr lang="en" altLang="en-US" dirty="0">
                <a:latin typeface="Aptos Display" panose="020B0004020202020204" pitchFamily="34" charset="0"/>
              </a:rPr>
              <a:t>comes before </a:t>
            </a:r>
            <a:r>
              <a:rPr lang="en-US" altLang="zh-CN" dirty="0">
                <a:latin typeface="Aptos Display" panose="020B0004020202020204" pitchFamily="34" charset="0"/>
              </a:rPr>
              <a:t>b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The type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parameters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is determined by the type of the array to be sorted.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bool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(const A &amp;a, const A &amp;b) { }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" altLang="en-US" dirty="0">
                <a:latin typeface="Aptos Display" panose="020B0004020202020204" pitchFamily="34" charset="0"/>
              </a:rPr>
              <a:t> Special syntax when using structs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75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8" y="7541"/>
            <a:ext cx="10640555" cy="1478570"/>
          </a:xfrm>
        </p:spPr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most common sorting method in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competitions</a:t>
            </a:r>
            <a:endParaRPr lang="en" altLang="zh-CN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843214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Comparison function examples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Integer parity sorting: odd numbers first, even numbers last; odd numbers are sorted from largest to smallest; even numbers are sorted from smallest to largest.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57200" lvl="1" indent="0">
              <a:buNone/>
            </a:pPr>
            <a:endParaRPr lang="en-US" altLang="zh-CN" dirty="0">
              <a:latin typeface="Aptos Display" panose="020B0004020202020204" pitchFamily="34" charset="0"/>
            </a:endParaRPr>
          </a:p>
          <a:p>
            <a:pPr marL="457200" lvl="1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bool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(int a, int b){</a:t>
            </a:r>
          </a:p>
          <a:p>
            <a:pPr marL="457200" lvl="1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(a%2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&amp;&amp; b%2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0) return true;</a:t>
            </a:r>
          </a:p>
          <a:p>
            <a:pPr marL="457200" lvl="1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(a%2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&amp;&amp; b%2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1) return false;</a:t>
            </a:r>
          </a:p>
          <a:p>
            <a:pPr marL="457200" lvl="1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(a%2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1) return a&gt;b;</a:t>
            </a:r>
          </a:p>
          <a:p>
            <a:pPr marL="457200" lvl="1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return a&lt;b;</a:t>
            </a:r>
          </a:p>
          <a:p>
            <a:pPr marL="457200" lvl="1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900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 question: Patients queuing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Sorting requirements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-US" altLang="zh-CN" dirty="0">
                <a:latin typeface="Aptos Display" panose="020B0004020202020204" pitchFamily="34" charset="0"/>
              </a:rPr>
              <a:t>Senior</a:t>
            </a:r>
            <a:r>
              <a:rPr lang="en" altLang="en-US" dirty="0">
                <a:latin typeface="Aptos Display" panose="020B0004020202020204" pitchFamily="34" charset="0"/>
              </a:rPr>
              <a:t> people are given priority over </a:t>
            </a:r>
            <a:r>
              <a:rPr lang="en-US" altLang="zh-CN" dirty="0">
                <a:latin typeface="Aptos Display" panose="020B0004020202020204" pitchFamily="34" charset="0"/>
              </a:rPr>
              <a:t>younger</a:t>
            </a:r>
            <a:r>
              <a:rPr lang="en" altLang="en-US" dirty="0">
                <a:latin typeface="Aptos Display" panose="020B0004020202020204" pitchFamily="34" charset="0"/>
              </a:rPr>
              <a:t> people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Seniors are </a:t>
            </a:r>
            <a:r>
              <a:rPr lang="en-US" altLang="zh-CN" dirty="0">
                <a:latin typeface="Aptos Display" panose="020B0004020202020204" pitchFamily="34" charset="0"/>
              </a:rPr>
              <a:t>sorted</a:t>
            </a:r>
            <a:r>
              <a:rPr lang="en" altLang="en-US" dirty="0">
                <a:latin typeface="Aptos Display" panose="020B0004020202020204" pitchFamily="34" charset="0"/>
              </a:rPr>
              <a:t> in descending order of age; if they are the same age, they are </a:t>
            </a:r>
            <a:r>
              <a:rPr lang="en-US" altLang="zh-CN" dirty="0">
                <a:latin typeface="Aptos Display" panose="020B0004020202020204" pitchFamily="34" charset="0"/>
              </a:rPr>
              <a:t>sorted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listed in the order of </a:t>
            </a:r>
            <a:r>
              <a:rPr lang="en-US" altLang="zh-CN" dirty="0">
                <a:latin typeface="Aptos Display" panose="020B0004020202020204" pitchFamily="34" charset="0"/>
              </a:rPr>
              <a:t>checking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in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-US" altLang="zh-CN" dirty="0">
                <a:latin typeface="Aptos Display" panose="020B0004020202020204" pitchFamily="34" charset="0"/>
              </a:rPr>
              <a:t>Younger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people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(non-seniors)</a:t>
            </a:r>
            <a:r>
              <a:rPr lang="en" altLang="en-US" dirty="0">
                <a:latin typeface="Aptos Display" panose="020B0004020202020204" pitchFamily="34" charset="0"/>
              </a:rPr>
              <a:t> will be </a:t>
            </a:r>
            <a:r>
              <a:rPr lang="en-US" altLang="zh-CN" dirty="0">
                <a:latin typeface="Aptos Display" panose="020B0004020202020204" pitchFamily="34" charset="0"/>
              </a:rPr>
              <a:t>sorted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in the order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checking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in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1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Example: 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ming's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random number generator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Sorting and deduplication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1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Example: Group photo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Sorting requirements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Boys are on the left, in order of shortest to tallest.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Girls are on the right, in descending order of height.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13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Example: Determining the cutoff score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Sorting requirements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Take the score of the person ranked </a:t>
            </a:r>
            <a:r>
              <a:rPr lang="en" altLang="zh-CN" dirty="0">
                <a:latin typeface="Aptos Display" panose="020B0004020202020204" pitchFamily="34" charset="0"/>
              </a:rPr>
              <a:t>m </a:t>
            </a:r>
            <a:r>
              <a:rPr lang="en" altLang="en-US" dirty="0">
                <a:latin typeface="Aptos Display" panose="020B0004020202020204" pitchFamily="34" charset="0"/>
              </a:rPr>
              <a:t>* </a:t>
            </a:r>
            <a:r>
              <a:rPr lang="en" altLang="zh-CN" dirty="0">
                <a:latin typeface="Aptos Display" panose="020B0004020202020204" pitchFamily="34" charset="0"/>
              </a:rPr>
              <a:t>150% </a:t>
            </a:r>
            <a:r>
              <a:rPr lang="en" altLang="en-US" dirty="0">
                <a:latin typeface="Aptos Display" panose="020B0004020202020204" pitchFamily="34" charset="0"/>
              </a:rPr>
              <a:t>as the cutoff score.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Those who score no lower than the </a:t>
            </a:r>
            <a:r>
              <a:rPr lang="en-US" altLang="zh-CN" dirty="0">
                <a:latin typeface="Aptos Display" panose="020B0004020202020204" pitchFamily="34" charset="0"/>
              </a:rPr>
              <a:t>cutoff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score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will be admitted.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24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Example: Integer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parity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sorting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Sorting requirements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Odd numbers first, even numbers </a:t>
            </a:r>
            <a:r>
              <a:rPr lang="en-US" altLang="zh-CN" dirty="0">
                <a:latin typeface="Aptos Display" panose="020B0004020202020204" pitchFamily="34" charset="0"/>
              </a:rPr>
              <a:t>last</a:t>
            </a: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sort odd numbers in descending order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Even numbers sorted in ascending order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19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Merge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</p:spPr>
            <p:txBody>
              <a:bodyPr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 principle: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The idea of divide and conquer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Divide the array to be sorted into two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sub-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arrays, sort each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sub-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array separately, and then merge them.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Sort the two arrays separately using recursion.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E</a:t>
                </a:r>
                <a:r>
                  <a:rPr lang="en" altLang="en-US" dirty="0" err="1">
                    <a:latin typeface="Aptos Display" panose="020B0004020202020204" pitchFamily="34" charset="0"/>
                  </a:rPr>
                  <a:t>ntire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array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sorted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after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passes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Complexity: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Merging two sorted arrays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complexity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linear</a:t>
                </a:r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i="1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dirty="0">
                    <a:latin typeface="Aptos Display" panose="020B0004020202020204" pitchFamily="34" charset="0"/>
                  </a:rPr>
                  <a:t>The complexity of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merge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sort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  <a:blipFill>
                <a:blip r:embed="rId2"/>
                <a:stretch>
                  <a:fillRect l="-1355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75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Merge Sort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9EFA8-3CB2-4793-B631-250AD32C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678" y="1567710"/>
            <a:ext cx="5552661" cy="50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63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Merge Sort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532728" cy="5282749"/>
          </a:xfrm>
        </p:spPr>
        <p:txBody>
          <a:bodyPr>
            <a:normAutofit fontScale="85000" lnSpcReduction="20000"/>
          </a:bodyPr>
          <a:lstStyle/>
          <a:p>
            <a:r>
              <a:rPr lang="en" altLang="en-US" dirty="0">
                <a:latin typeface="Aptos Display" panose="020B0004020202020204" pitchFamily="34" charset="0"/>
                <a:cs typeface="Consolas" panose="020B0609020204030204" pitchFamily="49" charset="0"/>
              </a:rPr>
              <a:t>Code:</a:t>
            </a:r>
            <a:endParaRPr lang="en-US" altLang="zh-CN" dirty="0">
              <a:latin typeface="Aptos Display" panose="020B000402020202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n, a[N],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[N];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merge_sort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(int s, int e){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(s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e) return;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mid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s+e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)/2, s1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s, s2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1, t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merge_sort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(s,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mid);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merge_sort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(mid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1,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e);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while (s1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e)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(a[s1]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a[s2])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[t++]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a[s1++]; else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[t++]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a[s2++];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while (s1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mid)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[t++]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a[s1++];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while (s2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&lt;=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e)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[t++]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a[s2++];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for (int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s;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&lt;=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 a[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6836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Merge Sort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1470992" y="1764406"/>
            <a:ext cx="9011478" cy="474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8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4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6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5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9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4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6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8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7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mid+1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s1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2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3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4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5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6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7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8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9</a:t>
            </a:r>
          </a:p>
        </p:txBody>
      </p:sp>
    </p:spTree>
    <p:extLst>
      <p:ext uri="{BB962C8B-B14F-4D97-AF65-F5344CB8AC3E}">
        <p14:creationId xmlns:p14="http://schemas.microsoft.com/office/powerpoint/2010/main" val="310527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Merge Sort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35513B-BEF4-AA49-89FD-7A4794007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7541"/>
            <a:ext cx="10456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50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Merge Sort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27FB7E-B09C-5845-A472-0CBB5DBB5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7541"/>
            <a:ext cx="10492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61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Inversion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Aptos Display" panose="020B0004020202020204" pitchFamily="34" charset="0"/>
                  </a:rPr>
                  <a:t>If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wo numbers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in an array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en" altLang="en-US" dirty="0" err="1">
                    <a:latin typeface="Aptos Display" panose="020B0004020202020204" pitchFamily="34" charset="0"/>
                  </a:rPr>
                  <a:t>tisf</a:t>
                </a:r>
                <a:r>
                  <a:rPr lang="en-US" altLang="zh-CN" dirty="0" err="1">
                    <a:latin typeface="Aptos Display" panose="020B0004020202020204" pitchFamily="34" charset="0"/>
                  </a:rPr>
                  <a:t>ies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𝑖𝑑𝑥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𝑖𝑑𝑥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called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an inversion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Problem: Given an array, find the total number of inversions.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Algorithm: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Brute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force</a:t>
                </a:r>
                <a:r>
                  <a:rPr lang="en" altLang="en-US" dirty="0">
                    <a:latin typeface="Aptos Display" panose="020B0004020202020204" pitchFamily="34" charset="0"/>
                  </a:rPr>
                  <a:t>:</a:t>
                </a:r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 err="1">
                    <a:latin typeface="Aptos Display" panose="020B0004020202020204" pitchFamily="34" charset="0"/>
                  </a:rPr>
                  <a:t>enumerat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ion</a:t>
                </a: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Calculate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during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bubble sort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complexity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-US" altLang="zh-CN" dirty="0">
                    <a:latin typeface="Aptos Display" panose="020B0004020202020204" pitchFamily="34" charset="0"/>
                  </a:rPr>
                  <a:t>Calculate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during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merge sort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complexity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9353284" cy="5282749"/>
              </a:xfrm>
              <a:blipFill>
                <a:blip r:embed="rId2"/>
                <a:stretch>
                  <a:fillRect l="-1355" t="-16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1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Merge Sort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25F8887-BED7-46B6-A7AC-E2CF64CC21D0}"/>
              </a:ext>
            </a:extLst>
          </p:cNvPr>
          <p:cNvSpPr txBox="1">
            <a:spLocks/>
          </p:cNvSpPr>
          <p:nvPr/>
        </p:nvSpPr>
        <p:spPr>
          <a:xfrm>
            <a:off x="1470992" y="1764406"/>
            <a:ext cx="9011478" cy="4742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+mn-ea"/>
              </a:rPr>
              <a:t>1 3 8 4 6 7 5 2 9 0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1 3 4 6 8 0 2 5 7 9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+mn-ea"/>
              </a:rPr>
              <a:t>s mid mid+1 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+mn-ea"/>
              </a:rPr>
              <a:t>s1 s2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0 1 2 3 4 5 6 7 8 9</a:t>
            </a:r>
          </a:p>
        </p:txBody>
      </p:sp>
    </p:spTree>
    <p:extLst>
      <p:ext uri="{BB962C8B-B14F-4D97-AF65-F5344CB8AC3E}">
        <p14:creationId xmlns:p14="http://schemas.microsoft.com/office/powerpoint/2010/main" val="68470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Merge Sort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532728" cy="52827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" altLang="zh-CN" dirty="0">
                <a:latin typeface="+mn-ea"/>
              </a:rPr>
              <a:t> int n, a[N], </a:t>
            </a:r>
            <a:r>
              <a:rPr lang="en" altLang="zh-CN" dirty="0" err="1">
                <a:latin typeface="+mn-ea"/>
              </a:rPr>
              <a:t>tmp</a:t>
            </a:r>
            <a:r>
              <a:rPr lang="en" altLang="zh-CN" dirty="0">
                <a:latin typeface="+mn-ea"/>
              </a:rPr>
              <a:t>[N];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void </a:t>
            </a:r>
            <a:r>
              <a:rPr lang="en" altLang="zh-CN" dirty="0" err="1">
                <a:latin typeface="+mn-ea"/>
              </a:rPr>
              <a:t>merge_sort</a:t>
            </a:r>
            <a:r>
              <a:rPr lang="en" altLang="zh-CN" dirty="0">
                <a:latin typeface="+mn-ea"/>
              </a:rPr>
              <a:t>(int s, int e) {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if (s&gt;=e) return;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int mid=(</a:t>
            </a:r>
            <a:r>
              <a:rPr lang="en" altLang="zh-CN" dirty="0" err="1">
                <a:latin typeface="+mn-ea"/>
              </a:rPr>
              <a:t>s+e</a:t>
            </a:r>
            <a:r>
              <a:rPr lang="en" altLang="zh-CN" dirty="0">
                <a:latin typeface="+mn-ea"/>
              </a:rPr>
              <a:t>)/2, s1=s, s2=mid+1, t=s;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</a:t>
            </a:r>
            <a:r>
              <a:rPr lang="en" altLang="zh-CN" dirty="0" err="1">
                <a:latin typeface="+mn-ea"/>
              </a:rPr>
              <a:t>merge_sort</a:t>
            </a:r>
            <a:r>
              <a:rPr lang="en" altLang="zh-CN" dirty="0">
                <a:latin typeface="+mn-ea"/>
              </a:rPr>
              <a:t>(</a:t>
            </a:r>
            <a:r>
              <a:rPr lang="en" altLang="zh-CN" dirty="0" err="1">
                <a:latin typeface="+mn-ea"/>
              </a:rPr>
              <a:t>s,mid</a:t>
            </a:r>
            <a:r>
              <a:rPr lang="en" altLang="zh-CN" dirty="0">
                <a:latin typeface="+mn-ea"/>
              </a:rPr>
              <a:t>); </a:t>
            </a:r>
            <a:r>
              <a:rPr lang="en" altLang="zh-CN" dirty="0" err="1">
                <a:latin typeface="+mn-ea"/>
              </a:rPr>
              <a:t>merge_sort</a:t>
            </a:r>
            <a:r>
              <a:rPr lang="en" altLang="zh-CN" dirty="0">
                <a:latin typeface="+mn-ea"/>
              </a:rPr>
              <a:t>(mid+1,e);</a:t>
            </a:r>
            <a:endParaRPr lang="en-US" altLang="zh-CN" dirty="0"/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while (s1&lt;=mid&amp;&amp;s2&lt;=e)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 if (a[s1]&lt;=a[s2]) </a:t>
            </a:r>
            <a:r>
              <a:rPr lang="en" altLang="zh-CN" dirty="0" err="1">
                <a:latin typeface="+mn-ea"/>
              </a:rPr>
              <a:t>tmp</a:t>
            </a:r>
            <a:r>
              <a:rPr lang="en" altLang="zh-CN" dirty="0">
                <a:latin typeface="+mn-ea"/>
              </a:rPr>
              <a:t>[t++]=a[s1++]; 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 else </a:t>
            </a:r>
            <a:r>
              <a:rPr lang="en" altLang="zh-CN" dirty="0" err="1">
                <a:solidFill>
                  <a:srgbClr val="FF0000"/>
                </a:solidFill>
                <a:latin typeface="+mn-ea"/>
              </a:rPr>
              <a:t>ans</a:t>
            </a:r>
            <a:r>
              <a:rPr lang="en" altLang="zh-CN" dirty="0">
                <a:solidFill>
                  <a:srgbClr val="FF0000"/>
                </a:solidFill>
                <a:latin typeface="+mn-ea"/>
              </a:rPr>
              <a:t>+=mid-s1+1,</a:t>
            </a:r>
            <a:r>
              <a:rPr lang="en" altLang="zh-CN" dirty="0">
                <a:latin typeface="+mn-ea"/>
              </a:rPr>
              <a:t> </a:t>
            </a:r>
            <a:r>
              <a:rPr lang="en" altLang="zh-CN" dirty="0" err="1">
                <a:latin typeface="+mn-ea"/>
              </a:rPr>
              <a:t>tmp</a:t>
            </a:r>
            <a:r>
              <a:rPr lang="en" altLang="zh-CN" dirty="0">
                <a:latin typeface="+mn-ea"/>
              </a:rPr>
              <a:t>[t++]=a[s2++];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  while (s1&lt;=mid) </a:t>
            </a:r>
            <a:r>
              <a:rPr lang="en" altLang="zh-CN" dirty="0" err="1">
                <a:latin typeface="+mn-ea"/>
              </a:rPr>
              <a:t>tmp</a:t>
            </a:r>
            <a:r>
              <a:rPr lang="en" altLang="zh-CN" dirty="0">
                <a:latin typeface="+mn-ea"/>
              </a:rPr>
              <a:t>[t++]=a[s1++];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while (s2&lt;=e) </a:t>
            </a:r>
            <a:r>
              <a:rPr lang="en" altLang="zh-CN" dirty="0" err="1">
                <a:latin typeface="+mn-ea"/>
              </a:rPr>
              <a:t>tmp </a:t>
            </a:r>
            <a:r>
              <a:rPr lang="en" altLang="zh-CN" dirty="0">
                <a:latin typeface="+mn-ea"/>
              </a:rPr>
              <a:t>[t++]=a[s2++];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for (int </a:t>
            </a:r>
            <a:r>
              <a:rPr lang="en" altLang="zh-CN" dirty="0" err="1">
                <a:latin typeface="+mn-ea"/>
              </a:rPr>
              <a:t>i </a:t>
            </a:r>
            <a:r>
              <a:rPr lang="en" altLang="zh-CN" dirty="0">
                <a:latin typeface="+mn-ea"/>
              </a:rPr>
              <a:t>= </a:t>
            </a:r>
            <a:r>
              <a:rPr lang="en" altLang="zh-CN" dirty="0" err="1">
                <a:latin typeface="+mn-ea"/>
              </a:rPr>
              <a:t>s;i </a:t>
            </a:r>
            <a:r>
              <a:rPr lang="en" altLang="zh-CN" dirty="0">
                <a:latin typeface="+mn-ea"/>
              </a:rPr>
              <a:t>&lt;=e;++ </a:t>
            </a:r>
            <a:r>
              <a:rPr lang="en" altLang="zh-CN" dirty="0" err="1">
                <a:latin typeface="+mn-ea"/>
              </a:rPr>
              <a:t>i </a:t>
            </a:r>
            <a:r>
              <a:rPr lang="en" altLang="zh-CN" dirty="0">
                <a:latin typeface="+mn-ea"/>
              </a:rPr>
              <a:t>) a[ </a:t>
            </a:r>
            <a:r>
              <a:rPr lang="en" altLang="zh-CN" dirty="0" err="1">
                <a:latin typeface="+mn-ea"/>
              </a:rPr>
              <a:t>i </a:t>
            </a:r>
            <a:r>
              <a:rPr lang="en" altLang="zh-CN" dirty="0">
                <a:latin typeface="+mn-ea"/>
              </a:rPr>
              <a:t>]= </a:t>
            </a:r>
            <a:r>
              <a:rPr lang="en" altLang="zh-CN" dirty="0" err="1">
                <a:latin typeface="+mn-ea"/>
              </a:rPr>
              <a:t>tmp </a:t>
            </a:r>
            <a:r>
              <a:rPr lang="en" altLang="zh-CN" dirty="0">
                <a:latin typeface="+mn-ea"/>
              </a:rPr>
              <a:t>[ </a:t>
            </a:r>
            <a:r>
              <a:rPr lang="en" altLang="zh-CN" dirty="0" err="1">
                <a:latin typeface="+mn-ea"/>
              </a:rPr>
              <a:t>i </a:t>
            </a:r>
            <a:r>
              <a:rPr lang="en" altLang="zh-CN" dirty="0">
                <a:latin typeface="+mn-ea"/>
              </a:rPr>
              <a:t>];</a:t>
            </a:r>
          </a:p>
          <a:p>
            <a:pPr marL="0" indent="0">
              <a:buNone/>
            </a:pPr>
            <a:r>
              <a:rPr lang="en" altLang="zh-CN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0424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Minimum number of inversions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353284" cy="5282749"/>
          </a:xfrm>
        </p:spPr>
        <p:txBody>
          <a:bodyPr>
            <a:normAutofit/>
          </a:bodyPr>
          <a:lstStyle/>
          <a:p>
            <a:r>
              <a:rPr lang="en" altLang="en-US" dirty="0">
                <a:latin typeface="+mn-ea"/>
              </a:rPr>
              <a:t>Given a permutation of </a:t>
            </a:r>
            <a:r>
              <a:rPr lang="en" altLang="zh-CN" dirty="0">
                <a:latin typeface="+mn-ea"/>
              </a:rPr>
              <a:t>1 to N </a:t>
            </a:r>
            <a:r>
              <a:rPr lang="en" altLang="en-US" dirty="0">
                <a:latin typeface="+mn-ea"/>
              </a:rPr>
              <a:t>, each time you can perform the operation of moving the first character to the last character.</a:t>
            </a:r>
            <a:endParaRPr lang="en-US" altLang="zh-CN" dirty="0">
              <a:latin typeface="+mn-ea"/>
            </a:endParaRPr>
          </a:p>
          <a:p>
            <a:r>
              <a:rPr lang="en" altLang="en-US" dirty="0">
                <a:latin typeface="+mn-ea"/>
              </a:rPr>
              <a:t>Find the smallest among all inversions.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276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</a:rPr>
              <a:t>Photograph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9776830" cy="5282749"/>
          </a:xfrm>
        </p:spPr>
        <p:txBody>
          <a:bodyPr>
            <a:normAutofit/>
          </a:bodyPr>
          <a:lstStyle/>
          <a:p>
            <a:r>
              <a:rPr lang="en" altLang="zh-CN" dirty="0">
                <a:latin typeface="+mn-ea"/>
              </a:rPr>
              <a:t>Five photos </a:t>
            </a:r>
            <a:r>
              <a:rPr lang="en" altLang="en-US" dirty="0">
                <a:latin typeface="+mn-ea"/>
              </a:rPr>
              <a:t>were taken . Before each photo was taken, one person might run around, but each person could only run once at most.</a:t>
            </a:r>
            <a:endParaRPr lang="en-US" altLang="zh-CN" dirty="0">
              <a:latin typeface="+mn-ea"/>
            </a:endParaRPr>
          </a:p>
          <a:p>
            <a:r>
              <a:rPr lang="en" altLang="en-US" dirty="0">
                <a:latin typeface="+mn-ea"/>
              </a:rPr>
              <a:t>People are numbered </a:t>
            </a:r>
            <a:r>
              <a:rPr lang="en" altLang="zh-CN" dirty="0">
                <a:latin typeface="+mn-ea"/>
              </a:rPr>
              <a:t>1-N</a:t>
            </a:r>
          </a:p>
          <a:p>
            <a:r>
              <a:rPr lang="en" altLang="en-US" dirty="0">
                <a:latin typeface="+mn-ea"/>
              </a:rPr>
              <a:t>What was the original order?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322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+mj-ea"/>
              </a:rPr>
              <a:t>Photo </a:t>
            </a:r>
            <a:r>
              <a:rPr lang="en" altLang="zh-CN" dirty="0">
                <a:solidFill>
                  <a:schemeClr val="bg1"/>
                </a:solidFill>
                <a:latin typeface="+mj-ea"/>
              </a:rPr>
              <a:t>- SG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921209" cy="5282749"/>
          </a:xfrm>
        </p:spPr>
        <p:txBody>
          <a:bodyPr>
            <a:normAutofit/>
          </a:bodyPr>
          <a:lstStyle/>
          <a:p>
            <a:r>
              <a:rPr lang="en" altLang="zh-CN" dirty="0">
                <a:latin typeface="+mn-ea"/>
              </a:rPr>
              <a:t>Five photos </a:t>
            </a:r>
            <a:r>
              <a:rPr lang="en" altLang="en-US" dirty="0">
                <a:latin typeface="+mn-ea"/>
              </a:rPr>
              <a:t>were taken . Before each photo was taken, several people might have been running around, but each person could only run once at most.</a:t>
            </a:r>
            <a:endParaRPr lang="en-US" altLang="zh-CN" dirty="0">
              <a:latin typeface="+mn-ea"/>
            </a:endParaRPr>
          </a:p>
          <a:p>
            <a:r>
              <a:rPr lang="en" altLang="en-US" dirty="0">
                <a:latin typeface="+mn-ea"/>
              </a:rPr>
              <a:t>What was the original order?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97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camera.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79556</TotalTime>
  <Words>1976</Words>
  <Application>Microsoft Macintosh PowerPoint</Application>
  <PresentationFormat>Widescreen</PresentationFormat>
  <Paragraphs>240</Paragraphs>
  <Slides>32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等线</vt:lpstr>
      <vt:lpstr>华文楷体</vt:lpstr>
      <vt:lpstr>Aptos Display</vt:lpstr>
      <vt:lpstr>Arial</vt:lpstr>
      <vt:lpstr>Cambria Math</vt:lpstr>
      <vt:lpstr>Consolas</vt:lpstr>
      <vt:lpstr>Tw Cen MT</vt:lpstr>
      <vt:lpstr>电路</vt:lpstr>
      <vt:lpstr>Sorting</vt:lpstr>
      <vt:lpstr>What is sorting?</vt:lpstr>
      <vt:lpstr>Common sorting algorithms</vt:lpstr>
      <vt:lpstr>Select Sort</vt:lpstr>
      <vt:lpstr>Select Sort</vt:lpstr>
      <vt:lpstr>Bubble Sort</vt:lpstr>
      <vt:lpstr>Bubble Sort</vt:lpstr>
      <vt:lpstr>Quick sort</vt:lpstr>
      <vt:lpstr>Bucket Sort</vt:lpstr>
      <vt:lpstr>Stability of sorting algorithms</vt:lpstr>
      <vt:lpstr>Concept of ‘order’ in sorting algorithms</vt:lpstr>
      <vt:lpstr>most common sorting method in competitions</vt:lpstr>
      <vt:lpstr>most common sorting method in competitions</vt:lpstr>
      <vt:lpstr>most common sorting method in competitions</vt:lpstr>
      <vt:lpstr>Example question: Patients queuing</vt:lpstr>
      <vt:lpstr>Example: ming's random number generator</vt:lpstr>
      <vt:lpstr>Example: Group photo</vt:lpstr>
      <vt:lpstr>Example: Determining the cutoff score</vt:lpstr>
      <vt:lpstr>Example: Integer parity sorting</vt:lpstr>
      <vt:lpstr>Merge Sort</vt:lpstr>
      <vt:lpstr>Merge Sort</vt:lpstr>
      <vt:lpstr>Merge Sort</vt:lpstr>
      <vt:lpstr>Merge Sort</vt:lpstr>
      <vt:lpstr>Merge Sort</vt:lpstr>
      <vt:lpstr>Merge Sort</vt:lpstr>
      <vt:lpstr>Inversion</vt:lpstr>
      <vt:lpstr>Merge Sort</vt:lpstr>
      <vt:lpstr>Merge Sort</vt:lpstr>
      <vt:lpstr>Minimum number of inversions</vt:lpstr>
      <vt:lpstr>Photograph</vt:lpstr>
      <vt:lpstr>Photo - SG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209</cp:revision>
  <dcterms:created xsi:type="dcterms:W3CDTF">2018-08-09T00:16:20Z</dcterms:created>
  <dcterms:modified xsi:type="dcterms:W3CDTF">2026-03-15T10:54:18Z</dcterms:modified>
</cp:coreProperties>
</file>