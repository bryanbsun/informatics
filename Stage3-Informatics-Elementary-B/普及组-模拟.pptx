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81" r:id="rId3"/>
    <p:sldId id="341" r:id="rId4"/>
    <p:sldId id="386" r:id="rId5"/>
    <p:sldId id="387" r:id="rId6"/>
    <p:sldId id="388" r:id="rId7"/>
    <p:sldId id="394" r:id="rId8"/>
    <p:sldId id="395" r:id="rId9"/>
    <p:sldId id="393" r:id="rId10"/>
    <p:sldId id="397" r:id="rId11"/>
    <p:sldId id="399" r:id="rId12"/>
    <p:sldId id="401" r:id="rId13"/>
    <p:sldId id="261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0" autoAdjust="0"/>
    <p:restoredTop sz="82368" autoAdjust="0"/>
  </p:normalViewPr>
  <p:slideViewPr>
    <p:cSldViewPr snapToGrid="0">
      <p:cViewPr varScale="1">
        <p:scale>
          <a:sx n="79" d="100"/>
          <a:sy n="79" d="100"/>
        </p:scale>
        <p:origin x="1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15T10:30:29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25241 6072 172 0,'-3'6'66'0,"3"-12"-52"0,0 12 3 16,0-12 0-16,0 6-24 16,0 0-7-16,0 0-34 15,-4 0-14-15,-3 0 4 16,-3 6 2-16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  <inkml:channel name="T" type="integer" max="2.14748E9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18-08-24T10:30:49.6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18715 15225 276 0,'7'4'104'0,"-4"2"-81"0,5-3-4 16,-1 3-8-16,0-3-7 15,-4 7 2-15,1-10-1 16,-1 6 0-16,1-6-3 0,-1 9-15 0,-3-9-6 16,0 0-8-16,0 0-3 15,0 0-11-15,0 0-1 16,0 0-20 0,-7-6-34-16,-10-6 25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11B5F-5A72-4726-AC3F-C438D330BC78}" type="datetimeFigureOut">
              <a:rPr lang="zh-CN" altLang="en-US" smtClean="0"/>
              <a:t>2019/7/23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0F2C92-0232-4362-81DA-2203573C83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875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dirty="0"/>
              <a:t>7/23/19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>
            <a:extLst>
              <a:ext uri="{FF2B5EF4-FFF2-40B4-BE49-F238E27FC236}">
                <a16:creationId xmlns:a16="http://schemas.microsoft.com/office/drawing/2014/main" id="{130B2939-4C80-4B53-A9F0-B6A7EC450041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609" y="7541"/>
            <a:ext cx="10368800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612" y="1486111"/>
            <a:ext cx="10368800" cy="5104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330C60AA-6FA4-4C93-AB01-EB959B7F178F}"/>
              </a:ext>
            </a:extLst>
          </p:cNvPr>
          <p:cNvSpPr txBox="1"/>
          <p:nvPr userDrawn="1"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D2271CAA-D55D-4D42-A776-E7EC3C72185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customXml" Target="../ink/ink2.xml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NOIP </a:t>
            </a:r>
            <a:r>
              <a:rPr lang="zh-CN" altLang="en-US" dirty="0"/>
              <a:t>入门基础算法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2018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26</a:t>
            </a:r>
            <a:r>
              <a:rPr lang="zh-CN" altLang="en-US" dirty="0"/>
              <a:t>日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14:cNvPr>
              <p14:cNvContentPartPr/>
              <p14:nvPr/>
            </p14:nvContentPartPr>
            <p14:xfrm>
              <a:off x="9078120" y="2185920"/>
              <a:ext cx="9000" cy="252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1786FEA-112D-4F78-B610-560C5BCA98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68760" y="2176560"/>
                <a:ext cx="277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14:cNvPr>
              <p14:cNvContentPartPr/>
              <p14:nvPr/>
            </p14:nvContentPartPr>
            <p14:xfrm>
              <a:off x="6737400" y="5481000"/>
              <a:ext cx="18000" cy="172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8385616-4DF9-4212-8D71-D2D287605A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28040" y="5471640"/>
                <a:ext cx="3672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2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94878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什么是模拟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用程序来实现一个真实的场景</a:t>
            </a:r>
            <a:endParaRPr lang="en-US" altLang="zh-CN" dirty="0"/>
          </a:p>
          <a:p>
            <a:r>
              <a:rPr lang="zh-CN" altLang="en-US" dirty="0"/>
              <a:t>主要特征</a:t>
            </a:r>
            <a:endParaRPr lang="en-US" altLang="zh-CN" dirty="0"/>
          </a:p>
          <a:p>
            <a:pPr lvl="1"/>
            <a:r>
              <a:rPr lang="zh-CN" altLang="en-US" dirty="0"/>
              <a:t>执行步骤和规则是确定的</a:t>
            </a:r>
            <a:endParaRPr lang="en-US" altLang="zh-CN" dirty="0"/>
          </a:p>
          <a:p>
            <a:pPr lvl="1"/>
            <a:r>
              <a:rPr lang="zh-CN" altLang="en-US" dirty="0"/>
              <a:t>不是要创造策略，而是要实现策略</a:t>
            </a:r>
            <a:endParaRPr lang="en-US" altLang="zh-CN" dirty="0"/>
          </a:p>
          <a:p>
            <a:pPr lvl="1"/>
            <a:r>
              <a:rPr lang="zh-CN" altLang="en-US" dirty="0"/>
              <a:t>随着场景的复杂程度提高，代码实现的复杂程度也会大幅提高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主要问题和常见的技巧</a:t>
            </a:r>
            <a:endParaRPr lang="en-US" altLang="zh-CN" dirty="0"/>
          </a:p>
          <a:p>
            <a:pPr lvl="1"/>
            <a:r>
              <a:rPr lang="zh-CN" altLang="en-US" dirty="0"/>
              <a:t>如何描述一个场景</a:t>
            </a:r>
            <a:endParaRPr lang="en-US" altLang="zh-CN" dirty="0"/>
          </a:p>
          <a:p>
            <a:pPr lvl="1"/>
            <a:r>
              <a:rPr lang="zh-CN" altLang="en-US" dirty="0"/>
              <a:t>如何实现给定的步骤或者规则</a:t>
            </a:r>
            <a:endParaRPr lang="en-US" altLang="zh-CN" dirty="0"/>
          </a:p>
          <a:p>
            <a:pPr lvl="1"/>
            <a:r>
              <a:rPr lang="zh-CN" altLang="en-US" dirty="0"/>
              <a:t>采用什么样的数据结构和算法可以降低代码复杂度</a:t>
            </a:r>
            <a:endParaRPr lang="en-US" altLang="zh-CN" dirty="0"/>
          </a:p>
          <a:p>
            <a:pPr lvl="1"/>
            <a:r>
              <a:rPr lang="zh-CN" altLang="en-US" dirty="0"/>
              <a:t>如何调试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2714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矩阵上的文明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一个石头、剪刀、布的游戏，每天战争后局面会发生变化</a:t>
            </a:r>
            <a:endParaRPr lang="en-US" altLang="zh-CN" dirty="0"/>
          </a:p>
          <a:p>
            <a:r>
              <a:rPr lang="zh-CN" altLang="en-US" dirty="0"/>
              <a:t>求 </a:t>
            </a:r>
            <a:r>
              <a:rPr lang="en-US" altLang="zh-CN" dirty="0"/>
              <a:t>N </a:t>
            </a:r>
            <a:r>
              <a:rPr lang="zh-CN" altLang="en-US" dirty="0"/>
              <a:t>天以后的局面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模拟什么：每天战争的结果</a:t>
            </a:r>
            <a:endParaRPr lang="en-US" altLang="zh-CN" dirty="0"/>
          </a:p>
          <a:p>
            <a:r>
              <a:rPr lang="zh-CN" altLang="en-US" dirty="0"/>
              <a:t>策略的实现：</a:t>
            </a:r>
            <a:endParaRPr lang="en-US" altLang="zh-CN" dirty="0"/>
          </a:p>
          <a:p>
            <a:pPr lvl="1"/>
            <a:r>
              <a:rPr lang="zh-CN" altLang="en-US" dirty="0"/>
              <a:t>方法一：每个格子可以改变哪几个格子</a:t>
            </a:r>
            <a:endParaRPr lang="en-US" altLang="zh-CN" dirty="0"/>
          </a:p>
          <a:p>
            <a:pPr lvl="1"/>
            <a:r>
              <a:rPr lang="zh-CN" altLang="en-US" dirty="0"/>
              <a:t>方法二：每个格子最终会变成什么</a:t>
            </a:r>
            <a:endParaRPr lang="en-US" altLang="zh-CN" dirty="0"/>
          </a:p>
          <a:p>
            <a:r>
              <a:rPr lang="zh-CN" altLang="en-US" dirty="0"/>
              <a:t>代码实现的注意点：</a:t>
            </a:r>
            <a:endParaRPr lang="en-US" altLang="zh-CN" dirty="0"/>
          </a:p>
          <a:p>
            <a:pPr lvl="1"/>
            <a:r>
              <a:rPr lang="zh-CN" altLang="en-US" dirty="0"/>
              <a:t>游戏规则读三遍</a:t>
            </a:r>
            <a:endParaRPr lang="en-US" altLang="zh-CN" dirty="0"/>
          </a:p>
          <a:p>
            <a:pPr lvl="1"/>
            <a:r>
              <a:rPr lang="zh-CN" altLang="en-US" dirty="0"/>
              <a:t>代码复杂度优化的技巧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5823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ABC </a:t>
            </a:r>
            <a:r>
              <a:rPr lang="zh-CN" altLang="en-US" dirty="0">
                <a:solidFill>
                  <a:schemeClr val="bg1"/>
                </a:solidFill>
              </a:rPr>
              <a:t>扑克牌游戏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三个人按照规则打牌，看最后谁打赢了。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模拟什么：按照规则打牌</a:t>
            </a:r>
            <a:endParaRPr lang="en-US" altLang="zh-CN" dirty="0"/>
          </a:p>
          <a:p>
            <a:r>
              <a:rPr lang="zh-CN" altLang="en-US" dirty="0"/>
              <a:t>难点：把规则搞懂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863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黑白棋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根据黑白棋的规则下棋，问最终的局面。</a:t>
            </a:r>
            <a:endParaRPr lang="en-US" altLang="zh-CN" b="0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模拟的对象：按照规则下棋</a:t>
            </a:r>
            <a:endParaRPr lang="en-US" altLang="zh-CN" dirty="0"/>
          </a:p>
          <a:p>
            <a:r>
              <a:rPr lang="zh-CN" altLang="en-US" dirty="0"/>
              <a:t>难点：规则复杂，程序实现难度大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08541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模拟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2982289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什么是模拟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用程序来实现一个真实的场景</a:t>
            </a:r>
            <a:endParaRPr lang="en-US" altLang="zh-CN" dirty="0"/>
          </a:p>
          <a:p>
            <a:r>
              <a:rPr lang="zh-CN" altLang="en-US" dirty="0"/>
              <a:t>主要特征</a:t>
            </a:r>
            <a:endParaRPr lang="en-US" altLang="zh-CN" dirty="0"/>
          </a:p>
          <a:p>
            <a:pPr lvl="1"/>
            <a:r>
              <a:rPr lang="zh-CN" altLang="en-US" dirty="0"/>
              <a:t>执行步骤和规则是确定的</a:t>
            </a:r>
            <a:endParaRPr lang="en-US" altLang="zh-CN" dirty="0"/>
          </a:p>
          <a:p>
            <a:pPr lvl="1"/>
            <a:r>
              <a:rPr lang="zh-CN" altLang="en-US" dirty="0"/>
              <a:t>不是要创造策略，而是要实现策略</a:t>
            </a:r>
            <a:endParaRPr lang="en-US" altLang="zh-CN" dirty="0"/>
          </a:p>
          <a:p>
            <a:pPr lvl="1"/>
            <a:r>
              <a:rPr lang="zh-CN" altLang="en-US" dirty="0"/>
              <a:t>随着场景的复杂程度提高，代码实现的复杂程度也会大幅提高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主要问题和常见的技巧</a:t>
            </a:r>
            <a:endParaRPr lang="en-US" altLang="zh-CN" dirty="0"/>
          </a:p>
          <a:p>
            <a:pPr lvl="1"/>
            <a:r>
              <a:rPr lang="zh-CN" altLang="en-US" dirty="0"/>
              <a:t>如何描述一个场景</a:t>
            </a:r>
            <a:endParaRPr lang="en-US" altLang="zh-CN" dirty="0"/>
          </a:p>
          <a:p>
            <a:pPr lvl="1"/>
            <a:r>
              <a:rPr lang="zh-CN" altLang="en-US" dirty="0"/>
              <a:t>如何实现给定的步骤或者规则</a:t>
            </a:r>
            <a:endParaRPr lang="en-US" altLang="zh-CN" dirty="0"/>
          </a:p>
          <a:p>
            <a:pPr lvl="1"/>
            <a:r>
              <a:rPr lang="zh-CN" altLang="en-US" dirty="0"/>
              <a:t>采用什么样的数据结构和算法可以降低代码复杂度</a:t>
            </a:r>
            <a:endParaRPr lang="en-US" altLang="zh-CN" dirty="0"/>
          </a:p>
          <a:p>
            <a:pPr lvl="1"/>
            <a:r>
              <a:rPr lang="zh-CN" altLang="en-US" dirty="0"/>
              <a:t>如何调试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87593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糖果分享游戏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小朋友围成一圈玩分享游戏</a:t>
            </a:r>
            <a:endParaRPr lang="en-US" altLang="zh-CN" b="0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模拟的对象：按照规则玩游戏</a:t>
            </a:r>
            <a:endParaRPr lang="en-US" altLang="zh-CN" dirty="0"/>
          </a:p>
          <a:p>
            <a:r>
              <a:rPr lang="zh-CN" altLang="en-US" dirty="0"/>
              <a:t>难点：读题、围成圈、输入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06582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骰子游戏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三个骰子比大小，豹子、对子和点子。</a:t>
            </a:r>
            <a:endParaRPr lang="en-US" altLang="zh-CN" b="0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模拟的对象：骰子的类型和点数优先级</a:t>
            </a:r>
            <a:endParaRPr lang="en-US" altLang="zh-CN" dirty="0"/>
          </a:p>
          <a:p>
            <a:r>
              <a:rPr lang="zh-CN" altLang="en-US" dirty="0"/>
              <a:t>难点：写出简明的程序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40833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2048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一个曾经很流行的游戏</a:t>
            </a:r>
            <a:endParaRPr lang="en-US" altLang="zh-CN" b="0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模拟的对象：</a:t>
            </a:r>
            <a:r>
              <a:rPr lang="en-US" altLang="zh-CN" dirty="0"/>
              <a:t>4</a:t>
            </a:r>
            <a:r>
              <a:rPr lang="zh-CN" altLang="en-US" dirty="0"/>
              <a:t>*</a:t>
            </a:r>
            <a:r>
              <a:rPr lang="en-US" altLang="zh-CN" dirty="0"/>
              <a:t>4 </a:t>
            </a:r>
            <a:r>
              <a:rPr lang="zh-CN" altLang="en-US" dirty="0"/>
              <a:t>小方格</a:t>
            </a:r>
            <a:endParaRPr lang="en-US" altLang="zh-CN" dirty="0"/>
          </a:p>
          <a:p>
            <a:r>
              <a:rPr lang="zh-CN" altLang="en-US" dirty="0"/>
              <a:t>难点：对规则深入理解（读题）、写出简明的程序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5487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00FBD-1222-496C-8A0C-0B68A7C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保龄球计分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4B6489-5513-4724-81F7-F874B8C60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612" y="1486110"/>
            <a:ext cx="10368800" cy="5282749"/>
          </a:xfrm>
        </p:spPr>
        <p:txBody>
          <a:bodyPr>
            <a:normAutofit/>
          </a:bodyPr>
          <a:lstStyle/>
          <a:p>
            <a:r>
              <a:rPr lang="zh-CN" altLang="en-US" dirty="0"/>
              <a:t>一项曾经很流行的运动</a:t>
            </a:r>
            <a:endParaRPr lang="en-US" altLang="zh-CN" b="0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模拟的对象：保龄球记分牌</a:t>
            </a:r>
            <a:endParaRPr lang="en-US" altLang="zh-CN" dirty="0"/>
          </a:p>
          <a:p>
            <a:r>
              <a:rPr lang="zh-CN" altLang="en-US" dirty="0"/>
              <a:t>难点：对规则深入理解（读题）、写出简明的程序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6215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谢谢大家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212580" y="6206490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高老师算法竞赛训练营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5361173"/>
            <a:ext cx="760094" cy="7659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564130" y="6206490"/>
            <a:ext cx="38779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注意：请大家关闭自己的麦克风和摄像头</a:t>
            </a:r>
          </a:p>
        </p:txBody>
      </p:sp>
    </p:spTree>
    <p:extLst>
      <p:ext uri="{BB962C8B-B14F-4D97-AF65-F5344CB8AC3E}">
        <p14:creationId xmlns:p14="http://schemas.microsoft.com/office/powerpoint/2010/main" val="750359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电路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67287</TotalTime>
  <Words>488</Words>
  <Application>Microsoft Macintosh PowerPoint</Application>
  <PresentationFormat>宽屏</PresentationFormat>
  <Paragraphs>84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华文楷体</vt:lpstr>
      <vt:lpstr>宋体</vt:lpstr>
      <vt:lpstr>Arial</vt:lpstr>
      <vt:lpstr>Tw Cen MT</vt:lpstr>
      <vt:lpstr>电路</vt:lpstr>
      <vt:lpstr>NOIP 入门基础算法</vt:lpstr>
      <vt:lpstr>模拟</vt:lpstr>
      <vt:lpstr>什么是模拟</vt:lpstr>
      <vt:lpstr>矩阵上的文明</vt:lpstr>
      <vt:lpstr>ABC 扑克牌游戏</vt:lpstr>
      <vt:lpstr>黑白棋</vt:lpstr>
      <vt:lpstr>模拟</vt:lpstr>
      <vt:lpstr>什么是模拟</vt:lpstr>
      <vt:lpstr>糖果分享游戏</vt:lpstr>
      <vt:lpstr>骰子游戏</vt:lpstr>
      <vt:lpstr>2048</vt:lpstr>
      <vt:lpstr>保龄球计分</vt:lpstr>
      <vt:lpstr>谢谢大家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NOIP 入门习题精讲 - 09</dc:title>
  <dc:creator>Gao Kai</dc:creator>
  <cp:lastModifiedBy>Gao Kai</cp:lastModifiedBy>
  <cp:revision>144</cp:revision>
  <dcterms:created xsi:type="dcterms:W3CDTF">2018-08-09T00:16:20Z</dcterms:created>
  <dcterms:modified xsi:type="dcterms:W3CDTF">2019-07-22T18:03:07Z</dcterms:modified>
</cp:coreProperties>
</file>