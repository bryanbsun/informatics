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341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82368" autoAdjust="0"/>
  </p:normalViewPr>
  <p:slideViewPr>
    <p:cSldViewPr snapToGrid="0">
      <p:cViewPr varScale="1">
        <p:scale>
          <a:sx n="79" d="100"/>
          <a:sy n="79" d="100"/>
        </p:scale>
        <p:origin x="1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15T10:30:29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25241 6072 172 0,'-3'6'66'0,"3"-12"-52"0,0 12 3 16,0-12 0-16,0 6-24 16,0 0-7-16,0 0-34 15,-4 0-14-15,-3 0 4 16,-3 6 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24T10:30:4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18715 15225 276 0,'7'4'104'0,"-4"2"-81"0,5-3-4 16,-1 3-8-16,0-3-7 15,-4 7 2-15,1-10-1 16,-1 6 0-16,1-6-3 0,-1 9-15 0,-3-9-6 16,0 0-8-16,0 0-3 15,0 0-11-15,0 0-1 16,0 0-20 0,-7-6-34-16,-10-6 25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入门基础算法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26</a:t>
            </a:r>
            <a:r>
              <a:rPr lang="zh-CN" altLang="en-US" dirty="0"/>
              <a:t>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14:cNvPr>
              <p14:cNvContentPartPr/>
              <p14:nvPr/>
            </p14:nvContentPartPr>
            <p14:xfrm>
              <a:off x="9078120" y="2185920"/>
              <a:ext cx="9000" cy="25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8760" y="2176560"/>
                <a:ext cx="277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14:cNvPr>
              <p14:cNvContentPartPr/>
              <p14:nvPr/>
            </p14:nvContentPartPr>
            <p14:xfrm>
              <a:off x="6737400" y="5481000"/>
              <a:ext cx="18000" cy="172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8040" y="5471640"/>
                <a:ext cx="367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枚举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什么是枚举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也叫穷举法</a:t>
            </a:r>
            <a:endParaRPr lang="en-US" altLang="zh-CN" dirty="0"/>
          </a:p>
          <a:p>
            <a:r>
              <a:rPr lang="zh-CN" altLang="en-US" dirty="0"/>
              <a:t>确定可以计算的结果 </a:t>
            </a:r>
            <a:r>
              <a:rPr lang="en-US" altLang="zh-CN" dirty="0"/>
              <a:t>VS </a:t>
            </a:r>
            <a:r>
              <a:rPr lang="zh-CN" altLang="en-US" dirty="0"/>
              <a:t>结果在一个可能的范围中</a:t>
            </a:r>
            <a:endParaRPr lang="en-US" altLang="zh-CN" dirty="0"/>
          </a:p>
          <a:p>
            <a:r>
              <a:rPr lang="zh-CN" altLang="en-US" dirty="0"/>
              <a:t>枚举只是一个算法思想，把题目做对需要有扎实的代码基础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主要问题和常见的技巧</a:t>
            </a:r>
            <a:endParaRPr lang="en-US" altLang="zh-CN" dirty="0"/>
          </a:p>
          <a:p>
            <a:pPr lvl="1"/>
            <a:r>
              <a:rPr lang="zh-CN" altLang="en-US" dirty="0"/>
              <a:t>时间复杂度是否满足要求</a:t>
            </a:r>
            <a:endParaRPr lang="en-US" altLang="zh-CN" dirty="0"/>
          </a:p>
          <a:p>
            <a:pPr lvl="1"/>
            <a:r>
              <a:rPr lang="zh-CN" altLang="en-US" dirty="0"/>
              <a:t>枚举对象的选择</a:t>
            </a:r>
            <a:endParaRPr lang="en-US" altLang="zh-CN" dirty="0"/>
          </a:p>
          <a:p>
            <a:pPr lvl="1"/>
            <a:r>
              <a:rPr lang="zh-CN" altLang="en-US" dirty="0"/>
              <a:t>枚举的顺序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完美立方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求解满足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 的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输出有顺序要求，按照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/>
                  <a:t> 从小到大的顺序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确定枚举顺序：从小到大</a:t>
                </a:r>
                <a:endParaRPr lang="en-US" altLang="zh-CN" dirty="0"/>
              </a:p>
              <a:p>
                <a:r>
                  <a:rPr lang="zh-CN" altLang="en-US" dirty="0"/>
                  <a:t>注意时间规模：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过大了，要控制在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300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23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比赛排名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名运动员参加</a:t>
            </a:r>
            <a:r>
              <a:rPr lang="en-US" altLang="zh-CN" dirty="0"/>
              <a:t>100</a:t>
            </a:r>
            <a:r>
              <a:rPr lang="zh-CN" altLang="en-US" dirty="0"/>
              <a:t>米赛跑，各自对比赛有预测，外加一些其他条件，要求解比赛结果。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注意：不是奥数题，不要用奥数的方式死算！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确定枚举对象：排名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863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确定进制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求解满足以下式子的最小进制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≤16, 1≤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≤1000100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确定枚举对象：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注意隐藏的逻辑细节和编程细节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54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熄灯问题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行</a:t>
            </a:r>
            <a:r>
              <a:rPr lang="en-US" altLang="zh-CN" dirty="0"/>
              <a:t>6</a:t>
            </a:r>
            <a:r>
              <a:rPr lang="zh-CN" altLang="en-US" dirty="0"/>
              <a:t>列的一排灯和按钮，按一下按钮会反转</a:t>
            </a:r>
            <a:r>
              <a:rPr lang="en-US" altLang="zh-CN" dirty="0"/>
              <a:t>5</a:t>
            </a:r>
            <a:r>
              <a:rPr lang="zh-CN" altLang="en-US" dirty="0"/>
              <a:t>个格子的灯，求解可以把所有灯熄掉的方法。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确定枚举对象：</a:t>
            </a:r>
            <a:r>
              <a:rPr lang="en-US" altLang="zh-CN" dirty="0"/>
              <a:t> </a:t>
            </a:r>
            <a:r>
              <a:rPr lang="zh-CN" altLang="en-US" dirty="0"/>
              <a:t>第一行按钮按哪几个</a:t>
            </a:r>
            <a:endParaRPr lang="en-US" altLang="zh-CN" dirty="0"/>
          </a:p>
          <a:p>
            <a:r>
              <a:rPr lang="zh-CN" altLang="en-US" dirty="0"/>
              <a:t>编程技巧：二进制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814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因子问题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给定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，求最小的 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，使得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和 </a:t>
            </a:r>
            <a:r>
              <a:rPr lang="en-US" altLang="zh-CN" dirty="0">
                <a:latin typeface="+mn-ea"/>
              </a:rPr>
              <a:t>M-a </a:t>
            </a:r>
            <a:r>
              <a:rPr lang="zh-CN" altLang="en-US" dirty="0">
                <a:latin typeface="+mn-ea"/>
              </a:rPr>
              <a:t>都是 </a:t>
            </a:r>
            <a:r>
              <a:rPr lang="en-US" altLang="zh-CN" dirty="0">
                <a:latin typeface="+mn-ea"/>
              </a:rPr>
              <a:t>N </a:t>
            </a:r>
            <a:r>
              <a:rPr lang="zh-CN" altLang="en-US" dirty="0">
                <a:latin typeface="+mn-ea"/>
              </a:rPr>
              <a:t>的因子。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确定枚举对象：</a:t>
            </a:r>
            <a:r>
              <a:rPr lang="en-US" altLang="zh-CN" dirty="0">
                <a:latin typeface="+mn-ea"/>
              </a:rPr>
              <a:t>a</a:t>
            </a:r>
          </a:p>
          <a:p>
            <a:r>
              <a:rPr lang="zh-CN" altLang="en-US" dirty="0">
                <a:latin typeface="+mn-ea"/>
              </a:rPr>
              <a:t>注意细节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116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Minecraft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给定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，求表面积最小的长方体。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确定枚举对象：长、宽、高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029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生理周期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已知体力、情感和智力周期，以及每个周期高峰的一个日子，求 </a:t>
            </a:r>
            <a:r>
              <a:rPr lang="en-US" altLang="zh-CN" dirty="0">
                <a:latin typeface="+mn-ea"/>
              </a:rPr>
              <a:t>d </a:t>
            </a:r>
            <a:r>
              <a:rPr lang="zh-CN" altLang="en-US" dirty="0">
                <a:latin typeface="+mn-ea"/>
              </a:rPr>
              <a:t>天后的第一个三个高峰同时出现的日子。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确定枚举对象：答案</a:t>
            </a:r>
            <a:r>
              <a:rPr lang="en-US" altLang="zh-CN" dirty="0">
                <a:latin typeface="+mn-ea"/>
              </a:rPr>
              <a:t> (d</a:t>
            </a:r>
            <a:r>
              <a:rPr lang="zh-CN" altLang="en-US" dirty="0">
                <a:latin typeface="+mn-ea"/>
              </a:rPr>
              <a:t>后的一个日子</a:t>
            </a:r>
            <a:r>
              <a:rPr lang="en-US" altLang="zh-CN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840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垃圾炸弹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ea"/>
              </a:rPr>
              <a:t>S*S </a:t>
            </a:r>
            <a:r>
              <a:rPr lang="zh-CN" altLang="en-US" dirty="0">
                <a:latin typeface="+mn-ea"/>
              </a:rPr>
              <a:t>的地区，</a:t>
            </a:r>
            <a:r>
              <a:rPr lang="en-US" altLang="zh-CN" dirty="0">
                <a:latin typeface="+mn-ea"/>
              </a:rPr>
              <a:t>N </a:t>
            </a:r>
            <a:r>
              <a:rPr lang="zh-CN" altLang="en-US" dirty="0">
                <a:latin typeface="+mn-ea"/>
              </a:rPr>
              <a:t>个垃圾点，一枚炸弹有效清理范围 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，求一枚炸弹最多可以清理多少垃圾。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两种枚举方案：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枚举炸弹的投放点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枚举垃圾的贡献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算法复杂度差异非常大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480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46559</TotalTime>
  <Words>464</Words>
  <Application>Microsoft Macintosh PowerPoint</Application>
  <PresentationFormat>宽屏</PresentationFormat>
  <Paragraphs>63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华文楷体</vt:lpstr>
      <vt:lpstr>宋体</vt:lpstr>
      <vt:lpstr>Arial</vt:lpstr>
      <vt:lpstr>Cambria Math</vt:lpstr>
      <vt:lpstr>Tw Cen MT</vt:lpstr>
      <vt:lpstr>电路</vt:lpstr>
      <vt:lpstr>NOIP 入门基础算法</vt:lpstr>
      <vt:lpstr>枚举</vt:lpstr>
      <vt:lpstr>什么是枚举</vt:lpstr>
      <vt:lpstr>完美立方</vt:lpstr>
      <vt:lpstr>比赛排名</vt:lpstr>
      <vt:lpstr>确定进制</vt:lpstr>
      <vt:lpstr>熄灯问题</vt:lpstr>
      <vt:lpstr>因子问题</vt:lpstr>
      <vt:lpstr>Minecraft</vt:lpstr>
      <vt:lpstr>生理周期</vt:lpstr>
      <vt:lpstr>垃圾炸弹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Gao Kai</cp:lastModifiedBy>
  <cp:revision>129</cp:revision>
  <dcterms:created xsi:type="dcterms:W3CDTF">2018-08-09T00:16:20Z</dcterms:created>
  <dcterms:modified xsi:type="dcterms:W3CDTF">2019-07-22T18:01:11Z</dcterms:modified>
</cp:coreProperties>
</file>