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81" r:id="rId2"/>
    <p:sldId id="389" r:id="rId3"/>
    <p:sldId id="419" r:id="rId4"/>
    <p:sldId id="392" r:id="rId5"/>
    <p:sldId id="421" r:id="rId6"/>
    <p:sldId id="420" r:id="rId7"/>
    <p:sldId id="422" r:id="rId8"/>
    <p:sldId id="423" r:id="rId9"/>
    <p:sldId id="424" r:id="rId10"/>
    <p:sldId id="425" r:id="rId11"/>
    <p:sldId id="427" r:id="rId12"/>
    <p:sldId id="403" r:id="rId13"/>
    <p:sldId id="426" r:id="rId14"/>
    <p:sldId id="404" r:id="rId15"/>
    <p:sldId id="405" r:id="rId16"/>
    <p:sldId id="406" r:id="rId17"/>
    <p:sldId id="428" r:id="rId18"/>
    <p:sldId id="432" r:id="rId19"/>
    <p:sldId id="430" r:id="rId20"/>
    <p:sldId id="431" r:id="rId21"/>
    <p:sldId id="429" r:id="rId22"/>
    <p:sldId id="261" r:id="rId23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975F67-CA6B-2C43-B526-C20F2A5E38FF}" v="530" dt="2026-05-09T09:55:29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796" autoAdjust="0"/>
    <p:restoredTop sz="91481" autoAdjust="0"/>
  </p:normalViewPr>
  <p:slideViewPr>
    <p:cSldViewPr snapToGrid="0">
      <p:cViewPr varScale="1">
        <p:scale>
          <a:sx n="87" d="100"/>
          <a:sy n="87" d="100"/>
        </p:scale>
        <p:origin x="216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05-16T04:16:22.916" v="1204" actId="20577"/>
      <pc:docMkLst>
        <pc:docMk/>
      </pc:docMkLst>
      <pc:sldChg chg="modSp mod">
        <pc:chgData name="Bryan Sun" userId="851caa7714272873" providerId="LiveId" clId="{1DF0C224-3A3E-55A6-A8D1-F8F2208D385B}" dt="2026-05-08T13:24:21.310" v="24" actId="121"/>
        <pc:sldMkLst>
          <pc:docMk/>
          <pc:sldMk cId="948786294" sldId="281"/>
        </pc:sldMkLst>
        <pc:spChg chg="mod">
          <ac:chgData name="Bryan Sun" userId="851caa7714272873" providerId="LiveId" clId="{1DF0C224-3A3E-55A6-A8D1-F8F2208D385B}" dt="2026-05-08T13:24:03.679" v="12" actId="20577"/>
          <ac:spMkLst>
            <pc:docMk/>
            <pc:sldMk cId="948786294" sldId="281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5-08T13:24:21.310" v="24" actId="121"/>
          <ac:spMkLst>
            <pc:docMk/>
            <pc:sldMk cId="948786294" sldId="281"/>
            <ac:spMk id="4" creationId="{00000000-0000-0000-0000-000000000000}"/>
          </ac:spMkLst>
        </pc:spChg>
      </pc:sldChg>
      <pc:sldChg chg="modSp">
        <pc:chgData name="Bryan Sun" userId="851caa7714272873" providerId="LiveId" clId="{1DF0C224-3A3E-55A6-A8D1-F8F2208D385B}" dt="2026-05-08T13:24:43.365" v="25" actId="2711"/>
        <pc:sldMkLst>
          <pc:docMk/>
          <pc:sldMk cId="1281322328" sldId="389"/>
        </pc:sldMkLst>
        <pc:spChg chg="mod">
          <ac:chgData name="Bryan Sun" userId="851caa7714272873" providerId="LiveId" clId="{1DF0C224-3A3E-55A6-A8D1-F8F2208D385B}" dt="2026-05-08T13:24:43.365" v="25" actId="2711"/>
          <ac:spMkLst>
            <pc:docMk/>
            <pc:sldMk cId="1281322328" sldId="38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8T13:24:43.365" v="25" actId="2711"/>
          <ac:spMkLst>
            <pc:docMk/>
            <pc:sldMk cId="1281322328" sldId="389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10T02:17:23.748" v="1058" actId="20577"/>
        <pc:sldMkLst>
          <pc:docMk/>
          <pc:sldMk cId="2154725866" sldId="392"/>
        </pc:sldMkLst>
        <pc:spChg chg="mod">
          <ac:chgData name="Bryan Sun" userId="851caa7714272873" providerId="LiveId" clId="{1DF0C224-3A3E-55A6-A8D1-F8F2208D385B}" dt="2026-05-08T13:28:08.382" v="159" actId="2711"/>
          <ac:spMkLst>
            <pc:docMk/>
            <pc:sldMk cId="2154725866" sldId="39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0T02:17:23.748" v="1058" actId="20577"/>
          <ac:spMkLst>
            <pc:docMk/>
            <pc:sldMk cId="2154725866" sldId="392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09T09:57:31.362" v="1011" actId="20577"/>
        <pc:sldMkLst>
          <pc:docMk/>
          <pc:sldMk cId="3731813664" sldId="403"/>
        </pc:sldMkLst>
        <pc:spChg chg="mod">
          <ac:chgData name="Bryan Sun" userId="851caa7714272873" providerId="LiveId" clId="{1DF0C224-3A3E-55A6-A8D1-F8F2208D385B}" dt="2026-05-09T09:57:31.362" v="1011" actId="20577"/>
          <ac:spMkLst>
            <pc:docMk/>
            <pc:sldMk cId="3731813664" sldId="403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8T13:38:21.045" v="432" actId="20577"/>
          <ac:spMkLst>
            <pc:docMk/>
            <pc:sldMk cId="3731813664" sldId="403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6-05-09T09:44:48.909" v="538" actId="20577"/>
          <ac:spMkLst>
            <pc:docMk/>
            <pc:sldMk cId="3731813664" sldId="403"/>
            <ac:spMk id="4" creationId="{E5B8DEC8-7EC7-4518-AE97-A873FCF5B3F7}"/>
          </ac:spMkLst>
        </pc:spChg>
      </pc:sldChg>
      <pc:sldChg chg="modSp mod">
        <pc:chgData name="Bryan Sun" userId="851caa7714272873" providerId="LiveId" clId="{1DF0C224-3A3E-55A6-A8D1-F8F2208D385B}" dt="2026-05-09T09:47:00.697" v="644" actId="20577"/>
        <pc:sldMkLst>
          <pc:docMk/>
          <pc:sldMk cId="3133213288" sldId="404"/>
        </pc:sldMkLst>
        <pc:spChg chg="mod">
          <ac:chgData name="Bryan Sun" userId="851caa7714272873" providerId="LiveId" clId="{1DF0C224-3A3E-55A6-A8D1-F8F2208D385B}" dt="2026-05-09T09:45:50.719" v="569" actId="14100"/>
          <ac:spMkLst>
            <pc:docMk/>
            <pc:sldMk cId="3133213288" sldId="404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9T09:47:00.697" v="644" actId="20577"/>
          <ac:spMkLst>
            <pc:docMk/>
            <pc:sldMk cId="3133213288" sldId="404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09T09:57:45.393" v="1028" actId="20577"/>
        <pc:sldMkLst>
          <pc:docMk/>
          <pc:sldMk cId="1940424579" sldId="405"/>
        </pc:sldMkLst>
        <pc:spChg chg="mod">
          <ac:chgData name="Bryan Sun" userId="851caa7714272873" providerId="LiveId" clId="{1DF0C224-3A3E-55A6-A8D1-F8F2208D385B}" dt="2026-05-09T09:57:45.393" v="1028" actId="20577"/>
          <ac:spMkLst>
            <pc:docMk/>
            <pc:sldMk cId="1940424579" sldId="405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9T09:48:59.073" v="755" actId="20577"/>
          <ac:spMkLst>
            <pc:docMk/>
            <pc:sldMk cId="1940424579" sldId="405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09T09:57:50.519" v="1036" actId="20577"/>
        <pc:sldMkLst>
          <pc:docMk/>
          <pc:sldMk cId="203219483" sldId="406"/>
        </pc:sldMkLst>
        <pc:spChg chg="mod">
          <ac:chgData name="Bryan Sun" userId="851caa7714272873" providerId="LiveId" clId="{1DF0C224-3A3E-55A6-A8D1-F8F2208D385B}" dt="2026-05-09T09:57:50.519" v="1036" actId="20577"/>
          <ac:spMkLst>
            <pc:docMk/>
            <pc:sldMk cId="203219483" sldId="406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9T09:50:34.117" v="821" actId="20577"/>
          <ac:spMkLst>
            <pc:docMk/>
            <pc:sldMk cId="203219483" sldId="406"/>
            <ac:spMk id="3" creationId="{364B6489-5513-4724-81F7-F874B8C60D21}"/>
          </ac:spMkLst>
        </pc:spChg>
      </pc:sldChg>
      <pc:sldChg chg="addSp modSp">
        <pc:chgData name="Bryan Sun" userId="851caa7714272873" providerId="LiveId" clId="{1DF0C224-3A3E-55A6-A8D1-F8F2208D385B}" dt="2026-05-08T13:27:42.922" v="158" actId="20577"/>
        <pc:sldMkLst>
          <pc:docMk/>
          <pc:sldMk cId="2659401498" sldId="419"/>
        </pc:sldMkLst>
        <pc:spChg chg="mod">
          <ac:chgData name="Bryan Sun" userId="851caa7714272873" providerId="LiveId" clId="{1DF0C224-3A3E-55A6-A8D1-F8F2208D385B}" dt="2026-05-08T13:25:17.227" v="27" actId="2711"/>
          <ac:spMkLst>
            <pc:docMk/>
            <pc:sldMk cId="2659401498" sldId="41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8T13:27:42.922" v="158" actId="20577"/>
          <ac:spMkLst>
            <pc:docMk/>
            <pc:sldMk cId="2659401498" sldId="419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09T09:43:25.330" v="525" actId="20577"/>
        <pc:sldMkLst>
          <pc:docMk/>
          <pc:sldMk cId="2483390469" sldId="420"/>
        </pc:sldMkLst>
        <pc:spChg chg="mod">
          <ac:chgData name="Bryan Sun" userId="851caa7714272873" providerId="LiveId" clId="{1DF0C224-3A3E-55A6-A8D1-F8F2208D385B}" dt="2026-05-08T13:31:19.137" v="240" actId="2711"/>
          <ac:spMkLst>
            <pc:docMk/>
            <pc:sldMk cId="2483390469" sldId="42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9T09:43:25.330" v="525" actId="20577"/>
          <ac:spMkLst>
            <pc:docMk/>
            <pc:sldMk cId="2483390469" sldId="420"/>
            <ac:spMk id="3" creationId="{364B6489-5513-4724-81F7-F874B8C60D21}"/>
          </ac:spMkLst>
        </pc:spChg>
      </pc:sldChg>
      <pc:sldChg chg="modSp">
        <pc:chgData name="Bryan Sun" userId="851caa7714272873" providerId="LiveId" clId="{1DF0C224-3A3E-55A6-A8D1-F8F2208D385B}" dt="2026-05-08T13:31:03.279" v="239" actId="20577"/>
        <pc:sldMkLst>
          <pc:docMk/>
          <pc:sldMk cId="2814452214" sldId="421"/>
        </pc:sldMkLst>
        <pc:spChg chg="mod">
          <ac:chgData name="Bryan Sun" userId="851caa7714272873" providerId="LiveId" clId="{1DF0C224-3A3E-55A6-A8D1-F8F2208D385B}" dt="2026-05-08T13:30:48.964" v="230" actId="2711"/>
          <ac:spMkLst>
            <pc:docMk/>
            <pc:sldMk cId="2814452214" sldId="421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8T13:31:03.279" v="239" actId="20577"/>
          <ac:spMkLst>
            <pc:docMk/>
            <pc:sldMk cId="2814452214" sldId="421"/>
            <ac:spMk id="3" creationId="{364B6489-5513-4724-81F7-F874B8C60D21}"/>
          </ac:spMkLst>
        </pc:spChg>
      </pc:sldChg>
      <pc:sldChg chg="addSp delSp modSp mod">
        <pc:chgData name="Bryan Sun" userId="851caa7714272873" providerId="LiveId" clId="{1DF0C224-3A3E-55A6-A8D1-F8F2208D385B}" dt="2026-05-09T22:37:01.659" v="1055" actId="14100"/>
        <pc:sldMkLst>
          <pc:docMk/>
          <pc:sldMk cId="2457878681" sldId="422"/>
        </pc:sldMkLst>
        <pc:spChg chg="mod">
          <ac:chgData name="Bryan Sun" userId="851caa7714272873" providerId="LiveId" clId="{1DF0C224-3A3E-55A6-A8D1-F8F2208D385B}" dt="2026-05-08T13:33:40.456" v="335" actId="20577"/>
          <ac:spMkLst>
            <pc:docMk/>
            <pc:sldMk cId="2457878681" sldId="422"/>
            <ac:spMk id="4" creationId="{071A7686-01D1-4889-AAED-8D68FF9B6B4D}"/>
          </ac:spMkLst>
        </pc:spChg>
        <pc:spChg chg="add mod">
          <ac:chgData name="Bryan Sun" userId="851caa7714272873" providerId="LiveId" clId="{1DF0C224-3A3E-55A6-A8D1-F8F2208D385B}" dt="2026-05-09T22:37:01.659" v="1055" actId="14100"/>
          <ac:spMkLst>
            <pc:docMk/>
            <pc:sldMk cId="2457878681" sldId="422"/>
            <ac:spMk id="7" creationId="{D8DD9DBE-FF1A-99B1-F107-5F8EB18F0EFA}"/>
          </ac:spMkLst>
        </pc:spChg>
      </pc:sldChg>
      <pc:sldChg chg="addSp delSp modSp mod">
        <pc:chgData name="Bryan Sun" userId="851caa7714272873" providerId="LiveId" clId="{1DF0C224-3A3E-55A6-A8D1-F8F2208D385B}" dt="2026-05-09T09:43:52.379" v="529" actId="20577"/>
        <pc:sldMkLst>
          <pc:docMk/>
          <pc:sldMk cId="1610069018" sldId="423"/>
        </pc:sldMkLst>
        <pc:spChg chg="mod">
          <ac:chgData name="Bryan Sun" userId="851caa7714272873" providerId="LiveId" clId="{1DF0C224-3A3E-55A6-A8D1-F8F2208D385B}" dt="2026-05-08T13:34:56.383" v="351" actId="20577"/>
          <ac:spMkLst>
            <pc:docMk/>
            <pc:sldMk cId="1610069018" sldId="423"/>
            <ac:spMk id="4" creationId="{071A7686-01D1-4889-AAED-8D68FF9B6B4D}"/>
          </ac:spMkLst>
        </pc:spChg>
        <pc:spChg chg="add mod">
          <ac:chgData name="Bryan Sun" userId="851caa7714272873" providerId="LiveId" clId="{1DF0C224-3A3E-55A6-A8D1-F8F2208D385B}" dt="2026-05-09T09:43:52.379" v="529" actId="20577"/>
          <ac:spMkLst>
            <pc:docMk/>
            <pc:sldMk cId="1610069018" sldId="423"/>
            <ac:spMk id="6" creationId="{9C7673C3-273A-4850-5146-8DDBFC9573E4}"/>
          </ac:spMkLst>
        </pc:spChg>
      </pc:sldChg>
      <pc:sldChg chg="addSp delSp modSp mod">
        <pc:chgData name="Bryan Sun" userId="851caa7714272873" providerId="LiveId" clId="{1DF0C224-3A3E-55A6-A8D1-F8F2208D385B}" dt="2026-05-09T09:44:03.567" v="531" actId="20577"/>
        <pc:sldMkLst>
          <pc:docMk/>
          <pc:sldMk cId="2487474249" sldId="424"/>
        </pc:sldMkLst>
        <pc:spChg chg="mod">
          <ac:chgData name="Bryan Sun" userId="851caa7714272873" providerId="LiveId" clId="{1DF0C224-3A3E-55A6-A8D1-F8F2208D385B}" dt="2026-05-09T09:43:59.190" v="530" actId="404"/>
          <ac:spMkLst>
            <pc:docMk/>
            <pc:sldMk cId="2487474249" sldId="424"/>
            <ac:spMk id="4" creationId="{071A7686-01D1-4889-AAED-8D68FF9B6B4D}"/>
          </ac:spMkLst>
        </pc:spChg>
        <pc:spChg chg="add mod">
          <ac:chgData name="Bryan Sun" userId="851caa7714272873" providerId="LiveId" clId="{1DF0C224-3A3E-55A6-A8D1-F8F2208D385B}" dt="2026-05-09T09:44:03.567" v="531" actId="20577"/>
          <ac:spMkLst>
            <pc:docMk/>
            <pc:sldMk cId="2487474249" sldId="424"/>
            <ac:spMk id="6" creationId="{986707D5-1180-4DB1-AD74-0F9A5767744D}"/>
          </ac:spMkLst>
        </pc:spChg>
      </pc:sldChg>
      <pc:sldChg chg="addSp delSp modSp mod">
        <pc:chgData name="Bryan Sun" userId="851caa7714272873" providerId="LiveId" clId="{1DF0C224-3A3E-55A6-A8D1-F8F2208D385B}" dt="2026-05-09T09:44:15.519" v="533" actId="20577"/>
        <pc:sldMkLst>
          <pc:docMk/>
          <pc:sldMk cId="1671464417" sldId="425"/>
        </pc:sldMkLst>
        <pc:spChg chg="mod">
          <ac:chgData name="Bryan Sun" userId="851caa7714272873" providerId="LiveId" clId="{1DF0C224-3A3E-55A6-A8D1-F8F2208D385B}" dt="2026-05-08T13:34:22.392" v="341" actId="20577"/>
          <ac:spMkLst>
            <pc:docMk/>
            <pc:sldMk cId="1671464417" sldId="425"/>
            <ac:spMk id="4" creationId="{071A7686-01D1-4889-AAED-8D68FF9B6B4D}"/>
          </ac:spMkLst>
        </pc:spChg>
        <pc:spChg chg="add mod">
          <ac:chgData name="Bryan Sun" userId="851caa7714272873" providerId="LiveId" clId="{1DF0C224-3A3E-55A6-A8D1-F8F2208D385B}" dt="2026-05-09T09:44:15.519" v="533" actId="20577"/>
          <ac:spMkLst>
            <pc:docMk/>
            <pc:sldMk cId="1671464417" sldId="425"/>
            <ac:spMk id="6" creationId="{A70C00FB-3E88-CB97-20D1-2ABE74EE49F0}"/>
          </ac:spMkLst>
        </pc:spChg>
      </pc:sldChg>
      <pc:sldChg chg="modSp mod">
        <pc:chgData name="Bryan Sun" userId="851caa7714272873" providerId="LiveId" clId="{1DF0C224-3A3E-55A6-A8D1-F8F2208D385B}" dt="2026-05-09T09:57:37.881" v="1020" actId="20577"/>
        <pc:sldMkLst>
          <pc:docMk/>
          <pc:sldMk cId="3964559515" sldId="426"/>
        </pc:sldMkLst>
        <pc:spChg chg="mod">
          <ac:chgData name="Bryan Sun" userId="851caa7714272873" providerId="LiveId" clId="{1DF0C224-3A3E-55A6-A8D1-F8F2208D385B}" dt="2026-05-09T09:57:37.881" v="1020" actId="20577"/>
          <ac:spMkLst>
            <pc:docMk/>
            <pc:sldMk cId="3964559515" sldId="426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8T13:40:27.686" v="481" actId="20577"/>
          <ac:spMkLst>
            <pc:docMk/>
            <pc:sldMk cId="3964559515" sldId="426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6-05-09T09:45:07.070" v="542" actId="20577"/>
          <ac:spMkLst>
            <pc:docMk/>
            <pc:sldMk cId="3964559515" sldId="426"/>
            <ac:spMk id="4" creationId="{3A1C9D53-E224-4A7F-AD6C-EC7BBB0A826D}"/>
          </ac:spMkLst>
        </pc:spChg>
      </pc:sldChg>
      <pc:sldChg chg="modSp">
        <pc:chgData name="Bryan Sun" userId="851caa7714272873" providerId="LiveId" clId="{1DF0C224-3A3E-55A6-A8D1-F8F2208D385B}" dt="2026-05-08T13:36:48.811" v="407" actId="20577"/>
        <pc:sldMkLst>
          <pc:docMk/>
          <pc:sldMk cId="2066461400" sldId="427"/>
        </pc:sldMkLst>
        <pc:spChg chg="mod">
          <ac:chgData name="Bryan Sun" userId="851caa7714272873" providerId="LiveId" clId="{1DF0C224-3A3E-55A6-A8D1-F8F2208D385B}" dt="2026-05-08T13:36:18.329" v="366" actId="2711"/>
          <ac:spMkLst>
            <pc:docMk/>
            <pc:sldMk cId="2066461400" sldId="427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8T13:36:48.811" v="407" actId="20577"/>
          <ac:spMkLst>
            <pc:docMk/>
            <pc:sldMk cId="2066461400" sldId="427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5-09T09:55:29.747" v="983" actId="6549"/>
        <pc:sldMkLst>
          <pc:docMk/>
          <pc:sldMk cId="3186278419" sldId="428"/>
        </pc:sldMkLst>
        <pc:spChg chg="mod">
          <ac:chgData name="Bryan Sun" userId="851caa7714272873" providerId="LiveId" clId="{1DF0C224-3A3E-55A6-A8D1-F8F2208D385B}" dt="2026-05-09T09:50:44.157" v="822" actId="2711"/>
          <ac:spMkLst>
            <pc:docMk/>
            <pc:sldMk cId="3186278419" sldId="428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9T09:55:29.747" v="983" actId="6549"/>
          <ac:spMkLst>
            <pc:docMk/>
            <pc:sldMk cId="3186278419" sldId="428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09T09:58:11.915" v="1052" actId="2711"/>
        <pc:sldMkLst>
          <pc:docMk/>
          <pc:sldMk cId="1071765661" sldId="429"/>
        </pc:sldMkLst>
        <pc:spChg chg="mod">
          <ac:chgData name="Bryan Sun" userId="851caa7714272873" providerId="LiveId" clId="{1DF0C224-3A3E-55A6-A8D1-F8F2208D385B}" dt="2026-05-09T09:58:11.915" v="1052" actId="2711"/>
          <ac:spMkLst>
            <pc:docMk/>
            <pc:sldMk cId="1071765661" sldId="42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09T09:58:11.915" v="1052" actId="2711"/>
          <ac:spMkLst>
            <pc:docMk/>
            <pc:sldMk cId="1071765661" sldId="429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16T04:14:08.262" v="1139" actId="20577"/>
        <pc:sldMkLst>
          <pc:docMk/>
          <pc:sldMk cId="1122838624" sldId="430"/>
        </pc:sldMkLst>
        <pc:spChg chg="mod">
          <ac:chgData name="Bryan Sun" userId="851caa7714272873" providerId="LiveId" clId="{1DF0C224-3A3E-55A6-A8D1-F8F2208D385B}" dt="2026-05-09T09:57:57.557" v="1043" actId="20577"/>
          <ac:spMkLst>
            <pc:docMk/>
            <pc:sldMk cId="1122838624" sldId="43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6T04:14:08.262" v="1139" actId="20577"/>
          <ac:spMkLst>
            <pc:docMk/>
            <pc:sldMk cId="1122838624" sldId="430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16T04:16:22.916" v="1204" actId="20577"/>
        <pc:sldMkLst>
          <pc:docMk/>
          <pc:sldMk cId="790087455" sldId="431"/>
        </pc:sldMkLst>
        <pc:spChg chg="mod">
          <ac:chgData name="Bryan Sun" userId="851caa7714272873" providerId="LiveId" clId="{1DF0C224-3A3E-55A6-A8D1-F8F2208D385B}" dt="2026-05-09T09:58:02.142" v="1051" actId="20577"/>
          <ac:spMkLst>
            <pc:docMk/>
            <pc:sldMk cId="790087455" sldId="431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6T04:16:22.916" v="1204" actId="20577"/>
          <ac:spMkLst>
            <pc:docMk/>
            <pc:sldMk cId="790087455" sldId="431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5-09T09:55:50.073" v="984" actId="2711"/>
        <pc:sldMkLst>
          <pc:docMk/>
          <pc:sldMk cId="1586355041" sldId="432"/>
        </pc:sldMkLst>
        <pc:spChg chg="mod">
          <ac:chgData name="Bryan Sun" userId="851caa7714272873" providerId="LiveId" clId="{1DF0C224-3A3E-55A6-A8D1-F8F2208D385B}" dt="2026-05-09T09:55:50.073" v="984" actId="2711"/>
          <ac:spMkLst>
            <pc:docMk/>
            <pc:sldMk cId="1586355041" sldId="432"/>
            <ac:spMk id="2" creationId="{42D00FBD-1222-496C-8A0C-0B68A7CB609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43.622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01-29T18:38:16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2745 7338 204 0,'-25'3'77'0,"25"-3"-60"0,7 0 13 16,-7 0 3-16,7 0-10 16,4 0-1-16,6 0 0 15,11-3 1-15,18 3-12 16,0-6 4-16,21 3 3 0,4 0-2 16,-1-5 1-16,4-4-1 15,4 3 0-15,0 0-6 16,3 0-2-16,-11 3-4 15,-6 1-1-15,-8-4 3 16,-6 3 1-16,-4 0-8 16,-8 0-1-16,-9 0-5 0,-5 0 0 15,-3 3-49-15,1 0-20 16,-12-2-24-16,4-7-6 16,-10-6 12-1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879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1241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80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1241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08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1239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79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1237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976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57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928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96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2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Search</a:t>
            </a:r>
            <a:endParaRPr lang="e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Quickly find a number in a sorted array.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 principle: Since the array is already sorted, at least half of the elements can be eliminated each time.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Complexity: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 r="-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search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1270372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Example: Find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28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34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36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37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45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50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52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59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70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l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l/mid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5940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search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r>
              <a:rPr lang="en" altLang="en-US" sz="2000" dirty="0">
                <a:latin typeface="Aptos Display" panose="020B0004020202020204" pitchFamily="34" charset="0"/>
              </a:rPr>
              <a:t>Code:</a:t>
            </a:r>
            <a:endParaRPr lang="en-US" altLang="zh-CN" sz="20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a[1010], x,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n-1,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mid; 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rray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sorted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 ascending order</a:t>
            </a: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(l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 / 2;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(a[mid]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x)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{print();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found</a:t>
            </a:r>
            <a:endParaRPr lang="en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 (a[mid]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x) l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mid+1;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mid-1;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(l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r) 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not found</a:t>
            </a: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72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Various forms of binary search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Find the first number greater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Find the first number greater than or equal to 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Find the last number less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Find the last number less than or equal to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" altLang="zh-CN" dirty="0">
                <a:latin typeface="Aptos Display" panose="020B00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81445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search code template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a[1010], x,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 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n-1,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mid; 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sorted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ascending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39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first number greater than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x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8DD9DBE-FF1A-99B1-F107-5F8EB18F0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0" y="1486110"/>
            <a:ext cx="10705669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a[1010], x,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 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n-1,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mid; 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a[]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sorted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ascending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87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first number greater than or equal to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x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C7673C3-273A-4850-5146-8DDBFC957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a[1010], x,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 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n-1,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mid; 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sorted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ascending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06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>
            <a:normAutofit/>
          </a:bodyPr>
          <a:lstStyle/>
          <a:p>
            <a:r>
              <a:rPr lang="en" altLang="en-US" sz="3200" dirty="0">
                <a:solidFill>
                  <a:schemeClr val="bg1"/>
                </a:solidFill>
                <a:latin typeface="Aptos Display" panose="020B0004020202020204" pitchFamily="34" charset="0"/>
              </a:rPr>
              <a:t>last number less than </a:t>
            </a:r>
            <a:r>
              <a:rPr lang="en" altLang="zh-CN" sz="3200" dirty="0">
                <a:solidFill>
                  <a:schemeClr val="bg1"/>
                </a:solidFill>
                <a:latin typeface="Aptos Display" panose="020B0004020202020204" pitchFamily="34" charset="0"/>
              </a:rPr>
              <a:t>x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86707D5-1180-4DB1-AD74-0F9A57677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a[1010], x,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 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n-1,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mid; 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sorted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ascending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7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last number less than or equal to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x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70C00FB-3E88-CB97-20D1-2ABE74EE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a[1010], x,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 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n-1,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mid; //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sorted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ascending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464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Summary of binary search code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Fixed part remains unchanged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</a:rPr>
              <a:t>Choose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appropriate</a:t>
            </a:r>
            <a:r>
              <a:rPr lang="en" altLang="en-US" dirty="0">
                <a:latin typeface="Aptos Display" panose="020B0004020202020204" pitchFamily="34" charset="0"/>
              </a:rPr>
              <a:t> logical condition </a:t>
            </a:r>
            <a:r>
              <a:rPr lang="en-US" altLang="zh-CN" dirty="0">
                <a:latin typeface="Aptos Display" panose="020B0004020202020204" pitchFamily="34" charset="0"/>
              </a:rPr>
              <a:t>for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if-statement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Choose the correct answer (generally ' </a:t>
            </a:r>
            <a:r>
              <a:rPr lang="en" altLang="zh-CN" dirty="0">
                <a:latin typeface="Aptos Display" panose="020B0004020202020204" pitchFamily="34" charset="0"/>
              </a:rPr>
              <a:t>l' </a:t>
            </a:r>
            <a:r>
              <a:rPr lang="en" altLang="en-US" dirty="0">
                <a:latin typeface="Aptos Display" panose="020B0004020202020204" pitchFamily="34" charset="0"/>
              </a:rPr>
              <a:t>or </a:t>
            </a:r>
            <a:r>
              <a:rPr lang="en" altLang="zh-CN" dirty="0">
                <a:latin typeface="Aptos Display" panose="020B0004020202020204" pitchFamily="34" charset="0"/>
              </a:rPr>
              <a:t>'r' </a:t>
            </a:r>
            <a:r>
              <a:rPr lang="en" altLang="en-US" dirty="0">
                <a:latin typeface="Aptos Display" panose="020B0004020202020204" pitchFamily="34" charset="0"/>
              </a:rPr>
              <a:t>) 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Learn to generate your own data for verification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6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problem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: Find the number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1</a:t>
            </a:r>
            <a:endParaRPr lang="zh-C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ptos Display" panose="020B0004020202020204" pitchFamily="34" charset="0"/>
              </a:rPr>
              <a:t>Fi</a:t>
            </a:r>
            <a:r>
              <a:rPr lang="en" altLang="en-US" dirty="0" err="1">
                <a:latin typeface="Aptos Display" panose="020B0004020202020204" pitchFamily="34" charset="0"/>
              </a:rPr>
              <a:t>rst</a:t>
            </a:r>
            <a:r>
              <a:rPr lang="en" altLang="en-US" dirty="0">
                <a:latin typeface="Aptos Display" panose="020B0004020202020204" pitchFamily="34" charset="0"/>
              </a:rPr>
              <a:t> number greater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F</a:t>
            </a:r>
            <a:r>
              <a:rPr lang="en" altLang="en-US" dirty="0" err="1">
                <a:latin typeface="Aptos Display" panose="020B0004020202020204" pitchFamily="34" charset="0"/>
              </a:rPr>
              <a:t>irst</a:t>
            </a:r>
            <a:r>
              <a:rPr lang="en" altLang="en-US" dirty="0">
                <a:latin typeface="Aptos Display" panose="020B0004020202020204" pitchFamily="34" charset="0"/>
              </a:rPr>
              <a:t> number greater than or equal to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L</a:t>
            </a:r>
            <a:r>
              <a:rPr lang="en" altLang="en-US" dirty="0" err="1">
                <a:latin typeface="Aptos Display" panose="020B0004020202020204" pitchFamily="34" charset="0"/>
              </a:rPr>
              <a:t>ast</a:t>
            </a:r>
            <a:r>
              <a:rPr lang="en" altLang="en-US" dirty="0">
                <a:latin typeface="Aptos Display" panose="020B0004020202020204" pitchFamily="34" charset="0"/>
              </a:rPr>
              <a:t> number less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L</a:t>
            </a:r>
            <a:r>
              <a:rPr lang="en" altLang="en-US" dirty="0" err="1">
                <a:latin typeface="Aptos Display" panose="020B0004020202020204" pitchFamily="34" charset="0"/>
              </a:rPr>
              <a:t>ast</a:t>
            </a:r>
            <a:r>
              <a:rPr lang="en" altLang="en-US" dirty="0">
                <a:latin typeface="Aptos Display" panose="020B0004020202020204" pitchFamily="34" charset="0"/>
              </a:rPr>
              <a:t> number less than or equal to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F</a:t>
            </a:r>
            <a:r>
              <a:rPr lang="en" altLang="en-US" dirty="0" err="1">
                <a:latin typeface="Aptos Display" panose="020B0004020202020204" pitchFamily="34" charset="0"/>
              </a:rPr>
              <a:t>irst</a:t>
            </a:r>
            <a:r>
              <a:rPr lang="en" altLang="en-US" dirty="0">
                <a:latin typeface="Aptos Display" panose="020B0004020202020204" pitchFamily="34" charset="0"/>
              </a:rPr>
              <a:t> number less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L</a:t>
            </a:r>
            <a:r>
              <a:rPr lang="en" altLang="en-US" dirty="0" err="1">
                <a:latin typeface="Aptos Display" panose="020B0004020202020204" pitchFamily="34" charset="0"/>
              </a:rPr>
              <a:t>ast</a:t>
            </a:r>
            <a:r>
              <a:rPr lang="en" altLang="en-US" dirty="0">
                <a:latin typeface="Aptos Display" panose="020B0004020202020204" pitchFamily="34" charset="0"/>
              </a:rPr>
              <a:t> number greater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B8DEC8-7EC7-4518-AE97-A873FCF5B3F7}"/>
              </a:ext>
            </a:extLst>
          </p:cNvPr>
          <p:cNvSpPr txBox="1">
            <a:spLocks/>
          </p:cNvSpPr>
          <p:nvPr/>
        </p:nvSpPr>
        <p:spPr>
          <a:xfrm>
            <a:off x="5880847" y="1486109"/>
            <a:ext cx="5900490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 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1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problem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: Find the number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2</a:t>
            </a:r>
            <a:endParaRPr lang="zh-C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ptos Display" panose="020B0004020202020204" pitchFamily="34" charset="0"/>
              </a:rPr>
              <a:t>F</a:t>
            </a:r>
            <a:r>
              <a:rPr lang="en" altLang="en-US" dirty="0" err="1">
                <a:latin typeface="Aptos Display" panose="020B0004020202020204" pitchFamily="34" charset="0"/>
              </a:rPr>
              <a:t>irst</a:t>
            </a:r>
            <a:r>
              <a:rPr lang="en" altLang="en-US" dirty="0">
                <a:latin typeface="Aptos Display" panose="020B0004020202020204" pitchFamily="34" charset="0"/>
              </a:rPr>
              <a:t> number less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First number less than or equal to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L</a:t>
            </a:r>
            <a:r>
              <a:rPr lang="en" altLang="en-US" dirty="0" err="1">
                <a:latin typeface="Aptos Display" panose="020B0004020202020204" pitchFamily="34" charset="0"/>
              </a:rPr>
              <a:t>ast</a:t>
            </a:r>
            <a:r>
              <a:rPr lang="en" altLang="en-US" dirty="0">
                <a:latin typeface="Aptos Display" panose="020B0004020202020204" pitchFamily="34" charset="0"/>
              </a:rPr>
              <a:t> number greater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Last number greater than or equal to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F</a:t>
            </a:r>
            <a:r>
              <a:rPr lang="en" altLang="en-US" dirty="0" err="1">
                <a:latin typeface="Aptos Display" panose="020B0004020202020204" pitchFamily="34" charset="0"/>
              </a:rPr>
              <a:t>irst</a:t>
            </a:r>
            <a:r>
              <a:rPr lang="en" altLang="en-US" dirty="0">
                <a:latin typeface="Aptos Display" panose="020B0004020202020204" pitchFamily="34" charset="0"/>
              </a:rPr>
              <a:t> number greater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L</a:t>
            </a:r>
            <a:r>
              <a:rPr lang="en" altLang="en-US" dirty="0" err="1">
                <a:latin typeface="Aptos Display" panose="020B0004020202020204" pitchFamily="34" charset="0"/>
              </a:rPr>
              <a:t>ast</a:t>
            </a:r>
            <a:r>
              <a:rPr lang="en" altLang="en-US" dirty="0">
                <a:latin typeface="Aptos Display" panose="020B0004020202020204" pitchFamily="34" charset="0"/>
              </a:rPr>
              <a:t> number less than </a:t>
            </a:r>
            <a:r>
              <a:rPr lang="en-US" altLang="zh-CN" dirty="0">
                <a:latin typeface="Aptos Display" panose="020B0004020202020204" pitchFamily="34" charset="0"/>
              </a:rPr>
              <a:t>x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A1C9D53-E224-4A7F-AD6C-EC7BBB0A826D}"/>
              </a:ext>
            </a:extLst>
          </p:cNvPr>
          <p:cNvSpPr txBox="1">
            <a:spLocks/>
          </p:cNvSpPr>
          <p:nvPr/>
        </p:nvSpPr>
        <p:spPr>
          <a:xfrm>
            <a:off x="5898776" y="1486109"/>
            <a:ext cx="5882561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mid = (l + r) / 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l = mid + 1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r = mid - 1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(</a:t>
            </a:r>
            <a:r>
              <a:rPr lang="en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    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CN" sz="2000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55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834780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 problem: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number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pair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with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Given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Find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pair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in an array that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add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up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a given number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Brute force enumeration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Enumeration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check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if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Time complexity: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Solution: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Enumerate the first number and use binary search to find the second number.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Time complexity: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3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213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problem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: Find the closest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Find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element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closest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give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value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-US" altLang="zh-CN" dirty="0">
                    <a:latin typeface="Aptos Display" panose="020B0004020202020204" pitchFamily="34" charset="0"/>
                  </a:rPr>
                  <a:t>Looping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Simple loop, time complexity: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Solution: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Find the first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greater than or equal 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last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number less than or equal 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Compare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which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is closer.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Time complexity: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3"/>
                <a:stretch>
                  <a:fillRect l="-1323" t="-1683" r="-11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424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problem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: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(Pro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version)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Given a positive integer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, find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 number of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pairs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which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difference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equal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Brute force enumeration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Enumeration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check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if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count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Time complexity: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Solution: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Enumerate the first number, calculate the second number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Duplicate numbers need to be handled separately.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Time complexity: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3"/>
                <a:stretch>
                  <a:fillRect l="-1323" t="-2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19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6580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What is binary search for the answer?</a:t>
                </a:r>
                <a:endParaRPr lang="en-US" altLang="en-US" dirty="0">
                  <a:latin typeface="Aptos Display" panose="020B0004020202020204" pitchFamily="34" charset="0"/>
                </a:endParaRPr>
              </a:p>
              <a:p>
                <a:pPr marL="457200" lvl="1" indent="0">
                  <a:buNone/>
                </a:pPr>
                <a:r>
                  <a:rPr lang="en-US" altLang="zh-CN" dirty="0">
                    <a:latin typeface="Aptos Display" panose="020B0004020202020204" pitchFamily="34" charset="0"/>
                  </a:rPr>
                  <a:t>Think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problem with a defined range of feasible solutions,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boundary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point within this range that divides the solution range into two intervals, where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one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interval </a:t>
                </a:r>
                <a:r>
                  <a:rPr lang="en" altLang="en-US" dirty="0" err="1">
                    <a:latin typeface="Aptos Display" panose="020B0004020202020204" pitchFamily="34" charset="0"/>
                  </a:rPr>
                  <a:t>satisf</a:t>
                </a:r>
                <a:r>
                  <a:rPr lang="en-US" altLang="zh-CN" dirty="0" err="1">
                    <a:latin typeface="Aptos Display" panose="020B0004020202020204" pitchFamily="34" charset="0"/>
                  </a:rPr>
                  <a:t>ies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the conditions and the other does not, find this point. 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Since there is a unique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boundary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point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, we can use binary search to find it.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 principle: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marL="457200" lvl="1" indent="0">
                  <a:buNone/>
                </a:pPr>
                <a:r>
                  <a:rPr lang="en" altLang="en-US" dirty="0">
                    <a:latin typeface="Aptos Display" panose="020B0004020202020204" pitchFamily="34" charset="0"/>
                  </a:rPr>
                  <a:t>Using binary search is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essentially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adding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one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more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condition to the original problem, and the solution method changes from </a:t>
                </a:r>
                <a:r>
                  <a:rPr lang="en" altLang="en-US" dirty="0" err="1">
                    <a:latin typeface="Aptos Display" panose="020B0004020202020204" pitchFamily="34" charset="0"/>
                  </a:rPr>
                  <a:t>enumerati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on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(or other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)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checking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whether a certain value is a feasible answer.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Complexity: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is the complexity of determining whether a value is feasible,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is the interval length.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6580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27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answer</a:t>
            </a:r>
          </a:p>
        </p:txBody>
      </p:sp>
    </p:spTree>
    <p:extLst>
      <p:ext uri="{BB962C8B-B14F-4D97-AF65-F5344CB8AC3E}">
        <p14:creationId xmlns:p14="http://schemas.microsoft.com/office/powerpoint/2010/main" val="1586355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problem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: Logging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zh-CN" dirty="0">
                <a:latin typeface="Aptos Display" panose="020B0004020202020204" pitchFamily="34" charset="0"/>
              </a:rPr>
              <a:t>You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need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fell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least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M </a:t>
            </a:r>
            <a:r>
              <a:rPr lang="en-US" altLang="zh-CN" dirty="0">
                <a:latin typeface="Aptos Display" panose="020B0004020202020204" pitchFamily="34" charset="0"/>
              </a:rPr>
              <a:t>meters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timber</a:t>
            </a:r>
            <a:r>
              <a:rPr lang="en" altLang="en-US" dirty="0">
                <a:latin typeface="Aptos Display" panose="020B0004020202020204" pitchFamily="34" charset="0"/>
              </a:rPr>
              <a:t>. 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What is the </a:t>
            </a:r>
            <a:r>
              <a:rPr lang="en-US" altLang="zh-CN" dirty="0">
                <a:latin typeface="Aptos Display" panose="020B0004020202020204" pitchFamily="34" charset="0"/>
              </a:rPr>
              <a:t>maximum</a:t>
            </a:r>
            <a:r>
              <a:rPr lang="en" altLang="en-US" dirty="0">
                <a:latin typeface="Aptos Display" panose="020B0004020202020204" pitchFamily="34" charset="0"/>
              </a:rPr>
              <a:t> height at which trees can be felled?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38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problem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: Pie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If each person </a:t>
            </a:r>
            <a:r>
              <a:rPr lang="en-US" altLang="zh-CN" dirty="0">
                <a:latin typeface="Aptos Display" panose="020B0004020202020204" pitchFamily="34" charset="0"/>
              </a:rPr>
              <a:t>must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have</a:t>
            </a:r>
            <a:r>
              <a:rPr lang="en" altLang="en-US" dirty="0">
                <a:latin typeface="Aptos Display" panose="020B0004020202020204" pitchFamily="34" charset="0"/>
              </a:rPr>
              <a:t> one </a:t>
            </a:r>
            <a:r>
              <a:rPr lang="en-US" altLang="zh-CN" dirty="0">
                <a:latin typeface="Aptos Display" panose="020B0004020202020204" pitchFamily="34" charset="0"/>
              </a:rPr>
              <a:t>piece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pie of the same size, what is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maximum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 err="1">
                <a:latin typeface="Aptos Display" panose="020B0004020202020204" pitchFamily="34" charset="0"/>
              </a:rPr>
              <a:t>volumn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that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piece?</a:t>
            </a:r>
          </a:p>
        </p:txBody>
      </p:sp>
    </p:spTree>
    <p:extLst>
      <p:ext uri="{BB962C8B-B14F-4D97-AF65-F5344CB8AC3E}">
        <p14:creationId xmlns:p14="http://schemas.microsoft.com/office/powerpoint/2010/main" val="79008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 question: Monthly expenses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Given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numbers divided into </a:t>
            </a:r>
            <a:r>
              <a:rPr lang="en" altLang="zh-CN" dirty="0">
                <a:latin typeface="Aptos Display" panose="020B0004020202020204" pitchFamily="34" charset="0"/>
              </a:rPr>
              <a:t>M </a:t>
            </a:r>
            <a:r>
              <a:rPr lang="en" altLang="en-US" dirty="0">
                <a:latin typeface="Aptos Display" panose="020B0004020202020204" pitchFamily="34" charset="0"/>
              </a:rPr>
              <a:t>consecutive blocks, find the solution with the smallest maximum block sum.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765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B0AFC0A-40DD-4330-9DDE-5AEFE57E5460}"/>
                  </a:ext>
                </a:extLst>
              </p14:cNvPr>
              <p14:cNvContentPartPr/>
              <p14:nvPr/>
            </p14:nvContentPartPr>
            <p14:xfrm>
              <a:off x="979200" y="2587680"/>
              <a:ext cx="406800" cy="55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B0AFC0A-40DD-4330-9DDE-5AEFE57E54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840" y="2578320"/>
                <a:ext cx="425520" cy="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87697</TotalTime>
  <Words>1267</Words>
  <Application>Microsoft Macintosh PowerPoint</Application>
  <PresentationFormat>Widescreen</PresentationFormat>
  <Paragraphs>174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等线</vt:lpstr>
      <vt:lpstr>华文楷体</vt:lpstr>
      <vt:lpstr>Aptos Display</vt:lpstr>
      <vt:lpstr>Arial</vt:lpstr>
      <vt:lpstr>Cambria Math</vt:lpstr>
      <vt:lpstr>Consolas</vt:lpstr>
      <vt:lpstr>Tw Cen MT</vt:lpstr>
      <vt:lpstr>电路</vt:lpstr>
      <vt:lpstr>Binary Search</vt:lpstr>
      <vt:lpstr>Binary search</vt:lpstr>
      <vt:lpstr>Binary search</vt:lpstr>
      <vt:lpstr>Binary search</vt:lpstr>
      <vt:lpstr>Various forms of binary search</vt:lpstr>
      <vt:lpstr>Binary search code template</vt:lpstr>
      <vt:lpstr>first number greater than x</vt:lpstr>
      <vt:lpstr>first number greater than or equal to x</vt:lpstr>
      <vt:lpstr>last number less than x</vt:lpstr>
      <vt:lpstr>last number less than or equal to x</vt:lpstr>
      <vt:lpstr>Summary of binary search code</vt:lpstr>
      <vt:lpstr>Example problem: Find the number - 1</vt:lpstr>
      <vt:lpstr>Example problem: Find the number - 2</vt:lpstr>
      <vt:lpstr>Example problem: number pair with Given sum</vt:lpstr>
      <vt:lpstr>Example problem: Find the closest element</vt:lpstr>
      <vt:lpstr>Example problem: A- B (Pro version)</vt:lpstr>
      <vt:lpstr>Binary answer</vt:lpstr>
      <vt:lpstr>Binary answer</vt:lpstr>
      <vt:lpstr>Example problem: Logging</vt:lpstr>
      <vt:lpstr>Example problem: Pie</vt:lpstr>
      <vt:lpstr>Example question: Monthly expenses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zoom 15</cp:lastModifiedBy>
  <cp:revision>208</cp:revision>
  <dcterms:created xsi:type="dcterms:W3CDTF">2018-08-09T00:16:20Z</dcterms:created>
  <dcterms:modified xsi:type="dcterms:W3CDTF">2026-05-16T04:16:32Z</dcterms:modified>
</cp:coreProperties>
</file>