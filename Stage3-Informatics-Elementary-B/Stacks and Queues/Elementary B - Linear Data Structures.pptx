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81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7" r:id="rId10"/>
    <p:sldId id="398" r:id="rId11"/>
    <p:sldId id="399" r:id="rId12"/>
    <p:sldId id="400" r:id="rId13"/>
    <p:sldId id="402" r:id="rId14"/>
    <p:sldId id="404" r:id="rId15"/>
    <p:sldId id="405" r:id="rId16"/>
    <p:sldId id="406" r:id="rId17"/>
    <p:sldId id="420" r:id="rId18"/>
    <p:sldId id="407" r:id="rId19"/>
    <p:sldId id="417" r:id="rId20"/>
    <p:sldId id="414" r:id="rId21"/>
    <p:sldId id="425" r:id="rId22"/>
    <p:sldId id="415" r:id="rId23"/>
    <p:sldId id="416" r:id="rId24"/>
    <p:sldId id="413" r:id="rId25"/>
    <p:sldId id="422" r:id="rId26"/>
    <p:sldId id="421" r:id="rId27"/>
    <p:sldId id="408" r:id="rId28"/>
    <p:sldId id="418" r:id="rId29"/>
    <p:sldId id="409" r:id="rId30"/>
    <p:sldId id="426" r:id="rId31"/>
    <p:sldId id="410" r:id="rId32"/>
    <p:sldId id="419" r:id="rId33"/>
    <p:sldId id="411" r:id="rId34"/>
    <p:sldId id="412" r:id="rId35"/>
    <p:sldId id="423" r:id="rId36"/>
    <p:sldId id="424" r:id="rId37"/>
    <p:sldId id="261" r:id="rId38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64768-6E04-8841-A6A1-CC7EA14157A8}" v="426" dt="2026-05-23T11:59:05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87" autoAdjust="0"/>
    <p:restoredTop sz="91528" autoAdjust="0"/>
  </p:normalViewPr>
  <p:slideViewPr>
    <p:cSldViewPr snapToGrid="0">
      <p:cViewPr varScale="1">
        <p:scale>
          <a:sx n="62" d="100"/>
          <a:sy n="62" d="100"/>
        </p:scale>
        <p:origin x="232" y="2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05-23T12:01:02.743" v="1430" actId="1035"/>
      <pc:docMkLst>
        <pc:docMk/>
      </pc:docMkLst>
      <pc:sldChg chg="modSp mod">
        <pc:chgData name="Bryan Sun" userId="851caa7714272873" providerId="LiveId" clId="{1DF0C224-3A3E-55A6-A8D1-F8F2208D385B}" dt="2026-05-19T12:44:21.573" v="14" actId="27636"/>
        <pc:sldMkLst>
          <pc:docMk/>
          <pc:sldMk cId="613185586" sldId="391"/>
        </pc:sldMkLst>
        <pc:spChg chg="mod">
          <ac:chgData name="Bryan Sun" userId="851caa7714272873" providerId="LiveId" clId="{1DF0C224-3A3E-55A6-A8D1-F8F2208D385B}" dt="2026-05-19T12:44:21.573" v="14" actId="27636"/>
          <ac:spMkLst>
            <pc:docMk/>
            <pc:sldMk cId="613185586" sldId="391"/>
            <ac:spMk id="3" creationId="{364B6489-5513-4724-81F7-F874B8C60D21}"/>
          </ac:spMkLst>
        </pc:spChg>
      </pc:sldChg>
      <pc:sldChg chg="addSp delSp modSp mod delAnim modAnim">
        <pc:chgData name="Bryan Sun" userId="851caa7714272873" providerId="LiveId" clId="{1DF0C224-3A3E-55A6-A8D1-F8F2208D385B}" dt="2026-05-23T11:18:35.212" v="1262"/>
        <pc:sldMkLst>
          <pc:docMk/>
          <pc:sldMk cId="70847671" sldId="407"/>
        </pc:sldMkLst>
        <pc:spChg chg="mod">
          <ac:chgData name="Bryan Sun" userId="851caa7714272873" providerId="LiveId" clId="{1DF0C224-3A3E-55A6-A8D1-F8F2208D385B}" dt="2026-05-19T12:44:21.311" v="13" actId="2711"/>
          <ac:spMkLst>
            <pc:docMk/>
            <pc:sldMk cId="70847671" sldId="407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9T12:45:48.739" v="37" actId="2711"/>
          <ac:spMkLst>
            <pc:docMk/>
            <pc:sldMk cId="70847671" sldId="407"/>
            <ac:spMk id="3" creationId="{364B6489-5513-4724-81F7-F874B8C60D21}"/>
          </ac:spMkLst>
        </pc:spChg>
        <pc:spChg chg="add del mod">
          <ac:chgData name="Bryan Sun" userId="851caa7714272873" providerId="LiveId" clId="{1DF0C224-3A3E-55A6-A8D1-F8F2208D385B}" dt="2026-05-23T11:12:47.835" v="1196" actId="478"/>
          <ac:spMkLst>
            <pc:docMk/>
            <pc:sldMk cId="70847671" sldId="407"/>
            <ac:spMk id="4" creationId="{28B90D51-9F45-4693-F6FB-B0AFB975896C}"/>
          </ac:spMkLst>
        </pc:spChg>
        <pc:spChg chg="add del mod">
          <ac:chgData name="Bryan Sun" userId="851caa7714272873" providerId="LiveId" clId="{1DF0C224-3A3E-55A6-A8D1-F8F2208D385B}" dt="2026-05-23T11:12:50.678" v="1198" actId="478"/>
          <ac:spMkLst>
            <pc:docMk/>
            <pc:sldMk cId="70847671" sldId="407"/>
            <ac:spMk id="6" creationId="{480F46B2-B994-D72A-761A-58A13DA4AE97}"/>
          </ac:spMkLst>
        </pc:spChg>
        <pc:spChg chg="add del mod">
          <ac:chgData name="Bryan Sun" userId="851caa7714272873" providerId="LiveId" clId="{1DF0C224-3A3E-55A6-A8D1-F8F2208D385B}" dt="2026-05-23T11:12:53.596" v="1200" actId="478"/>
          <ac:spMkLst>
            <pc:docMk/>
            <pc:sldMk cId="70847671" sldId="407"/>
            <ac:spMk id="7" creationId="{320F24EF-60EA-F6E4-8D35-14B0C2F52E79}"/>
          </ac:spMkLst>
        </pc:spChg>
        <pc:spChg chg="add del mod">
          <ac:chgData name="Bryan Sun" userId="851caa7714272873" providerId="LiveId" clId="{1DF0C224-3A3E-55A6-A8D1-F8F2208D385B}" dt="2026-05-23T11:12:56.073" v="1201" actId="478"/>
          <ac:spMkLst>
            <pc:docMk/>
            <pc:sldMk cId="70847671" sldId="407"/>
            <ac:spMk id="8" creationId="{6D37F80A-6D83-8229-F328-2E55422671A1}"/>
          </ac:spMkLst>
        </pc:spChg>
        <pc:spChg chg="add mod topLvl">
          <ac:chgData name="Bryan Sun" userId="851caa7714272873" providerId="LiveId" clId="{1DF0C224-3A3E-55A6-A8D1-F8F2208D385B}" dt="2026-05-23T11:17:29.386" v="1256" actId="165"/>
          <ac:spMkLst>
            <pc:docMk/>
            <pc:sldMk cId="70847671" sldId="407"/>
            <ac:spMk id="12" creationId="{4EAB19EC-E06B-A09E-6F87-077D7DAAAFB9}"/>
          </ac:spMkLst>
        </pc:spChg>
        <pc:spChg chg="mod topLvl">
          <ac:chgData name="Bryan Sun" userId="851caa7714272873" providerId="LiveId" clId="{1DF0C224-3A3E-55A6-A8D1-F8F2208D385B}" dt="2026-05-23T11:17:29.386" v="1256" actId="165"/>
          <ac:spMkLst>
            <pc:docMk/>
            <pc:sldMk cId="70847671" sldId="407"/>
            <ac:spMk id="17" creationId="{F1E2BBC0-EE4C-353C-AD6E-ADFDD901A1D6}"/>
          </ac:spMkLst>
        </pc:spChg>
        <pc:spChg chg="mod topLvl">
          <ac:chgData name="Bryan Sun" userId="851caa7714272873" providerId="LiveId" clId="{1DF0C224-3A3E-55A6-A8D1-F8F2208D385B}" dt="2026-05-23T11:17:29.386" v="1256" actId="165"/>
          <ac:spMkLst>
            <pc:docMk/>
            <pc:sldMk cId="70847671" sldId="407"/>
            <ac:spMk id="20" creationId="{F1EB25DE-6D20-3C85-DB05-A5B3B46997DA}"/>
          </ac:spMkLst>
        </pc:spChg>
        <pc:spChg chg="mod topLvl">
          <ac:chgData name="Bryan Sun" userId="851caa7714272873" providerId="LiveId" clId="{1DF0C224-3A3E-55A6-A8D1-F8F2208D385B}" dt="2026-05-23T11:17:29.386" v="1256" actId="165"/>
          <ac:spMkLst>
            <pc:docMk/>
            <pc:sldMk cId="70847671" sldId="407"/>
            <ac:spMk id="23" creationId="{95806C28-9A10-606B-BF43-2787EC556AE8}"/>
          </ac:spMkLst>
        </pc:spChg>
        <pc:grpChg chg="add del">
          <ac:chgData name="Bryan Sun" userId="851caa7714272873" providerId="LiveId" clId="{1DF0C224-3A3E-55A6-A8D1-F8F2208D385B}" dt="2026-05-23T11:17:29.386" v="1256" actId="165"/>
          <ac:grpSpMkLst>
            <pc:docMk/>
            <pc:sldMk cId="70847671" sldId="407"/>
            <ac:grpSpMk id="14" creationId="{E3C3AE7F-1D28-67B9-5977-DF6436C6D96C}"/>
          </ac:grpSpMkLst>
        </pc:grpChg>
        <pc:grpChg chg="add del mod">
          <ac:chgData name="Bryan Sun" userId="851caa7714272873" providerId="LiveId" clId="{1DF0C224-3A3E-55A6-A8D1-F8F2208D385B}" dt="2026-05-23T11:17:29.386" v="1256" actId="165"/>
          <ac:grpSpMkLst>
            <pc:docMk/>
            <pc:sldMk cId="70847671" sldId="407"/>
            <ac:grpSpMk id="15" creationId="{6FAC5836-F011-B5B5-8ED1-853227AC03DF}"/>
          </ac:grpSpMkLst>
        </pc:grpChg>
        <pc:grpChg chg="add del mod">
          <ac:chgData name="Bryan Sun" userId="851caa7714272873" providerId="LiveId" clId="{1DF0C224-3A3E-55A6-A8D1-F8F2208D385B}" dt="2026-05-23T11:17:29.386" v="1256" actId="165"/>
          <ac:grpSpMkLst>
            <pc:docMk/>
            <pc:sldMk cId="70847671" sldId="407"/>
            <ac:grpSpMk id="18" creationId="{A2119F6F-C3D9-A943-6D18-BEC5D0B76482}"/>
          </ac:grpSpMkLst>
        </pc:grpChg>
        <pc:grpChg chg="add del mod">
          <ac:chgData name="Bryan Sun" userId="851caa7714272873" providerId="LiveId" clId="{1DF0C224-3A3E-55A6-A8D1-F8F2208D385B}" dt="2026-05-23T11:17:29.386" v="1256" actId="165"/>
          <ac:grpSpMkLst>
            <pc:docMk/>
            <pc:sldMk cId="70847671" sldId="407"/>
            <ac:grpSpMk id="21" creationId="{8886299C-4251-BBC5-43E2-299D2367A471}"/>
          </ac:grpSpMkLst>
        </pc:grpChg>
        <pc:grpChg chg="add">
          <ac:chgData name="Bryan Sun" userId="851caa7714272873" providerId="LiveId" clId="{1DF0C224-3A3E-55A6-A8D1-F8F2208D385B}" dt="2026-05-23T11:17:36.101" v="1257" actId="338"/>
          <ac:grpSpMkLst>
            <pc:docMk/>
            <pc:sldMk cId="70847671" sldId="407"/>
            <ac:grpSpMk id="24" creationId="{C7725202-8B35-2F19-557B-9DD1FA2E3AF7}"/>
          </ac:grpSpMkLst>
        </pc:grpChg>
        <pc:grpChg chg="add">
          <ac:chgData name="Bryan Sun" userId="851caa7714272873" providerId="LiveId" clId="{1DF0C224-3A3E-55A6-A8D1-F8F2208D385B}" dt="2026-05-23T11:17:36.101" v="1257" actId="338"/>
          <ac:grpSpMkLst>
            <pc:docMk/>
            <pc:sldMk cId="70847671" sldId="407"/>
            <ac:grpSpMk id="25" creationId="{8C4FC31B-3971-7E58-0229-FDB76B48092E}"/>
          </ac:grpSpMkLst>
        </pc:grpChg>
        <pc:grpChg chg="add">
          <ac:chgData name="Bryan Sun" userId="851caa7714272873" providerId="LiveId" clId="{1DF0C224-3A3E-55A6-A8D1-F8F2208D385B}" dt="2026-05-23T11:17:36.101" v="1257" actId="338"/>
          <ac:grpSpMkLst>
            <pc:docMk/>
            <pc:sldMk cId="70847671" sldId="407"/>
            <ac:grpSpMk id="26" creationId="{C4D82DEB-CDD9-2BB2-433F-267DC06F7FB0}"/>
          </ac:grpSpMkLst>
        </pc:grpChg>
        <pc:grpChg chg="add">
          <ac:chgData name="Bryan Sun" userId="851caa7714272873" providerId="LiveId" clId="{1DF0C224-3A3E-55A6-A8D1-F8F2208D385B}" dt="2026-05-23T11:17:36.101" v="1257" actId="338"/>
          <ac:grpSpMkLst>
            <pc:docMk/>
            <pc:sldMk cId="70847671" sldId="407"/>
            <ac:grpSpMk id="27" creationId="{81CFECD5-C1D1-4592-1BBB-B8C3006C3AA6}"/>
          </ac:grpSpMkLst>
        </pc:grpChg>
        <pc:grpChg chg="add">
          <ac:chgData name="Bryan Sun" userId="851caa7714272873" providerId="LiveId" clId="{1DF0C224-3A3E-55A6-A8D1-F8F2208D385B}" dt="2026-05-23T11:17:56.796" v="1258" actId="164"/>
          <ac:grpSpMkLst>
            <pc:docMk/>
            <pc:sldMk cId="70847671" sldId="407"/>
            <ac:grpSpMk id="28" creationId="{B71FEA94-11F4-8BBE-D731-2A0AD595B94C}"/>
          </ac:grpSpMkLst>
        </pc:grpChg>
        <pc:graphicFrameChg chg="add mod modGraphic">
          <ac:chgData name="Bryan Sun" userId="851caa7714272873" providerId="LiveId" clId="{1DF0C224-3A3E-55A6-A8D1-F8F2208D385B}" dt="2026-05-23T11:14:57.236" v="1225" actId="404"/>
          <ac:graphicFrameMkLst>
            <pc:docMk/>
            <pc:sldMk cId="70847671" sldId="407"/>
            <ac:graphicFrameMk id="9" creationId="{3AD08104-4665-8126-40AC-1A7C5BA38764}"/>
          </ac:graphicFrameMkLst>
        </pc:graphicFrameChg>
        <pc:picChg chg="del mod">
          <ac:chgData name="Bryan Sun" userId="851caa7714272873" providerId="LiveId" clId="{1DF0C224-3A3E-55A6-A8D1-F8F2208D385B}" dt="2026-05-23T11:12:41.327" v="1195" actId="478"/>
          <ac:picMkLst>
            <pc:docMk/>
            <pc:sldMk cId="70847671" sldId="407"/>
            <ac:picMk id="5" creationId="{F91F9289-EE04-46F2-871E-6D7C5D88D938}"/>
          </ac:picMkLst>
        </pc:picChg>
        <pc:cxnChg chg="add mod">
          <ac:chgData name="Bryan Sun" userId="851caa7714272873" providerId="LiveId" clId="{1DF0C224-3A3E-55A6-A8D1-F8F2208D385B}" dt="2026-05-23T11:15:10.270" v="1228" actId="14100"/>
          <ac:cxnSpMkLst>
            <pc:docMk/>
            <pc:sldMk cId="70847671" sldId="407"/>
            <ac:cxnSpMk id="11" creationId="{822EEBEE-6F8B-9F82-20E6-C35DDA3B4547}"/>
          </ac:cxnSpMkLst>
        </pc:cxnChg>
        <pc:cxnChg chg="mod">
          <ac:chgData name="Bryan Sun" userId="851caa7714272873" providerId="LiveId" clId="{1DF0C224-3A3E-55A6-A8D1-F8F2208D385B}" dt="2026-05-23T11:15:32.628" v="1231"/>
          <ac:cxnSpMkLst>
            <pc:docMk/>
            <pc:sldMk cId="70847671" sldId="407"/>
            <ac:cxnSpMk id="16" creationId="{FA9B82A4-0347-9DD2-8120-6890885EC5D1}"/>
          </ac:cxnSpMkLst>
        </pc:cxnChg>
        <pc:cxnChg chg="mod topLvl">
          <ac:chgData name="Bryan Sun" userId="851caa7714272873" providerId="LiveId" clId="{1DF0C224-3A3E-55A6-A8D1-F8F2208D385B}" dt="2026-05-23T11:17:29.386" v="1256" actId="165"/>
          <ac:cxnSpMkLst>
            <pc:docMk/>
            <pc:sldMk cId="70847671" sldId="407"/>
            <ac:cxnSpMk id="19" creationId="{F5D2E50C-3104-9863-0D17-F4CB530C8DAF}"/>
          </ac:cxnSpMkLst>
        </pc:cxnChg>
        <pc:cxnChg chg="mod topLvl">
          <ac:chgData name="Bryan Sun" userId="851caa7714272873" providerId="LiveId" clId="{1DF0C224-3A3E-55A6-A8D1-F8F2208D385B}" dt="2026-05-23T11:17:29.386" v="1256" actId="165"/>
          <ac:cxnSpMkLst>
            <pc:docMk/>
            <pc:sldMk cId="70847671" sldId="407"/>
            <ac:cxnSpMk id="22" creationId="{75D7FC4D-E671-452A-F0B3-DD6E198E5BB9}"/>
          </ac:cxnSpMkLst>
        </pc:cxnChg>
      </pc:sldChg>
      <pc:sldChg chg="addSp modSp mod modAnim">
        <pc:chgData name="Bryan Sun" userId="851caa7714272873" providerId="LiveId" clId="{1DF0C224-3A3E-55A6-A8D1-F8F2208D385B}" dt="2026-05-20T13:16:23.784" v="916" actId="2711"/>
        <pc:sldMkLst>
          <pc:docMk/>
          <pc:sldMk cId="2038158498" sldId="408"/>
        </pc:sldMkLst>
        <pc:spChg chg="mod">
          <ac:chgData name="Bryan Sun" userId="851caa7714272873" providerId="LiveId" clId="{1DF0C224-3A3E-55A6-A8D1-F8F2208D385B}" dt="2026-05-19T13:05:51.256" v="420" actId="20577"/>
          <ac:spMkLst>
            <pc:docMk/>
            <pc:sldMk cId="2038158498" sldId="408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20T13:01:09.517" v="481" actId="6549"/>
          <ac:spMkLst>
            <pc:docMk/>
            <pc:sldMk cId="2038158498" sldId="408"/>
            <ac:spMk id="3" creationId="{364B6489-5513-4724-81F7-F874B8C60D21}"/>
          </ac:spMkLst>
        </pc:spChg>
        <pc:spChg chg="add mod">
          <ac:chgData name="Bryan Sun" userId="851caa7714272873" providerId="LiveId" clId="{1DF0C224-3A3E-55A6-A8D1-F8F2208D385B}" dt="2026-05-20T13:16:23.784" v="916" actId="2711"/>
          <ac:spMkLst>
            <pc:docMk/>
            <pc:sldMk cId="2038158498" sldId="408"/>
            <ac:spMk id="4" creationId="{872291D3-DB59-2294-4D31-F3878D5C3EDE}"/>
          </ac:spMkLst>
        </pc:spChg>
        <pc:spChg chg="add mod">
          <ac:chgData name="Bryan Sun" userId="851caa7714272873" providerId="LiveId" clId="{1DF0C224-3A3E-55A6-A8D1-F8F2208D385B}" dt="2026-05-20T13:16:23.784" v="916" actId="2711"/>
          <ac:spMkLst>
            <pc:docMk/>
            <pc:sldMk cId="2038158498" sldId="408"/>
            <ac:spMk id="6" creationId="{603A4FC8-E7CC-EA99-ECD4-DBFFB9E0FA89}"/>
          </ac:spMkLst>
        </pc:spChg>
        <pc:spChg chg="add mod">
          <ac:chgData name="Bryan Sun" userId="851caa7714272873" providerId="LiveId" clId="{1DF0C224-3A3E-55A6-A8D1-F8F2208D385B}" dt="2026-05-20T13:16:23.784" v="916" actId="2711"/>
          <ac:spMkLst>
            <pc:docMk/>
            <pc:sldMk cId="2038158498" sldId="408"/>
            <ac:spMk id="7" creationId="{CBC4F72C-2A94-B104-D861-DDC27061070E}"/>
          </ac:spMkLst>
        </pc:spChg>
        <pc:spChg chg="add mod">
          <ac:chgData name="Bryan Sun" userId="851caa7714272873" providerId="LiveId" clId="{1DF0C224-3A3E-55A6-A8D1-F8F2208D385B}" dt="2026-05-20T13:16:23.784" v="916" actId="2711"/>
          <ac:spMkLst>
            <pc:docMk/>
            <pc:sldMk cId="2038158498" sldId="408"/>
            <ac:spMk id="8" creationId="{F1C1D034-A8D2-8062-E409-D9D73819F403}"/>
          </ac:spMkLst>
        </pc:spChg>
        <pc:picChg chg="mod">
          <ac:chgData name="Bryan Sun" userId="851caa7714272873" providerId="LiveId" clId="{1DF0C224-3A3E-55A6-A8D1-F8F2208D385B}" dt="2026-05-19T13:05:48.182" v="419" actId="2711"/>
          <ac:picMkLst>
            <pc:docMk/>
            <pc:sldMk cId="2038158498" sldId="408"/>
            <ac:picMk id="5" creationId="{14255FE6-3D15-4F2E-BAF5-A2E544DFCB1A}"/>
          </ac:picMkLst>
        </pc:picChg>
      </pc:sldChg>
      <pc:sldChg chg="addSp modSp mod">
        <pc:chgData name="Bryan Sun" userId="851caa7714272873" providerId="LiveId" clId="{1DF0C224-3A3E-55A6-A8D1-F8F2208D385B}" dt="2026-05-20T13:21:30.806" v="1131" actId="2711"/>
        <pc:sldMkLst>
          <pc:docMk/>
          <pc:sldMk cId="2014718348" sldId="409"/>
        </pc:sldMkLst>
        <pc:spChg chg="mod">
          <ac:chgData name="Bryan Sun" userId="851caa7714272873" providerId="LiveId" clId="{1DF0C224-3A3E-55A6-A8D1-F8F2208D385B}" dt="2026-05-20T13:21:30.806" v="1131" actId="2711"/>
          <ac:spMkLst>
            <pc:docMk/>
            <pc:sldMk cId="2014718348" sldId="409"/>
            <ac:spMk id="2" creationId="{42D00FBD-1222-496C-8A0C-0B68A7CB6094}"/>
          </ac:spMkLst>
        </pc:spChg>
        <pc:spChg chg="add mod">
          <ac:chgData name="Bryan Sun" userId="851caa7714272873" providerId="LiveId" clId="{1DF0C224-3A3E-55A6-A8D1-F8F2208D385B}" dt="2026-05-20T13:21:30.806" v="1131" actId="2711"/>
          <ac:spMkLst>
            <pc:docMk/>
            <pc:sldMk cId="2014718348" sldId="409"/>
            <ac:spMk id="5" creationId="{4F1A851E-59D4-5D86-55CF-FB965ED8D9DA}"/>
          </ac:spMkLst>
        </pc:spChg>
        <pc:spChg chg="add mod">
          <ac:chgData name="Bryan Sun" userId="851caa7714272873" providerId="LiveId" clId="{1DF0C224-3A3E-55A6-A8D1-F8F2208D385B}" dt="2026-05-20T13:21:30.806" v="1131" actId="2711"/>
          <ac:spMkLst>
            <pc:docMk/>
            <pc:sldMk cId="2014718348" sldId="409"/>
            <ac:spMk id="6" creationId="{BC17D58F-5ED1-B5CB-7791-1A117BDF019F}"/>
          </ac:spMkLst>
        </pc:spChg>
      </pc:sldChg>
      <pc:sldChg chg="addSp modSp mod modAnim">
        <pc:chgData name="Bryan Sun" userId="851caa7714272873" providerId="LiveId" clId="{1DF0C224-3A3E-55A6-A8D1-F8F2208D385B}" dt="2026-05-23T11:59:05.338" v="1420" actId="113"/>
        <pc:sldMkLst>
          <pc:docMk/>
          <pc:sldMk cId="3797468187" sldId="410"/>
        </pc:sldMkLst>
        <pc:spChg chg="mod">
          <ac:chgData name="Bryan Sun" userId="851caa7714272873" providerId="LiveId" clId="{1DF0C224-3A3E-55A6-A8D1-F8F2208D385B}" dt="2026-05-20T13:09:32.497" v="686" actId="20577"/>
          <ac:spMkLst>
            <pc:docMk/>
            <pc:sldMk cId="3797468187" sldId="41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20T13:12:30.125" v="802" actId="313"/>
          <ac:spMkLst>
            <pc:docMk/>
            <pc:sldMk cId="3797468187" sldId="410"/>
            <ac:spMk id="3" creationId="{364B6489-5513-4724-81F7-F874B8C60D21}"/>
          </ac:spMkLst>
        </pc:spChg>
        <pc:spChg chg="add mod">
          <ac:chgData name="Bryan Sun" userId="851caa7714272873" providerId="LiveId" clId="{1DF0C224-3A3E-55A6-A8D1-F8F2208D385B}" dt="2026-05-23T11:59:05.338" v="1420" actId="113"/>
          <ac:spMkLst>
            <pc:docMk/>
            <pc:sldMk cId="3797468187" sldId="410"/>
            <ac:spMk id="4" creationId="{D5D4EFC3-7B46-4D95-7F7E-A3027E4FF625}"/>
          </ac:spMkLst>
        </pc:spChg>
        <pc:picChg chg="mod">
          <ac:chgData name="Bryan Sun" userId="851caa7714272873" providerId="LiveId" clId="{1DF0C224-3A3E-55A6-A8D1-F8F2208D385B}" dt="2026-05-23T11:58:55.931" v="1418" actId="1076"/>
          <ac:picMkLst>
            <pc:docMk/>
            <pc:sldMk cId="3797468187" sldId="410"/>
            <ac:picMk id="5" creationId="{8F217D6F-36DE-4032-8D8F-BD88950EF99E}"/>
          </ac:picMkLst>
        </pc:picChg>
      </pc:sldChg>
      <pc:sldChg chg="addSp modSp mod">
        <pc:chgData name="Bryan Sun" userId="851caa7714272873" providerId="LiveId" clId="{1DF0C224-3A3E-55A6-A8D1-F8F2208D385B}" dt="2026-05-23T12:01:02.743" v="1430" actId="1035"/>
        <pc:sldMkLst>
          <pc:docMk/>
          <pc:sldMk cId="3793068885" sldId="411"/>
        </pc:sldMkLst>
        <pc:spChg chg="mod">
          <ac:chgData name="Bryan Sun" userId="851caa7714272873" providerId="LiveId" clId="{1DF0C224-3A3E-55A6-A8D1-F8F2208D385B}" dt="2026-05-20T13:13:49.018" v="836" actId="20577"/>
          <ac:spMkLst>
            <pc:docMk/>
            <pc:sldMk cId="3793068885" sldId="411"/>
            <ac:spMk id="2" creationId="{42D00FBD-1222-496C-8A0C-0B68A7CB6094}"/>
          </ac:spMkLst>
        </pc:spChg>
        <pc:spChg chg="add mod">
          <ac:chgData name="Bryan Sun" userId="851caa7714272873" providerId="LiveId" clId="{1DF0C224-3A3E-55A6-A8D1-F8F2208D385B}" dt="2026-05-23T12:00:53.904" v="1426" actId="1036"/>
          <ac:spMkLst>
            <pc:docMk/>
            <pc:sldMk cId="3793068885" sldId="411"/>
            <ac:spMk id="3" creationId="{CF1FE6F0-46E8-0FCB-4238-AA9E8B400FFF}"/>
          </ac:spMkLst>
        </pc:spChg>
        <pc:spChg chg="add mod">
          <ac:chgData name="Bryan Sun" userId="851caa7714272873" providerId="LiveId" clId="{1DF0C224-3A3E-55A6-A8D1-F8F2208D385B}" dt="2026-05-23T12:01:02.743" v="1430" actId="1035"/>
          <ac:spMkLst>
            <pc:docMk/>
            <pc:sldMk cId="3793068885" sldId="411"/>
            <ac:spMk id="4" creationId="{23EC3B4E-40CF-2837-F344-D43F52F6199F}"/>
          </ac:spMkLst>
        </pc:spChg>
      </pc:sldChg>
      <pc:sldChg chg="modSp">
        <pc:chgData name="Bryan Sun" userId="851caa7714272873" providerId="LiveId" clId="{1DF0C224-3A3E-55A6-A8D1-F8F2208D385B}" dt="2026-05-20T13:15:44.903" v="915" actId="20577"/>
        <pc:sldMkLst>
          <pc:docMk/>
          <pc:sldMk cId="1549084672" sldId="412"/>
        </pc:sldMkLst>
        <pc:spChg chg="mod">
          <ac:chgData name="Bryan Sun" userId="851caa7714272873" providerId="LiveId" clId="{1DF0C224-3A3E-55A6-A8D1-F8F2208D385B}" dt="2026-05-20T13:14:11.069" v="845" actId="2711"/>
          <ac:spMkLst>
            <pc:docMk/>
            <pc:sldMk cId="1549084672" sldId="41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20T13:15:44.903" v="915" actId="20577"/>
          <ac:spMkLst>
            <pc:docMk/>
            <pc:sldMk cId="1549084672" sldId="412"/>
            <ac:spMk id="5" creationId="{58D71E5E-CC83-440A-ACBD-0300283FD6EA}"/>
          </ac:spMkLst>
        </pc:spChg>
      </pc:sldChg>
      <pc:sldChg chg="modSp mod">
        <pc:chgData name="Bryan Sun" userId="851caa7714272873" providerId="LiveId" clId="{1DF0C224-3A3E-55A6-A8D1-F8F2208D385B}" dt="2026-05-19T13:04:43.724" v="410" actId="2711"/>
        <pc:sldMkLst>
          <pc:docMk/>
          <pc:sldMk cId="480933744" sldId="413"/>
        </pc:sldMkLst>
        <pc:spChg chg="mod">
          <ac:chgData name="Bryan Sun" userId="851caa7714272873" providerId="LiveId" clId="{1DF0C224-3A3E-55A6-A8D1-F8F2208D385B}" dt="2026-05-19T13:04:43.724" v="410" actId="2711"/>
          <ac:spMkLst>
            <pc:docMk/>
            <pc:sldMk cId="480933744" sldId="41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9T13:04:43.724" v="410" actId="2711"/>
          <ac:spMkLst>
            <pc:docMk/>
            <pc:sldMk cId="480933744" sldId="413"/>
            <ac:spMk id="5" creationId="{58D71E5E-CC83-440A-ACBD-0300283FD6EA}"/>
          </ac:spMkLst>
        </pc:spChg>
      </pc:sldChg>
      <pc:sldChg chg="addSp modSp mod modAnim">
        <pc:chgData name="Bryan Sun" userId="851caa7714272873" providerId="LiveId" clId="{1DF0C224-3A3E-55A6-A8D1-F8F2208D385B}" dt="2026-05-20T13:20:41.379" v="1130"/>
        <pc:sldMkLst>
          <pc:docMk/>
          <pc:sldMk cId="1540918619" sldId="414"/>
        </pc:sldMkLst>
        <pc:spChg chg="mod">
          <ac:chgData name="Bryan Sun" userId="851caa7714272873" providerId="LiveId" clId="{1DF0C224-3A3E-55A6-A8D1-F8F2208D385B}" dt="2026-05-19T12:56:39.022" v="345" actId="2711"/>
          <ac:spMkLst>
            <pc:docMk/>
            <pc:sldMk cId="1540918619" sldId="414"/>
            <ac:spMk id="2" creationId="{42D00FBD-1222-496C-8A0C-0B68A7CB6094}"/>
          </ac:spMkLst>
        </pc:spChg>
        <pc:spChg chg="add mod">
          <ac:chgData name="Bryan Sun" userId="851caa7714272873" providerId="LiveId" clId="{1DF0C224-3A3E-55A6-A8D1-F8F2208D385B}" dt="2026-05-19T13:00:55.230" v="405" actId="207"/>
          <ac:spMkLst>
            <pc:docMk/>
            <pc:sldMk cId="1540918619" sldId="414"/>
            <ac:spMk id="5" creationId="{95697627-D59F-54C6-421E-4B2275C001F0}"/>
          </ac:spMkLst>
        </pc:spChg>
        <pc:spChg chg="add mod">
          <ac:chgData name="Bryan Sun" userId="851caa7714272873" providerId="LiveId" clId="{1DF0C224-3A3E-55A6-A8D1-F8F2208D385B}" dt="2026-05-19T13:01:16.239" v="406" actId="207"/>
          <ac:spMkLst>
            <pc:docMk/>
            <pc:sldMk cId="1540918619" sldId="414"/>
            <ac:spMk id="6" creationId="{1A65B850-35E4-0F29-2DCB-B9E372E19FA7}"/>
          </ac:spMkLst>
        </pc:spChg>
      </pc:sldChg>
      <pc:sldChg chg="modSp">
        <pc:chgData name="Bryan Sun" userId="851caa7714272873" providerId="LiveId" clId="{1DF0C224-3A3E-55A6-A8D1-F8F2208D385B}" dt="2026-05-19T13:03:15.305" v="408" actId="2711"/>
        <pc:sldMkLst>
          <pc:docMk/>
          <pc:sldMk cId="1377567064" sldId="415"/>
        </pc:sldMkLst>
        <pc:spChg chg="mod">
          <ac:chgData name="Bryan Sun" userId="851caa7714272873" providerId="LiveId" clId="{1DF0C224-3A3E-55A6-A8D1-F8F2208D385B}" dt="2026-05-19T13:03:15.305" v="408" actId="2711"/>
          <ac:spMkLst>
            <pc:docMk/>
            <pc:sldMk cId="1377567064" sldId="41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9T13:03:15.305" v="408" actId="2711"/>
          <ac:spMkLst>
            <pc:docMk/>
            <pc:sldMk cId="1377567064" sldId="415"/>
            <ac:spMk id="3" creationId="{364B6489-5513-4724-81F7-F874B8C60D21}"/>
          </ac:spMkLst>
        </pc:spChg>
      </pc:sldChg>
      <pc:sldChg chg="modSp">
        <pc:chgData name="Bryan Sun" userId="851caa7714272873" providerId="LiveId" clId="{1DF0C224-3A3E-55A6-A8D1-F8F2208D385B}" dt="2026-05-19T13:04:06.175" v="409" actId="2711"/>
        <pc:sldMkLst>
          <pc:docMk/>
          <pc:sldMk cId="1808687503" sldId="416"/>
        </pc:sldMkLst>
        <pc:spChg chg="mod">
          <ac:chgData name="Bryan Sun" userId="851caa7714272873" providerId="LiveId" clId="{1DF0C224-3A3E-55A6-A8D1-F8F2208D385B}" dt="2026-05-19T13:04:06.175" v="409" actId="2711"/>
          <ac:spMkLst>
            <pc:docMk/>
            <pc:sldMk cId="1808687503" sldId="416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9T13:04:06.175" v="409" actId="2711"/>
          <ac:spMkLst>
            <pc:docMk/>
            <pc:sldMk cId="1808687503" sldId="416"/>
            <ac:spMk id="3" creationId="{364B6489-5513-4724-81F7-F874B8C60D21}"/>
          </ac:spMkLst>
        </pc:spChg>
      </pc:sldChg>
      <pc:sldChg chg="addSp delSp modSp mod modAnim">
        <pc:chgData name="Bryan Sun" userId="851caa7714272873" providerId="LiveId" clId="{1DF0C224-3A3E-55A6-A8D1-F8F2208D385B}" dt="2026-05-23T11:39:05.070" v="1409"/>
        <pc:sldMkLst>
          <pc:docMk/>
          <pc:sldMk cId="1251231506" sldId="417"/>
        </pc:sldMkLst>
        <pc:spChg chg="mod">
          <ac:chgData name="Bryan Sun" userId="851caa7714272873" providerId="LiveId" clId="{1DF0C224-3A3E-55A6-A8D1-F8F2208D385B}" dt="2026-05-23T11:33:38.672" v="1398" actId="1076"/>
          <ac:spMkLst>
            <pc:docMk/>
            <pc:sldMk cId="1251231506" sldId="417"/>
            <ac:spMk id="2" creationId="{42D00FBD-1222-496C-8A0C-0B68A7CB6094}"/>
          </ac:spMkLst>
        </pc:spChg>
        <pc:spChg chg="add mod">
          <ac:chgData name="Bryan Sun" userId="851caa7714272873" providerId="LiveId" clId="{1DF0C224-3A3E-55A6-A8D1-F8F2208D385B}" dt="2026-05-23T11:29:14.116" v="1349" actId="1035"/>
          <ac:spMkLst>
            <pc:docMk/>
            <pc:sldMk cId="1251231506" sldId="417"/>
            <ac:spMk id="3" creationId="{59FB8100-DBF4-4917-5515-F15FC532D811}"/>
          </ac:spMkLst>
        </pc:spChg>
        <pc:spChg chg="add mod">
          <ac:chgData name="Bryan Sun" userId="851caa7714272873" providerId="LiveId" clId="{1DF0C224-3A3E-55A6-A8D1-F8F2208D385B}" dt="2026-05-23T11:29:14.116" v="1349" actId="1035"/>
          <ac:spMkLst>
            <pc:docMk/>
            <pc:sldMk cId="1251231506" sldId="417"/>
            <ac:spMk id="4" creationId="{77806AD8-CB39-1744-BFA4-A7DF3CDB3F25}"/>
          </ac:spMkLst>
        </pc:spChg>
        <pc:spChg chg="add mod">
          <ac:chgData name="Bryan Sun" userId="851caa7714272873" providerId="LiveId" clId="{1DF0C224-3A3E-55A6-A8D1-F8F2208D385B}" dt="2026-05-23T11:29:14.116" v="1349" actId="1035"/>
          <ac:spMkLst>
            <pc:docMk/>
            <pc:sldMk cId="1251231506" sldId="417"/>
            <ac:spMk id="5" creationId="{05FF9AD2-D5F5-DDF9-18D4-43BD92FD6C0F}"/>
          </ac:spMkLst>
        </pc:spChg>
        <pc:spChg chg="add mod">
          <ac:chgData name="Bryan Sun" userId="851caa7714272873" providerId="LiveId" clId="{1DF0C224-3A3E-55A6-A8D1-F8F2208D385B}" dt="2026-05-23T11:29:14.116" v="1349" actId="1035"/>
          <ac:spMkLst>
            <pc:docMk/>
            <pc:sldMk cId="1251231506" sldId="417"/>
            <ac:spMk id="7" creationId="{291CE59B-C179-D356-4142-444E346070E2}"/>
          </ac:spMkLst>
        </pc:spChg>
        <pc:spChg chg="add mod">
          <ac:chgData name="Bryan Sun" userId="851caa7714272873" providerId="LiveId" clId="{1DF0C224-3A3E-55A6-A8D1-F8F2208D385B}" dt="2026-05-23T11:29:52.538" v="1354" actId="1076"/>
          <ac:spMkLst>
            <pc:docMk/>
            <pc:sldMk cId="1251231506" sldId="417"/>
            <ac:spMk id="8" creationId="{91875E61-3F6F-49C9-E293-216DFFA720A7}"/>
          </ac:spMkLst>
        </pc:spChg>
        <pc:spChg chg="add mod">
          <ac:chgData name="Bryan Sun" userId="851caa7714272873" providerId="LiveId" clId="{1DF0C224-3A3E-55A6-A8D1-F8F2208D385B}" dt="2026-05-23T11:31:03.733" v="1366" actId="20577"/>
          <ac:spMkLst>
            <pc:docMk/>
            <pc:sldMk cId="1251231506" sldId="417"/>
            <ac:spMk id="9" creationId="{6EE818FB-25FF-C0CD-1539-BD100F62AFA2}"/>
          </ac:spMkLst>
        </pc:spChg>
        <pc:spChg chg="add mod">
          <ac:chgData name="Bryan Sun" userId="851caa7714272873" providerId="LiveId" clId="{1DF0C224-3A3E-55A6-A8D1-F8F2208D385B}" dt="2026-05-23T11:31:55.584" v="1389" actId="1076"/>
          <ac:spMkLst>
            <pc:docMk/>
            <pc:sldMk cId="1251231506" sldId="417"/>
            <ac:spMk id="10" creationId="{D79CB703-F177-2E3B-1097-C81105D1AF4E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13" creationId="{B2718CEF-31C5-6137-E0DB-4949469945B9}"/>
          </ac:spMkLst>
        </pc:spChg>
        <pc:spChg chg="add del mod">
          <ac:chgData name="Bryan Sun" userId="851caa7714272873" providerId="LiveId" clId="{1DF0C224-3A3E-55A6-A8D1-F8F2208D385B}" dt="2026-05-23T11:22:43.416" v="1305" actId="478"/>
          <ac:spMkLst>
            <pc:docMk/>
            <pc:sldMk cId="1251231506" sldId="417"/>
            <ac:spMk id="14" creationId="{B3D47A91-3362-371C-BD0C-14E040884549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17" creationId="{8D737EFF-F3A5-5727-A13D-442531457417}"/>
          </ac:spMkLst>
        </pc:spChg>
        <pc:spChg chg="add del mod">
          <ac:chgData name="Bryan Sun" userId="851caa7714272873" providerId="LiveId" clId="{1DF0C224-3A3E-55A6-A8D1-F8F2208D385B}" dt="2026-05-23T11:25:14.380" v="1313" actId="478"/>
          <ac:spMkLst>
            <pc:docMk/>
            <pc:sldMk cId="1251231506" sldId="417"/>
            <ac:spMk id="18" creationId="{012D578C-357E-E6E6-6539-A402655C868C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21" creationId="{926101DD-24FE-8C1E-DFB1-236758C57A25}"/>
          </ac:spMkLst>
        </pc:spChg>
        <pc:spChg chg="add mod">
          <ac:chgData name="Bryan Sun" userId="851caa7714272873" providerId="LiveId" clId="{1DF0C224-3A3E-55A6-A8D1-F8F2208D385B}" dt="2026-05-23T11:24:40.507" v="1311" actId="571"/>
          <ac:spMkLst>
            <pc:docMk/>
            <pc:sldMk cId="1251231506" sldId="417"/>
            <ac:spMk id="22" creationId="{0560AB86-95EC-85E4-ED2B-485C19B0FA26}"/>
          </ac:spMkLst>
        </pc:spChg>
        <pc:spChg chg="add mod">
          <ac:chgData name="Bryan Sun" userId="851caa7714272873" providerId="LiveId" clId="{1DF0C224-3A3E-55A6-A8D1-F8F2208D385B}" dt="2026-05-23T11:24:40.507" v="1311" actId="571"/>
          <ac:spMkLst>
            <pc:docMk/>
            <pc:sldMk cId="1251231506" sldId="417"/>
            <ac:spMk id="25" creationId="{FC85A4E3-1A31-CC92-AAA9-AF9DA503C303}"/>
          </ac:spMkLst>
        </pc:spChg>
        <pc:spChg chg="add del mod">
          <ac:chgData name="Bryan Sun" userId="851caa7714272873" providerId="LiveId" clId="{1DF0C224-3A3E-55A6-A8D1-F8F2208D385B}" dt="2026-05-23T11:27:53.333" v="1328" actId="478"/>
          <ac:spMkLst>
            <pc:docMk/>
            <pc:sldMk cId="1251231506" sldId="417"/>
            <ac:spMk id="26" creationId="{50B6F0C0-8094-DC36-72F9-6DF35A63B739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29" creationId="{F69CD3A5-56FD-9C16-0ECA-F79F08AF3454}"/>
          </ac:spMkLst>
        </pc:spChg>
        <pc:spChg chg="add del mod">
          <ac:chgData name="Bryan Sun" userId="851caa7714272873" providerId="LiveId" clId="{1DF0C224-3A3E-55A6-A8D1-F8F2208D385B}" dt="2026-05-23T11:29:42.258" v="1353" actId="478"/>
          <ac:spMkLst>
            <pc:docMk/>
            <pc:sldMk cId="1251231506" sldId="417"/>
            <ac:spMk id="30" creationId="{315AE814-4B12-14DD-9632-9776D89D2C8D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33" creationId="{21F33078-BB11-B7AC-C505-F7E3AC0CC508}"/>
          </ac:spMkLst>
        </pc:spChg>
        <pc:spChg chg="add del mod">
          <ac:chgData name="Bryan Sun" userId="851caa7714272873" providerId="LiveId" clId="{1DF0C224-3A3E-55A6-A8D1-F8F2208D385B}" dt="2026-05-23T11:30:31.965" v="1359" actId="478"/>
          <ac:spMkLst>
            <pc:docMk/>
            <pc:sldMk cId="1251231506" sldId="417"/>
            <ac:spMk id="34" creationId="{9B3841D6-2E34-440A-B28F-69E7E8D6501F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37" creationId="{A88A85C9-150B-47F7-3B32-9582F9DBC456}"/>
          </ac:spMkLst>
        </pc:spChg>
        <pc:spChg chg="add del mod">
          <ac:chgData name="Bryan Sun" userId="851caa7714272873" providerId="LiveId" clId="{1DF0C224-3A3E-55A6-A8D1-F8F2208D385B}" dt="2026-05-23T11:31:47.793" v="1388" actId="478"/>
          <ac:spMkLst>
            <pc:docMk/>
            <pc:sldMk cId="1251231506" sldId="417"/>
            <ac:spMk id="38" creationId="{65575076-8FA5-17DA-7507-ACF4174EC1C4}"/>
          </ac:spMkLst>
        </pc:spChg>
        <pc:spChg chg="add mod">
          <ac:chgData name="Bryan Sun" userId="851caa7714272873" providerId="LiveId" clId="{1DF0C224-3A3E-55A6-A8D1-F8F2208D385B}" dt="2026-05-23T11:32:46.571" v="1393" actId="404"/>
          <ac:spMkLst>
            <pc:docMk/>
            <pc:sldMk cId="1251231506" sldId="417"/>
            <ac:spMk id="41" creationId="{C5CCEEE8-5F18-A75E-037C-D89627AEA225}"/>
          </ac:spMkLst>
        </pc:spChg>
        <pc:graphicFrameChg chg="add mod modGraphic">
          <ac:chgData name="Bryan Sun" userId="851caa7714272873" providerId="LiveId" clId="{1DF0C224-3A3E-55A6-A8D1-F8F2208D385B}" dt="2026-05-23T11:29:14.116" v="1349" actId="1035"/>
          <ac:graphicFrameMkLst>
            <pc:docMk/>
            <pc:sldMk cId="1251231506" sldId="417"/>
            <ac:graphicFrameMk id="11" creationId="{3E3FAE6D-4E7B-35B8-38B9-D5D316520408}"/>
          </ac:graphicFrameMkLst>
        </pc:graphicFrameChg>
        <pc:graphicFrameChg chg="add mod modGraphic">
          <ac:chgData name="Bryan Sun" userId="851caa7714272873" providerId="LiveId" clId="{1DF0C224-3A3E-55A6-A8D1-F8F2208D385B}" dt="2026-05-23T11:29:14.116" v="1349" actId="1035"/>
          <ac:graphicFrameMkLst>
            <pc:docMk/>
            <pc:sldMk cId="1251231506" sldId="417"/>
            <ac:graphicFrameMk id="15" creationId="{89B552F9-96D3-C9CE-F988-2B3B8C0F7BAE}"/>
          </ac:graphicFrameMkLst>
        </pc:graphicFrameChg>
        <pc:graphicFrameChg chg="add mod modGraphic">
          <ac:chgData name="Bryan Sun" userId="851caa7714272873" providerId="LiveId" clId="{1DF0C224-3A3E-55A6-A8D1-F8F2208D385B}" dt="2026-05-23T11:28:14.915" v="1330" actId="1076"/>
          <ac:graphicFrameMkLst>
            <pc:docMk/>
            <pc:sldMk cId="1251231506" sldId="417"/>
            <ac:graphicFrameMk id="19" creationId="{94DA1627-C293-31C8-491C-61B1814EDE71}"/>
          </ac:graphicFrameMkLst>
        </pc:graphicFrameChg>
        <pc:graphicFrameChg chg="add mod">
          <ac:chgData name="Bryan Sun" userId="851caa7714272873" providerId="LiveId" clId="{1DF0C224-3A3E-55A6-A8D1-F8F2208D385B}" dt="2026-05-23T11:24:40.507" v="1311" actId="571"/>
          <ac:graphicFrameMkLst>
            <pc:docMk/>
            <pc:sldMk cId="1251231506" sldId="417"/>
            <ac:graphicFrameMk id="23" creationId="{F75F5D91-B3CE-F83E-09D5-E7F926A7F0CD}"/>
          </ac:graphicFrameMkLst>
        </pc:graphicFrameChg>
        <pc:graphicFrameChg chg="add mod modGraphic">
          <ac:chgData name="Bryan Sun" userId="851caa7714272873" providerId="LiveId" clId="{1DF0C224-3A3E-55A6-A8D1-F8F2208D385B}" dt="2026-05-23T11:29:00.927" v="1339" actId="20577"/>
          <ac:graphicFrameMkLst>
            <pc:docMk/>
            <pc:sldMk cId="1251231506" sldId="417"/>
            <ac:graphicFrameMk id="27" creationId="{B9B3012B-7BB3-95A1-6912-744E788C83A3}"/>
          </ac:graphicFrameMkLst>
        </pc:graphicFrameChg>
        <pc:graphicFrameChg chg="add mod modGraphic">
          <ac:chgData name="Bryan Sun" userId="851caa7714272873" providerId="LiveId" clId="{1DF0C224-3A3E-55A6-A8D1-F8F2208D385B}" dt="2026-05-23T11:29:59.887" v="1356" actId="20577"/>
          <ac:graphicFrameMkLst>
            <pc:docMk/>
            <pc:sldMk cId="1251231506" sldId="417"/>
            <ac:graphicFrameMk id="31" creationId="{17E01B7D-BBCF-8095-E846-0E3062BD2F8B}"/>
          </ac:graphicFrameMkLst>
        </pc:graphicFrameChg>
        <pc:graphicFrameChg chg="add mod modGraphic">
          <ac:chgData name="Bryan Sun" userId="851caa7714272873" providerId="LiveId" clId="{1DF0C224-3A3E-55A6-A8D1-F8F2208D385B}" dt="2026-05-23T11:30:58.553" v="1364" actId="20577"/>
          <ac:graphicFrameMkLst>
            <pc:docMk/>
            <pc:sldMk cId="1251231506" sldId="417"/>
            <ac:graphicFrameMk id="35" creationId="{85793FDC-5588-AAA0-CAA1-571C864DFAF1}"/>
          </ac:graphicFrameMkLst>
        </pc:graphicFrameChg>
        <pc:graphicFrameChg chg="add mod modGraphic">
          <ac:chgData name="Bryan Sun" userId="851caa7714272873" providerId="LiveId" clId="{1DF0C224-3A3E-55A6-A8D1-F8F2208D385B}" dt="2026-05-23T11:31:58.382" v="1390" actId="6549"/>
          <ac:graphicFrameMkLst>
            <pc:docMk/>
            <pc:sldMk cId="1251231506" sldId="417"/>
            <ac:graphicFrameMk id="39" creationId="{A2046966-81DD-5F39-7DCB-BAC88A7251F5}"/>
          </ac:graphicFrameMkLst>
        </pc:graphicFrameChg>
        <pc:picChg chg="del mod">
          <ac:chgData name="Bryan Sun" userId="851caa7714272873" providerId="LiveId" clId="{1DF0C224-3A3E-55A6-A8D1-F8F2208D385B}" dt="2026-05-23T11:25:49.641" v="1317" actId="21"/>
          <ac:picMkLst>
            <pc:docMk/>
            <pc:sldMk cId="1251231506" sldId="417"/>
            <ac:picMk id="6" creationId="{C027FFA8-C95E-49E9-8454-F7B0FBA76D19}"/>
          </ac:picMkLst>
        </pc:picChg>
        <pc:cxnChg chg="add mod">
          <ac:chgData name="Bryan Sun" userId="851caa7714272873" providerId="LiveId" clId="{1DF0C224-3A3E-55A6-A8D1-F8F2208D385B}" dt="2026-05-23T11:20:09.655" v="1268" actId="1076"/>
          <ac:cxnSpMkLst>
            <pc:docMk/>
            <pc:sldMk cId="1251231506" sldId="417"/>
            <ac:cxnSpMk id="12" creationId="{5F3648FA-F72F-B6BF-1101-7E4A34137C22}"/>
          </ac:cxnSpMkLst>
        </pc:cxnChg>
        <pc:cxnChg chg="add mod">
          <ac:chgData name="Bryan Sun" userId="851caa7714272873" providerId="LiveId" clId="{1DF0C224-3A3E-55A6-A8D1-F8F2208D385B}" dt="2026-05-23T11:22:33.121" v="1302" actId="1076"/>
          <ac:cxnSpMkLst>
            <pc:docMk/>
            <pc:sldMk cId="1251231506" sldId="417"/>
            <ac:cxnSpMk id="16" creationId="{0C92E3FB-5A30-0FBF-EF35-EDD857BA703F}"/>
          </ac:cxnSpMkLst>
        </pc:cxnChg>
        <pc:cxnChg chg="add mod">
          <ac:chgData name="Bryan Sun" userId="851caa7714272873" providerId="LiveId" clId="{1DF0C224-3A3E-55A6-A8D1-F8F2208D385B}" dt="2026-05-23T11:27:36.760" v="1326" actId="1076"/>
          <ac:cxnSpMkLst>
            <pc:docMk/>
            <pc:sldMk cId="1251231506" sldId="417"/>
            <ac:cxnSpMk id="20" creationId="{9FEF6F57-B2B3-CDEB-175D-4F45153277E0}"/>
          </ac:cxnSpMkLst>
        </pc:cxnChg>
        <pc:cxnChg chg="add mod">
          <ac:chgData name="Bryan Sun" userId="851caa7714272873" providerId="LiveId" clId="{1DF0C224-3A3E-55A6-A8D1-F8F2208D385B}" dt="2026-05-23T11:24:40.507" v="1311" actId="571"/>
          <ac:cxnSpMkLst>
            <pc:docMk/>
            <pc:sldMk cId="1251231506" sldId="417"/>
            <ac:cxnSpMk id="24" creationId="{162FD5FF-8285-E8DA-3446-DF867780E020}"/>
          </ac:cxnSpMkLst>
        </pc:cxnChg>
        <pc:cxnChg chg="add mod">
          <ac:chgData name="Bryan Sun" userId="851caa7714272873" providerId="LiveId" clId="{1DF0C224-3A3E-55A6-A8D1-F8F2208D385B}" dt="2026-05-23T11:28:55.177" v="1338" actId="1037"/>
          <ac:cxnSpMkLst>
            <pc:docMk/>
            <pc:sldMk cId="1251231506" sldId="417"/>
            <ac:cxnSpMk id="28" creationId="{E0C21472-0059-49BF-EB9B-19A2C229CAAA}"/>
          </ac:cxnSpMkLst>
        </pc:cxnChg>
        <pc:cxnChg chg="add mod">
          <ac:chgData name="Bryan Sun" userId="851caa7714272873" providerId="LiveId" clId="{1DF0C224-3A3E-55A6-A8D1-F8F2208D385B}" dt="2026-05-23T11:29:35.546" v="1352" actId="1076"/>
          <ac:cxnSpMkLst>
            <pc:docMk/>
            <pc:sldMk cId="1251231506" sldId="417"/>
            <ac:cxnSpMk id="32" creationId="{3726B999-5887-DF43-CEA9-5BFA81C789D5}"/>
          </ac:cxnSpMkLst>
        </pc:cxnChg>
        <pc:cxnChg chg="add mod">
          <ac:chgData name="Bryan Sun" userId="851caa7714272873" providerId="LiveId" clId="{1DF0C224-3A3E-55A6-A8D1-F8F2208D385B}" dt="2026-05-23T11:30:52.346" v="1361" actId="1076"/>
          <ac:cxnSpMkLst>
            <pc:docMk/>
            <pc:sldMk cId="1251231506" sldId="417"/>
            <ac:cxnSpMk id="36" creationId="{FCCE2D8D-ABDF-3700-71E9-D7AB652F0ACE}"/>
          </ac:cxnSpMkLst>
        </pc:cxnChg>
        <pc:cxnChg chg="add mod">
          <ac:chgData name="Bryan Sun" userId="851caa7714272873" providerId="LiveId" clId="{1DF0C224-3A3E-55A6-A8D1-F8F2208D385B}" dt="2026-05-23T11:31:43.264" v="1387" actId="1035"/>
          <ac:cxnSpMkLst>
            <pc:docMk/>
            <pc:sldMk cId="1251231506" sldId="417"/>
            <ac:cxnSpMk id="40" creationId="{89C0C73E-3034-A08A-72B6-1D8EB1F4FDC8}"/>
          </ac:cxnSpMkLst>
        </pc:cxnChg>
      </pc:sldChg>
      <pc:sldChg chg="addSp modSp mod modAnim">
        <pc:chgData name="Bryan Sun" userId="851caa7714272873" providerId="LiveId" clId="{1DF0C224-3A3E-55A6-A8D1-F8F2208D385B}" dt="2026-05-20T13:16:53.081" v="918" actId="120"/>
        <pc:sldMkLst>
          <pc:docMk/>
          <pc:sldMk cId="94694343" sldId="418"/>
        </pc:sldMkLst>
        <pc:spChg chg="add mod">
          <ac:chgData name="Bryan Sun" userId="851caa7714272873" providerId="LiveId" clId="{1DF0C224-3A3E-55A6-A8D1-F8F2208D385B}" dt="2026-05-20T13:16:53.081" v="918" actId="120"/>
          <ac:spMkLst>
            <pc:docMk/>
            <pc:sldMk cId="94694343" sldId="418"/>
            <ac:spMk id="3" creationId="{E0380979-EA0B-DA08-49EC-151440EC53B4}"/>
          </ac:spMkLst>
        </pc:spChg>
        <pc:spChg chg="add mod">
          <ac:chgData name="Bryan Sun" userId="851caa7714272873" providerId="LiveId" clId="{1DF0C224-3A3E-55A6-A8D1-F8F2208D385B}" dt="2026-05-20T13:16:41.306" v="917" actId="2711"/>
          <ac:spMkLst>
            <pc:docMk/>
            <pc:sldMk cId="94694343" sldId="418"/>
            <ac:spMk id="4" creationId="{DC47A0AB-13C2-CCCD-F540-AD658B74A08C}"/>
          </ac:spMkLst>
        </pc:spChg>
        <pc:spChg chg="add mod">
          <ac:chgData name="Bryan Sun" userId="851caa7714272873" providerId="LiveId" clId="{1DF0C224-3A3E-55A6-A8D1-F8F2208D385B}" dt="2026-05-20T13:16:41.306" v="917" actId="2711"/>
          <ac:spMkLst>
            <pc:docMk/>
            <pc:sldMk cId="94694343" sldId="418"/>
            <ac:spMk id="5" creationId="{A5A2B9BA-E7BF-05A3-5E3C-27F89D0AFD11}"/>
          </ac:spMkLst>
        </pc:spChg>
        <pc:spChg chg="add mod">
          <ac:chgData name="Bryan Sun" userId="851caa7714272873" providerId="LiveId" clId="{1DF0C224-3A3E-55A6-A8D1-F8F2208D385B}" dt="2026-05-20T13:16:41.306" v="917" actId="2711"/>
          <ac:spMkLst>
            <pc:docMk/>
            <pc:sldMk cId="94694343" sldId="418"/>
            <ac:spMk id="6" creationId="{E99D11E1-918E-75CF-B807-3ADE22E2798B}"/>
          </ac:spMkLst>
        </pc:spChg>
      </pc:sldChg>
      <pc:sldChg chg="addSp modSp mod modAnim">
        <pc:chgData name="Bryan Sun" userId="851caa7714272873" providerId="LiveId" clId="{1DF0C224-3A3E-55A6-A8D1-F8F2208D385B}" dt="2026-05-20T13:13:31.800" v="832" actId="14100"/>
        <pc:sldMkLst>
          <pc:docMk/>
          <pc:sldMk cId="1966531757" sldId="419"/>
        </pc:sldMkLst>
        <pc:spChg chg="mod">
          <ac:chgData name="Bryan Sun" userId="851caa7714272873" providerId="LiveId" clId="{1DF0C224-3A3E-55A6-A8D1-F8F2208D385B}" dt="2026-05-20T13:12:44.681" v="804" actId="20577"/>
          <ac:spMkLst>
            <pc:docMk/>
            <pc:sldMk cId="1966531757" sldId="419"/>
            <ac:spMk id="2" creationId="{42D00FBD-1222-496C-8A0C-0B68A7CB6094}"/>
          </ac:spMkLst>
        </pc:spChg>
        <pc:spChg chg="add mod">
          <ac:chgData name="Bryan Sun" userId="851caa7714272873" providerId="LiveId" clId="{1DF0C224-3A3E-55A6-A8D1-F8F2208D385B}" dt="2026-05-20T13:13:08.175" v="813" actId="20577"/>
          <ac:spMkLst>
            <pc:docMk/>
            <pc:sldMk cId="1966531757" sldId="419"/>
            <ac:spMk id="3" creationId="{B1C43913-27EA-D01B-B82C-751C1910CF8C}"/>
          </ac:spMkLst>
        </pc:spChg>
        <pc:spChg chg="add mod">
          <ac:chgData name="Bryan Sun" userId="851caa7714272873" providerId="LiveId" clId="{1DF0C224-3A3E-55A6-A8D1-F8F2208D385B}" dt="2026-05-20T13:13:31.800" v="832" actId="14100"/>
          <ac:spMkLst>
            <pc:docMk/>
            <pc:sldMk cId="1966531757" sldId="419"/>
            <ac:spMk id="5" creationId="{B336D05D-C1F6-DE02-3949-76659C7EEF8C}"/>
          </ac:spMkLst>
        </pc:spChg>
      </pc:sldChg>
      <pc:sldChg chg="modSp mod">
        <pc:chgData name="Bryan Sun" userId="851caa7714272873" providerId="LiveId" clId="{1DF0C224-3A3E-55A6-A8D1-F8F2208D385B}" dt="2026-05-19T12:55:08.418" v="338" actId="20577"/>
        <pc:sldMkLst>
          <pc:docMk/>
          <pc:sldMk cId="2092753689" sldId="420"/>
        </pc:sldMkLst>
        <pc:spChg chg="mod">
          <ac:chgData name="Bryan Sun" userId="851caa7714272873" providerId="LiveId" clId="{1DF0C224-3A3E-55A6-A8D1-F8F2208D385B}" dt="2026-05-19T12:55:08.418" v="338" actId="20577"/>
          <ac:spMkLst>
            <pc:docMk/>
            <pc:sldMk cId="2092753689" sldId="420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5-19T12:43:26.223" v="10" actId="121"/>
          <ac:spMkLst>
            <pc:docMk/>
            <pc:sldMk cId="2092753689" sldId="420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5-19T13:05:32.561" v="418" actId="2711"/>
        <pc:sldMkLst>
          <pc:docMk/>
          <pc:sldMk cId="2541760277" sldId="421"/>
        </pc:sldMkLst>
        <pc:spChg chg="mod">
          <ac:chgData name="Bryan Sun" userId="851caa7714272873" providerId="LiveId" clId="{1DF0C224-3A3E-55A6-A8D1-F8F2208D385B}" dt="2026-05-19T13:05:32.561" v="418" actId="2711"/>
          <ac:spMkLst>
            <pc:docMk/>
            <pc:sldMk cId="2541760277" sldId="421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5-19T13:05:22.622" v="417" actId="121"/>
          <ac:spMkLst>
            <pc:docMk/>
            <pc:sldMk cId="2541760277" sldId="421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5-19T13:04:59.190" v="411" actId="2711"/>
        <pc:sldMkLst>
          <pc:docMk/>
          <pc:sldMk cId="3868400579" sldId="422"/>
        </pc:sldMkLst>
        <pc:spChg chg="mod">
          <ac:chgData name="Bryan Sun" userId="851caa7714272873" providerId="LiveId" clId="{1DF0C224-3A3E-55A6-A8D1-F8F2208D385B}" dt="2026-05-19T13:04:59.190" v="411" actId="2711"/>
          <ac:spMkLst>
            <pc:docMk/>
            <pc:sldMk cId="3868400579" sldId="42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19T13:04:59.190" v="411" actId="2711"/>
          <ac:spMkLst>
            <pc:docMk/>
            <pc:sldMk cId="3868400579" sldId="422"/>
            <ac:spMk id="5" creationId="{58D71E5E-CC83-440A-ACBD-0300283FD6EA}"/>
          </ac:spMkLst>
        </pc:spChg>
      </pc:sldChg>
      <pc:sldChg chg="modSp mod">
        <pc:chgData name="Bryan Sun" userId="851caa7714272873" providerId="LiveId" clId="{1DF0C224-3A3E-55A6-A8D1-F8F2208D385B}" dt="2026-05-20T13:15:28.833" v="913" actId="20577"/>
        <pc:sldMkLst>
          <pc:docMk/>
          <pc:sldMk cId="2197944444" sldId="423"/>
        </pc:sldMkLst>
        <pc:spChg chg="mod">
          <ac:chgData name="Bryan Sun" userId="851caa7714272873" providerId="LiveId" clId="{1DF0C224-3A3E-55A6-A8D1-F8F2208D385B}" dt="2026-05-20T13:14:32.953" v="855" actId="2711"/>
          <ac:spMkLst>
            <pc:docMk/>
            <pc:sldMk cId="2197944444" sldId="42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20T13:15:28.833" v="913" actId="20577"/>
          <ac:spMkLst>
            <pc:docMk/>
            <pc:sldMk cId="2197944444" sldId="423"/>
            <ac:spMk id="5" creationId="{58D71E5E-CC83-440A-ACBD-0300283FD6EA}"/>
          </ac:spMkLst>
        </pc:spChg>
      </pc:sldChg>
      <pc:sldChg chg="modSp mod">
        <pc:chgData name="Bryan Sun" userId="851caa7714272873" providerId="LiveId" clId="{1DF0C224-3A3E-55A6-A8D1-F8F2208D385B}" dt="2026-05-20T13:15:15.756" v="889" actId="20577"/>
        <pc:sldMkLst>
          <pc:docMk/>
          <pc:sldMk cId="2705048152" sldId="424"/>
        </pc:sldMkLst>
        <pc:spChg chg="mod">
          <ac:chgData name="Bryan Sun" userId="851caa7714272873" providerId="LiveId" clId="{1DF0C224-3A3E-55A6-A8D1-F8F2208D385B}" dt="2026-05-20T13:14:46.994" v="856" actId="2711"/>
          <ac:spMkLst>
            <pc:docMk/>
            <pc:sldMk cId="2705048152" sldId="424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5-20T13:15:15.756" v="889" actId="20577"/>
          <ac:spMkLst>
            <pc:docMk/>
            <pc:sldMk cId="2705048152" sldId="424"/>
            <ac:spMk id="5" creationId="{58D71E5E-CC83-440A-ACBD-0300283FD6EA}"/>
          </ac:spMkLst>
        </pc:spChg>
      </pc:sldChg>
      <pc:sldChg chg="modSp mod">
        <pc:chgData name="Bryan Sun" userId="851caa7714272873" providerId="LiveId" clId="{1DF0C224-3A3E-55A6-A8D1-F8F2208D385B}" dt="2026-05-19T13:01:55.515" v="407" actId="2711"/>
        <pc:sldMkLst>
          <pc:docMk/>
          <pc:sldMk cId="4013825986" sldId="425"/>
        </pc:sldMkLst>
        <pc:spChg chg="mod">
          <ac:chgData name="Bryan Sun" userId="851caa7714272873" providerId="LiveId" clId="{1DF0C224-3A3E-55A6-A8D1-F8F2208D385B}" dt="2026-05-19T13:01:55.515" v="407" actId="2711"/>
          <ac:spMkLst>
            <pc:docMk/>
            <pc:sldMk cId="4013825986" sldId="425"/>
            <ac:spMk id="2" creationId="{42D00FBD-1222-496C-8A0C-0B68A7CB6094}"/>
          </ac:spMkLst>
        </pc:spChg>
      </pc:sldChg>
      <pc:sldChg chg="modSp mod">
        <pc:chgData name="Bryan Sun" userId="851caa7714272873" providerId="LiveId" clId="{1DF0C224-3A3E-55A6-A8D1-F8F2208D385B}" dt="2026-05-20T13:21:37.711" v="1132" actId="2711"/>
        <pc:sldMkLst>
          <pc:docMk/>
          <pc:sldMk cId="864016416" sldId="426"/>
        </pc:sldMkLst>
        <pc:spChg chg="mod">
          <ac:chgData name="Bryan Sun" userId="851caa7714272873" providerId="LiveId" clId="{1DF0C224-3A3E-55A6-A8D1-F8F2208D385B}" dt="2026-05-20T13:21:37.711" v="1132" actId="2711"/>
          <ac:spMkLst>
            <pc:docMk/>
            <pc:sldMk cId="864016416" sldId="426"/>
            <ac:spMk id="2" creationId="{42D00FBD-1222-496C-8A0C-0B68A7CB609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43.622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02-02T18:20:46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25636 7688 32 0,'-21'-27'13'0,"21"27"-10"0,-39-20-7 16,22 11-2-16,-8 3-7 16,-7-6 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5/23/26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Linear lists and their applications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linear list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/>
              <a:t>Characteristics of linear structures</a:t>
            </a:r>
            <a:endParaRPr lang="en-US" altLang="zh-CN" dirty="0"/>
          </a:p>
          <a:p>
            <a:pPr lvl="1"/>
            <a:r>
              <a:rPr lang="en" altLang="en-US" dirty="0"/>
              <a:t>There exists a unique data element referred to as the "first".</a:t>
            </a:r>
            <a:endParaRPr lang="en-US" altLang="zh-CN" dirty="0"/>
          </a:p>
          <a:p>
            <a:pPr lvl="1"/>
            <a:r>
              <a:rPr lang="en" altLang="en-US" dirty="0"/>
              <a:t>There exists a unique data element referred to as the "last".</a:t>
            </a:r>
            <a:endParaRPr lang="en-US" altLang="zh-CN" dirty="0"/>
          </a:p>
          <a:p>
            <a:pPr lvl="1"/>
            <a:r>
              <a:rPr lang="en" altLang="en-US" dirty="0"/>
              <a:t>Except for the first one, each data element has only one predecessor.</a:t>
            </a:r>
            <a:endParaRPr lang="en-US" altLang="zh-CN" dirty="0"/>
          </a:p>
          <a:p>
            <a:pPr lvl="1"/>
            <a:r>
              <a:rPr lang="en" altLang="en-US" dirty="0"/>
              <a:t>Except for the last one, each data element has only one successor.</a:t>
            </a:r>
            <a:endParaRPr lang="en-US" altLang="zh-CN" dirty="0"/>
          </a:p>
          <a:p>
            <a:r>
              <a:rPr lang="en" altLang="en-US" dirty="0"/>
              <a:t>Storage structure of linear lists</a:t>
            </a:r>
            <a:endParaRPr lang="en-US" altLang="zh-CN" dirty="0"/>
          </a:p>
          <a:p>
            <a:pPr lvl="1"/>
            <a:r>
              <a:rPr lang="en" altLang="en-US" dirty="0"/>
              <a:t>Store in sequence</a:t>
            </a:r>
            <a:endParaRPr lang="en-US" altLang="zh-CN" dirty="0"/>
          </a:p>
          <a:p>
            <a:pPr lvl="1"/>
            <a:r>
              <a:rPr lang="en" altLang="en-US" dirty="0"/>
              <a:t>The data element types must be the same, but the stored data can be different.</a:t>
            </a:r>
            <a:endParaRPr lang="en-US" altLang="zh-CN" dirty="0"/>
          </a:p>
          <a:p>
            <a:r>
              <a:rPr lang="en" altLang="en-US" dirty="0"/>
              <a:t>Linear lists are classified according to their storage structure.</a:t>
            </a:r>
            <a:endParaRPr lang="en-US" altLang="zh-CN" dirty="0"/>
          </a:p>
          <a:p>
            <a:pPr lvl="1"/>
            <a:r>
              <a:rPr lang="en" altLang="en-US" dirty="0"/>
              <a:t>Sequential list</a:t>
            </a:r>
            <a:endParaRPr lang="en-US" altLang="zh-CN" dirty="0"/>
          </a:p>
          <a:p>
            <a:pPr lvl="1"/>
            <a:r>
              <a:rPr lang="en" altLang="en-US" dirty="0"/>
              <a:t>Linked list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Sequential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/>
                  <a:t>Store sequentially in a set of contiguous memory locations.</a:t>
                </a:r>
                <a:endParaRPr lang="en-US" altLang="zh-CN" dirty="0"/>
              </a:p>
              <a:p>
                <a:r>
                  <a:rPr lang="en" altLang="en-US" dirty="0"/>
                  <a:t>It's an "array"</a:t>
                </a:r>
                <a:endParaRPr lang="en-US" altLang="zh-CN" dirty="0"/>
              </a:p>
              <a:p>
                <a:r>
                  <a:rPr lang="en" altLang="en-US" dirty="0"/>
                  <a:t>Features:</a:t>
                </a:r>
                <a:endParaRPr lang="en-US" altLang="zh-CN" dirty="0"/>
              </a:p>
              <a:p>
                <a:pPr lvl="1"/>
                <a:r>
                  <a:rPr lang="en" altLang="en-US" dirty="0"/>
                  <a:t>The complexity of random access, retrieval, and assignment is O(n log n).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" altLang="en-US" dirty="0"/>
                  <a:t>Insertion involves shifting the element to the right to create space before assigning a value; the complexity is O(n log n).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" altLang="en-US" dirty="0"/>
                  <a:t>Deletion, followed by shifting the deleted element to fill the gap, has a time complexity of O(n log n).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 xmlns:a="http://schemas.openxmlformats.org/drawingml/2006/main">
                  <a:rPr lang="e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00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Singly linked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" altLang="en-US" dirty="0"/>
                  <a:t>Store using an arbitrary set of storage units</a:t>
                </a:r>
                <a:endParaRPr lang="en-US" altLang="zh-CN" dirty="0"/>
              </a:p>
              <a:p>
                <a:r>
                  <a:rPr lang="en" altLang="en-US" dirty="0"/>
                  <a:t>It is necessary to record the relationship between data elements and their successors.</a:t>
                </a:r>
                <a:endParaRPr lang="en-US" altLang="zh-CN" dirty="0"/>
              </a:p>
              <a:p>
                <a:r>
                  <a:rPr lang="en" altLang="en-US" dirty="0"/>
                  <a:t>Features:</a:t>
                </a:r>
                <a:endParaRPr lang="en-US" altLang="zh-CN" dirty="0"/>
              </a:p>
              <a:p>
                <a:pPr lvl="1"/>
                <a:r>
                  <a:rPr lang="en" altLang="en-US" dirty="0"/>
                  <a:t>Insertion and deletion are highly efficient, with a time complexity of O(n log n) when the number of nodes to be operated on is known.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" altLang="en-US" dirty="0"/>
                  <a:t>The complexity of reading and assigning is O(n).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" altLang="en-US" dirty="0"/>
                  <a:t>Each node consists of three parts.</a:t>
                </a:r>
                <a:endParaRPr lang="en-US" altLang="zh-CN" dirty="0"/>
              </a:p>
              <a:p>
                <a:pPr lvl="1"/>
                <a:r>
                  <a:rPr lang="en" altLang="en-US" dirty="0"/>
                  <a:t>Storage address, value field, pointer field</a:t>
                </a:r>
                <a:endParaRPr lang="en-US" altLang="zh-CN" dirty="0"/>
              </a:p>
              <a:p>
                <a:r>
                  <a:rPr lang="en" altLang="en-US" dirty="0"/>
                  <a:t>Implementation</a:t>
                </a:r>
                <a:endParaRPr lang="en-US" altLang="zh-CN" dirty="0"/>
              </a:p>
              <a:p>
                <a:pPr lvl="1"/>
                <a:r>
                  <a:rPr lang="en" altLang="en-US" dirty="0"/>
                  <a:t>Arrays, pointers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21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18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Singly linked list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7C6FC5-099C-4C49-9B74-F2CBB3D0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2" y="1486111"/>
            <a:ext cx="5571877" cy="30656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FDACBC-AAC0-4139-9332-101F9BC3E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5629"/>
            <a:ext cx="6096000" cy="17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6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Implement a singly linked list using an array.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054F6A-6D29-1449-BC1C-48AC2439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305300" cy="162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3D40F4-22A6-6340-BB73-3A2DED72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09" y="1486109"/>
            <a:ext cx="5816600" cy="2844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C52D84-7EFB-8847-B7A7-0397764FD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75" y="3604395"/>
            <a:ext cx="49022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0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insert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3B5781-0D15-40A0-B495-7F96DD6C5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67" y="1410346"/>
            <a:ext cx="4208789" cy="33338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E11CE3-DB7B-CB46-84D3-2DBA9C17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262" y="1486111"/>
            <a:ext cx="6070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delete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8C7317-73EE-4FC2-AAB7-D225B43F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9" y="1803712"/>
            <a:ext cx="6573994" cy="32505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D48F37E-9B17-B243-8C08-8E888D79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93" y="1803712"/>
            <a:ext cx="5032976" cy="131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6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Circular linked list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/>
              <a:t>The pointer of the last node in the table </a:t>
            </a:r>
            <a:r>
              <a:rPr lang="en" altLang="en-US"/>
              <a:t>points to the head node, and </a:t>
            </a:r>
            <a:r>
              <a:rPr lang="en" altLang="en-US" dirty="0"/>
              <a:t>the entire chain forms a loop.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B81578-0876-45EC-933F-A06DBCFD0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8" y="2425861"/>
            <a:ext cx="8146941" cy="15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7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Doubly linked list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/>
              <a:t>A linked list node has two pointer fields, one pointing to the direct successor and the other pointing to the direct predecessor.</a:t>
            </a:r>
            <a:endParaRPr lang="en-US" altLang="zh-CN" dirty="0"/>
          </a:p>
          <a:p>
            <a:r>
              <a:rPr lang="en" altLang="en-US" dirty="0"/>
              <a:t>There are also doubly linked circular lists.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C1CC86-E12B-4A60-AECE-1F446133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50" y="2770782"/>
            <a:ext cx="8774925" cy="19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96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Insertion of a doubly linked list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AA59AA-D7F7-4D61-8A28-83D94D79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1" y="1486111"/>
            <a:ext cx="5492313" cy="33015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9552A2-0F87-734A-B407-6E7A36D08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0311"/>
            <a:ext cx="5765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7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Deletion of a doubly linked list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66211-A8E2-4F6B-8AB1-EDD9BCC0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363"/>
            <a:ext cx="6307810" cy="15548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C4522B-13EB-6C40-9BC4-1DFB2CF7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67" y="1736090"/>
            <a:ext cx="5319856" cy="209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2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Applications of linear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1"/>
                <a:ext cx="10368800" cy="510447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≤100000)</m:t>
                    </m:r>
                  </m:oMath>
                </a14:m>
                <a:r>
                  <a:rPr lang="en" altLang="zh-CN" dirty="0"/>
                  <a:t> </a:t>
                </a:r>
                <a:r>
                  <a:rPr lang="en" altLang="en-US" dirty="0"/>
                  <a:t>One point,</a:t>
                </a:r>
                <a:r>
                  <a:rPr lang="en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0000)</m:t>
                    </m:r>
                  </m:oMath>
                </a14:m>
                <a:r>
                  <a:rPr lang="en" altLang="en-US" dirty="0"/>
                  <a:t>How to store a graph with edges?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1"/>
                <a:ext cx="10368800" cy="5104470"/>
              </a:xfrm>
              <a:blipFill>
                <a:blip r:embed="rId2"/>
                <a:stretch>
                  <a:fillRect l="-1100" t="-1489"/>
                </a:stretch>
              </a:blipFill>
            </p:spPr>
            <p:txBody>
              <a:bodyPr/>
              <a:lstStyle/>
              <a:p>
                <a:r xmlns:a="http://schemas.openxmlformats.org/drawingml/2006/main">
                  <a:rPr lang="e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2E274012-2DFD-FC4E-8351-C0E06C34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37" y="4438693"/>
            <a:ext cx="7264290" cy="18663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C6F9E5-570D-9F42-9B8E-8F61D361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837" y="3547475"/>
            <a:ext cx="7289796" cy="8368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860484-F08D-E144-ADB5-74A74968A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64" y="1897792"/>
            <a:ext cx="17907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9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Delete an element from an array (using a linked list).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>
                <a:latin typeface="+mn-ea"/>
              </a:rPr>
              <a:t>Find the number in the array that is equal to 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" altLang="en-US" dirty="0">
                <a:latin typeface="+mn-ea"/>
              </a:rPr>
              <a:t>Method: Traverse the singly linked list sequentially and compare...</a:t>
            </a:r>
          </a:p>
        </p:txBody>
      </p:sp>
    </p:spTree>
    <p:extLst>
      <p:ext uri="{BB962C8B-B14F-4D97-AF65-F5344CB8AC3E}">
        <p14:creationId xmlns:p14="http://schemas.microsoft.com/office/powerpoint/2010/main" val="11449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Compile student information (using a linked list).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/>
              <a:t>Input information and output in reverse order</a:t>
            </a:r>
            <a:endParaRPr lang="en-US" altLang="zh-CN" dirty="0"/>
          </a:p>
          <a:p>
            <a:endParaRPr lang="en-US" altLang="zh-CN" dirty="0"/>
          </a:p>
          <a:p>
            <a:r>
              <a:rPr lang="en" altLang="en-US" dirty="0"/>
              <a:t>Method 1: After inputting the data, reverse the singly linked list and then output the result.</a:t>
            </a:r>
            <a:endParaRPr lang="en-US" altLang="zh-CN" dirty="0"/>
          </a:p>
          <a:p>
            <a:endParaRPr lang="en-US" altLang="zh-CN" dirty="0"/>
          </a:p>
          <a:p>
            <a:r>
              <a:rPr lang="en" altLang="en-US" dirty="0"/>
              <a:t>Method 2: Insert the data at the head of the linked list each time, and then output the data sequentially.</a:t>
            </a:r>
          </a:p>
        </p:txBody>
      </p:sp>
    </p:spTree>
    <p:extLst>
      <p:ext uri="{BB962C8B-B14F-4D97-AF65-F5344CB8AC3E}">
        <p14:creationId xmlns:p14="http://schemas.microsoft.com/office/powerpoint/2010/main" val="359031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Josephus Problem (Solved using linked lists)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>
                <a:latin typeface="+mn-ea"/>
              </a:rPr>
              <a:t>Every time you count to </a:t>
            </a:r>
            <a:r>
              <a:rPr lang="en" altLang="zh-CN" dirty="0">
                <a:latin typeface="+mn-ea"/>
              </a:rPr>
              <a:t>M </a:t>
            </a:r>
            <a:r>
              <a:rPr lang="en" altLang="en-US" dirty="0">
                <a:latin typeface="+mn-ea"/>
              </a:rPr>
              <a:t>, one person is eliminated. Who is left in the end?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" altLang="en-US" dirty="0">
                <a:latin typeface="+mn-ea"/>
              </a:rPr>
              <a:t>Method: Circularize the linked list, move </a:t>
            </a:r>
            <a:r>
              <a:rPr lang="en" altLang="zh-CN" dirty="0">
                <a:latin typeface="+mn-ea"/>
              </a:rPr>
              <a:t>M </a:t>
            </a:r>
            <a:r>
              <a:rPr lang="en" altLang="en-US" dirty="0">
                <a:latin typeface="+mn-ea"/>
              </a:rPr>
              <a:t>steps each time, and then delete the current element.</a:t>
            </a:r>
          </a:p>
        </p:txBody>
      </p:sp>
    </p:spTree>
    <p:extLst>
      <p:ext uri="{BB962C8B-B14F-4D97-AF65-F5344CB8AC3E}">
        <p14:creationId xmlns:p14="http://schemas.microsoft.com/office/powerpoint/2010/main" val="353882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Stack</a:t>
            </a:r>
            <a:r>
              <a:rPr lang="en-US" altLang="zh-CN" dirty="0"/>
              <a:t>s</a:t>
            </a:r>
            <a:r>
              <a:rPr lang="en" altLang="en-US" dirty="0"/>
              <a:t> and applications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Mr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2092753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stacks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Linear lists that restrict insertion or deletion operations to only the end of the list.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First </a:t>
            </a:r>
            <a:r>
              <a:rPr lang="en" altLang="zh-CN" dirty="0">
                <a:latin typeface="Aptos Display" panose="020B0004020202020204" pitchFamily="34" charset="0"/>
              </a:rPr>
              <a:t>In Last </a:t>
            </a:r>
            <a:r>
              <a:rPr lang="en" altLang="en-US" dirty="0">
                <a:latin typeface="Aptos Display" panose="020B0004020202020204" pitchFamily="34" charset="0"/>
              </a:rPr>
              <a:t>Out </a:t>
            </a:r>
            <a:r>
              <a:rPr lang="en-US" altLang="zh-CN" dirty="0">
                <a:latin typeface="Aptos Display" panose="020B0004020202020204" pitchFamily="34" charset="0"/>
              </a:rPr>
              <a:t>(FILO)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Main operations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is_empty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is_full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size</a:t>
            </a: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pop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Implementation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Sequential list (array)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sta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[m]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stack pointer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D08104-4665-8126-40AC-1A7C5BA38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98568"/>
              </p:ext>
            </p:extLst>
          </p:nvPr>
        </p:nvGraphicFramePr>
        <p:xfrm>
          <a:off x="6788074" y="3061526"/>
          <a:ext cx="1836380" cy="252595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3638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505191"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505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505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AU" sz="2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505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505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B71FEA94-11F4-8BBE-D731-2A0AD595B94C}"/>
              </a:ext>
            </a:extLst>
          </p:cNvPr>
          <p:cNvGrpSpPr/>
          <p:nvPr/>
        </p:nvGrpSpPr>
        <p:grpSpPr>
          <a:xfrm>
            <a:off x="5476336" y="2751330"/>
            <a:ext cx="3289345" cy="2547653"/>
            <a:chOff x="5476336" y="2751330"/>
            <a:chExt cx="3289345" cy="254765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CFECD5-C1D1-4592-1BBB-B8C3006C3AA6}"/>
                </a:ext>
              </a:extLst>
            </p:cNvPr>
            <p:cNvGrpSpPr/>
            <p:nvPr/>
          </p:nvGrpSpPr>
          <p:grpSpPr>
            <a:xfrm>
              <a:off x="5548745" y="3028889"/>
              <a:ext cx="1239328" cy="400111"/>
              <a:chOff x="5548745" y="3028889"/>
              <a:chExt cx="1239328" cy="400111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22EEBEE-6F8B-9F82-20E6-C35DDA3B4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8745" y="3429000"/>
                <a:ext cx="1018310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AB19EC-E06B-A09E-6F87-077D7DAAAFB9}"/>
                  </a:ext>
                </a:extLst>
              </p:cNvPr>
              <p:cNvSpPr txBox="1"/>
              <p:nvPr/>
            </p:nvSpPr>
            <p:spPr>
              <a:xfrm>
                <a:off x="5714999" y="3028889"/>
                <a:ext cx="10730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</a:t>
                </a:r>
                <a:endParaRPr lang="en-AU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4D82DEB-CDD9-2BB2-433F-267DC06F7FB0}"/>
                </a:ext>
              </a:extLst>
            </p:cNvPr>
            <p:cNvGrpSpPr/>
            <p:nvPr/>
          </p:nvGrpSpPr>
          <p:grpSpPr>
            <a:xfrm>
              <a:off x="5476336" y="4898872"/>
              <a:ext cx="1239328" cy="400111"/>
              <a:chOff x="5476336" y="4898872"/>
              <a:chExt cx="1239328" cy="400111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A9B82A4-0347-9DD2-8120-6890885EC5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6336" y="5298983"/>
                <a:ext cx="1018310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E2BBC0-EE4C-353C-AD6E-ADFDD901A1D6}"/>
                  </a:ext>
                </a:extLst>
              </p:cNvPr>
              <p:cNvSpPr txBox="1"/>
              <p:nvPr/>
            </p:nvSpPr>
            <p:spPr>
              <a:xfrm>
                <a:off x="5642590" y="4898872"/>
                <a:ext cx="10730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bottom</a:t>
                </a:r>
                <a:endParaRPr lang="en-AU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4FC31B-3971-7E58-0229-FDB76B48092E}"/>
                </a:ext>
              </a:extLst>
            </p:cNvPr>
            <p:cNvGrpSpPr/>
            <p:nvPr/>
          </p:nvGrpSpPr>
          <p:grpSpPr>
            <a:xfrm>
              <a:off x="7147219" y="2751330"/>
              <a:ext cx="478447" cy="1073074"/>
              <a:chOff x="7147219" y="2751330"/>
              <a:chExt cx="478447" cy="1073074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5D2E50C-3104-9863-0D17-F4CB530C8DAF}"/>
                  </a:ext>
                </a:extLst>
              </p:cNvPr>
              <p:cNvCxnSpPr>
                <a:cxnSpLocks/>
              </p:cNvCxnSpPr>
              <p:nvPr/>
            </p:nvCxnSpPr>
            <p:spPr>
              <a:xfrm rot="2708394">
                <a:off x="6638064" y="3291727"/>
                <a:ext cx="1018310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1EB25DE-6D20-3C85-DB05-A5B3B46997DA}"/>
                  </a:ext>
                </a:extLst>
              </p:cNvPr>
              <p:cNvSpPr txBox="1"/>
              <p:nvPr/>
            </p:nvSpPr>
            <p:spPr>
              <a:xfrm rot="2708394">
                <a:off x="6889074" y="3087812"/>
                <a:ext cx="10730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</a:t>
                </a:r>
                <a:endParaRPr lang="en-AU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725202-8B35-2F19-557B-9DD1FA2E3AF7}"/>
                </a:ext>
              </a:extLst>
            </p:cNvPr>
            <p:cNvGrpSpPr/>
            <p:nvPr/>
          </p:nvGrpSpPr>
          <p:grpSpPr>
            <a:xfrm>
              <a:off x="7692607" y="2826897"/>
              <a:ext cx="1073074" cy="478427"/>
              <a:chOff x="7692607" y="2826897"/>
              <a:chExt cx="1073074" cy="478427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5D7FC4D-E671-452A-F0B3-DD6E198E5BB9}"/>
                  </a:ext>
                </a:extLst>
              </p:cNvPr>
              <p:cNvCxnSpPr>
                <a:cxnSpLocks/>
              </p:cNvCxnSpPr>
              <p:nvPr/>
            </p:nvCxnSpPr>
            <p:spPr>
              <a:xfrm rot="19019402">
                <a:off x="7714859" y="3305324"/>
                <a:ext cx="1018310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806C28-9A10-606B-BF43-2787EC556AE8}"/>
                  </a:ext>
                </a:extLst>
              </p:cNvPr>
              <p:cNvSpPr txBox="1"/>
              <p:nvPr/>
            </p:nvSpPr>
            <p:spPr>
              <a:xfrm rot="19019402">
                <a:off x="7692607" y="2826897"/>
                <a:ext cx="10730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</a:t>
                </a:r>
                <a:endParaRPr lang="en-AU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84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B8100-DBF4-4917-5515-F15FC532D811}"/>
              </a:ext>
            </a:extLst>
          </p:cNvPr>
          <p:cNvSpPr txBox="1"/>
          <p:nvPr/>
        </p:nvSpPr>
        <p:spPr>
          <a:xfrm>
            <a:off x="1047073" y="3591732"/>
            <a:ext cx="143619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initialise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06AD8-CB39-1744-BFA4-A7DF3CDB3F25}"/>
              </a:ext>
            </a:extLst>
          </p:cNvPr>
          <p:cNvSpPr txBox="1"/>
          <p:nvPr/>
        </p:nvSpPr>
        <p:spPr>
          <a:xfrm>
            <a:off x="3426001" y="3567428"/>
            <a:ext cx="98987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F9AD2-D5F5-DDF9-18D4-43BD92FD6C0F}"/>
              </a:ext>
            </a:extLst>
          </p:cNvPr>
          <p:cNvSpPr txBox="1"/>
          <p:nvPr/>
        </p:nvSpPr>
        <p:spPr>
          <a:xfrm>
            <a:off x="5875658" y="3591732"/>
            <a:ext cx="98987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CE59B-C179-D356-4142-444E346070E2}"/>
              </a:ext>
            </a:extLst>
          </p:cNvPr>
          <p:cNvSpPr txBox="1"/>
          <p:nvPr/>
        </p:nvSpPr>
        <p:spPr>
          <a:xfrm>
            <a:off x="7626432" y="3567428"/>
            <a:ext cx="156137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75E61-3F6F-49C9-E293-216DFFA720A7}"/>
              </a:ext>
            </a:extLst>
          </p:cNvPr>
          <p:cNvSpPr txBox="1"/>
          <p:nvPr/>
        </p:nvSpPr>
        <p:spPr>
          <a:xfrm>
            <a:off x="2269617" y="6048591"/>
            <a:ext cx="98987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818FB-25FF-C0CD-1539-BD100F62AFA2}"/>
              </a:ext>
            </a:extLst>
          </p:cNvPr>
          <p:cNvSpPr txBox="1"/>
          <p:nvPr/>
        </p:nvSpPr>
        <p:spPr>
          <a:xfrm>
            <a:off x="4415877" y="6048591"/>
            <a:ext cx="135999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CB703-F177-2E3B-1097-C81105D1AF4E}"/>
              </a:ext>
            </a:extLst>
          </p:cNvPr>
          <p:cNvSpPr txBox="1"/>
          <p:nvPr/>
        </p:nvSpPr>
        <p:spPr>
          <a:xfrm>
            <a:off x="6416134" y="6050138"/>
            <a:ext cx="156137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3FAE6D-4E7B-35B8-38B9-D5D316520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12870"/>
              </p:ext>
            </p:extLst>
          </p:nvPr>
        </p:nvGraphicFramePr>
        <p:xfrm>
          <a:off x="1452069" y="1413167"/>
          <a:ext cx="626200" cy="217856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0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3648FA-F72F-B6BF-1101-7E4A34137C22}"/>
              </a:ext>
            </a:extLst>
          </p:cNvPr>
          <p:cNvCxnSpPr>
            <a:cxnSpLocks/>
          </p:cNvCxnSpPr>
          <p:nvPr/>
        </p:nvCxnSpPr>
        <p:spPr>
          <a:xfrm>
            <a:off x="362548" y="3400454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718CEF-31C5-6137-E0DB-4949469945B9}"/>
              </a:ext>
            </a:extLst>
          </p:cNvPr>
          <p:cNvSpPr txBox="1"/>
          <p:nvPr/>
        </p:nvSpPr>
        <p:spPr>
          <a:xfrm>
            <a:off x="362548" y="3000342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9B552F9-96D3-C9CE-F988-2B3B8C0F7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166953"/>
              </p:ext>
            </p:extLst>
          </p:nvPr>
        </p:nvGraphicFramePr>
        <p:xfrm>
          <a:off x="3607839" y="1413167"/>
          <a:ext cx="626200" cy="217856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92E3FB-5A30-0FBF-EF35-EDD857BA703F}"/>
              </a:ext>
            </a:extLst>
          </p:cNvPr>
          <p:cNvCxnSpPr>
            <a:cxnSpLocks/>
          </p:cNvCxnSpPr>
          <p:nvPr/>
        </p:nvCxnSpPr>
        <p:spPr>
          <a:xfrm>
            <a:off x="2534765" y="2858054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737EFF-F3A5-5727-A13D-442531457417}"/>
              </a:ext>
            </a:extLst>
          </p:cNvPr>
          <p:cNvSpPr txBox="1"/>
          <p:nvPr/>
        </p:nvSpPr>
        <p:spPr>
          <a:xfrm>
            <a:off x="2534765" y="2457942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4DA1627-C293-31C8-491C-61B1814ED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859964"/>
              </p:ext>
            </p:extLst>
          </p:nvPr>
        </p:nvGraphicFramePr>
        <p:xfrm>
          <a:off x="6069319" y="1345889"/>
          <a:ext cx="626200" cy="22215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EF6F57-B2B3-CDEB-175D-4F45153277E0}"/>
              </a:ext>
            </a:extLst>
          </p:cNvPr>
          <p:cNvCxnSpPr>
            <a:cxnSpLocks/>
          </p:cNvCxnSpPr>
          <p:nvPr/>
        </p:nvCxnSpPr>
        <p:spPr>
          <a:xfrm>
            <a:off x="5006704" y="2531566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6101DD-24FE-8C1E-DFB1-236758C57A25}"/>
              </a:ext>
            </a:extLst>
          </p:cNvPr>
          <p:cNvSpPr txBox="1"/>
          <p:nvPr/>
        </p:nvSpPr>
        <p:spPr>
          <a:xfrm>
            <a:off x="5006704" y="2131454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9B3012B-7BB3-95A1-6912-744E788C8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282961"/>
              </p:ext>
            </p:extLst>
          </p:nvPr>
        </p:nvGraphicFramePr>
        <p:xfrm>
          <a:off x="8225089" y="1370193"/>
          <a:ext cx="626200" cy="22215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C21472-0059-49BF-EB9B-19A2C229CAAA}"/>
              </a:ext>
            </a:extLst>
          </p:cNvPr>
          <p:cNvCxnSpPr>
            <a:cxnSpLocks/>
          </p:cNvCxnSpPr>
          <p:nvPr/>
        </p:nvCxnSpPr>
        <p:spPr>
          <a:xfrm>
            <a:off x="7131459" y="2931676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9CD3A5-56FD-9C16-0ECA-F79F08AF3454}"/>
              </a:ext>
            </a:extLst>
          </p:cNvPr>
          <p:cNvSpPr txBox="1"/>
          <p:nvPr/>
        </p:nvSpPr>
        <p:spPr>
          <a:xfrm>
            <a:off x="7131459" y="2531564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7E01B7D-BBCF-8095-E846-0E3062BD2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837018"/>
              </p:ext>
            </p:extLst>
          </p:nvPr>
        </p:nvGraphicFramePr>
        <p:xfrm>
          <a:off x="2617963" y="3828599"/>
          <a:ext cx="626200" cy="22215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6B999-5887-DF43-CEA9-5BFA81C789D5}"/>
              </a:ext>
            </a:extLst>
          </p:cNvPr>
          <p:cNvCxnSpPr>
            <a:cxnSpLocks/>
          </p:cNvCxnSpPr>
          <p:nvPr/>
        </p:nvCxnSpPr>
        <p:spPr>
          <a:xfrm>
            <a:off x="1575795" y="4922694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1F33078-BB11-B7AC-C505-F7E3AC0CC508}"/>
              </a:ext>
            </a:extLst>
          </p:cNvPr>
          <p:cNvSpPr txBox="1"/>
          <p:nvPr/>
        </p:nvSpPr>
        <p:spPr>
          <a:xfrm>
            <a:off x="1575795" y="4522582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5793FDC-5588-AAA0-CAA1-571C864DF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39201"/>
              </p:ext>
            </p:extLst>
          </p:nvPr>
        </p:nvGraphicFramePr>
        <p:xfrm>
          <a:off x="4834109" y="3811922"/>
          <a:ext cx="626200" cy="22215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CE2D8D-ABDF-3700-71E9-D7AB652F0ACE}"/>
              </a:ext>
            </a:extLst>
          </p:cNvPr>
          <p:cNvCxnSpPr>
            <a:cxnSpLocks/>
          </p:cNvCxnSpPr>
          <p:nvPr/>
        </p:nvCxnSpPr>
        <p:spPr>
          <a:xfrm>
            <a:off x="3749794" y="5368834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8A85C9-150B-47F7-3B32-9582F9DBC456}"/>
              </a:ext>
            </a:extLst>
          </p:cNvPr>
          <p:cNvSpPr txBox="1"/>
          <p:nvPr/>
        </p:nvSpPr>
        <p:spPr>
          <a:xfrm>
            <a:off x="3749794" y="4968722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2046966-81DD-5F39-7DCB-BAC88A72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537272"/>
              </p:ext>
            </p:extLst>
          </p:nvPr>
        </p:nvGraphicFramePr>
        <p:xfrm>
          <a:off x="7000232" y="3811922"/>
          <a:ext cx="626200" cy="222153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26200">
                  <a:extLst>
                    <a:ext uri="{9D8B030D-6E8A-4147-A177-3AD203B41FA5}">
                      <a16:colId xmlns:a16="http://schemas.microsoft.com/office/drawing/2014/main" val="4196456872"/>
                    </a:ext>
                  </a:extLst>
                </a:gridCol>
              </a:tblGrid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22458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23343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9474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574389"/>
                  </a:ext>
                </a:extLst>
              </a:tr>
              <a:tr h="435713">
                <a:tc>
                  <a:txBody>
                    <a:bodyPr/>
                    <a:lstStyle/>
                    <a:p>
                      <a:pPr algn="ctr"/>
                      <a:endParaRPr lang="en-AU" sz="240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598985"/>
                  </a:ext>
                </a:extLst>
              </a:tr>
            </a:tbl>
          </a:graphicData>
        </a:graphic>
      </p:graphicFrame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9C0C73E-3034-A08A-72B6-1D8EB1F4FDC8}"/>
              </a:ext>
            </a:extLst>
          </p:cNvPr>
          <p:cNvCxnSpPr>
            <a:cxnSpLocks/>
          </p:cNvCxnSpPr>
          <p:nvPr/>
        </p:nvCxnSpPr>
        <p:spPr>
          <a:xfrm>
            <a:off x="5958064" y="5841198"/>
            <a:ext cx="101831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5CCEEE8-5F18-A75E-037C-D89627AEA225}"/>
              </a:ext>
            </a:extLst>
          </p:cNvPr>
          <p:cNvSpPr txBox="1"/>
          <p:nvPr/>
        </p:nvSpPr>
        <p:spPr>
          <a:xfrm>
            <a:off x="5958064" y="5441086"/>
            <a:ext cx="107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23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3" grpId="0"/>
      <p:bldP spid="17" grpId="0"/>
      <p:bldP spid="21" grpId="0"/>
      <p:bldP spid="29" grpId="0"/>
      <p:bldP spid="33" grpId="0"/>
      <p:bldP spid="37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Stack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code implementation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7E05B4-3BDA-344B-820A-886DE556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267200" cy="4622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5F3CE0-8364-4D4E-B520-0459F186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78" y="1486108"/>
            <a:ext cx="6261100" cy="246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697627-D59F-54C6-421E-4B2275C001F0}"/>
              </a:ext>
            </a:extLst>
          </p:cNvPr>
          <p:cNvSpPr txBox="1"/>
          <p:nvPr/>
        </p:nvSpPr>
        <p:spPr>
          <a:xfrm>
            <a:off x="9437913" y="1486108"/>
            <a:ext cx="2511065" cy="523220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</a:t>
            </a:r>
            <a:endParaRPr lang="en-AU" sz="27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5B850-35E4-0F29-2DCB-B9E372E19FA7}"/>
              </a:ext>
            </a:extLst>
          </p:cNvPr>
          <p:cNvSpPr txBox="1"/>
          <p:nvPr/>
        </p:nvSpPr>
        <p:spPr>
          <a:xfrm>
            <a:off x="8182380" y="2670410"/>
            <a:ext cx="2511065" cy="523220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7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endParaRPr lang="en-AU" sz="27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91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Stack code implementation (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STL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ACCDCA-F8D1-9C41-836B-B3D59517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92287"/>
            <a:ext cx="3784600" cy="248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483EC5-17F3-D84C-B74B-86869568B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09" y="1486111"/>
            <a:ext cx="60706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2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Amazing stack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Numbers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pushed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stack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order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,2,…,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applying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push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operations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and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pop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operations,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h</a:t>
                </a:r>
                <a:r>
                  <a:rPr lang="en" altLang="en-US" dirty="0">
                    <a:latin typeface="Aptos Display" panose="020B0004020202020204" pitchFamily="34" charset="0"/>
                  </a:rPr>
                  <a:t>ow many possible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permutations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can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obtained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?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Which permutations are not among the popped sequences?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56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Parentheses matching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Given a </a:t>
            </a:r>
            <a:r>
              <a:rPr lang="en-US" altLang="zh-CN" dirty="0">
                <a:latin typeface="Aptos Display" panose="020B0004020202020204" pitchFamily="34" charset="0"/>
              </a:rPr>
              <a:t>legitimate</a:t>
            </a:r>
            <a:r>
              <a:rPr lang="en" altLang="en-US" dirty="0">
                <a:latin typeface="Aptos Display" panose="020B0004020202020204" pitchFamily="34" charset="0"/>
              </a:rPr>
              <a:t> sequence of parentheses containing only left and right parentheses, output the position of each pair of paired parentheses, </a:t>
            </a:r>
            <a:r>
              <a:rPr lang="en-US" altLang="zh-CN" dirty="0">
                <a:latin typeface="Aptos Display" panose="020B0004020202020204" pitchFamily="34" charset="0"/>
              </a:rPr>
              <a:t>in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order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position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right</a:t>
            </a:r>
            <a:r>
              <a:rPr lang="en" altLang="en-US" dirty="0">
                <a:latin typeface="Aptos Display" panose="020B0004020202020204" pitchFamily="34" charset="0"/>
              </a:rPr>
              <a:t> parenthesis</a:t>
            </a:r>
            <a:r>
              <a:rPr lang="en-US" altLang="zh-CN" dirty="0">
                <a:latin typeface="Aptos Display" panose="020B0004020202020204" pitchFamily="34" charset="0"/>
              </a:rPr>
              <a:t>,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from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left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right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68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Reverse Polish Notation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>
                <a:latin typeface="Aptos Display" panose="020B0004020202020204" pitchFamily="34" charset="0"/>
              </a:rPr>
              <a:t>Evaluation of Reverse Polish Notation (postfix notation)</a:t>
            </a:r>
          </a:p>
        </p:txBody>
      </p:sp>
    </p:spTree>
    <p:extLst>
      <p:ext uri="{BB962C8B-B14F-4D97-AF65-F5344CB8AC3E}">
        <p14:creationId xmlns:p14="http://schemas.microsoft.com/office/powerpoint/2010/main" val="480933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stack operations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>
                <a:latin typeface="Aptos Display" panose="020B0004020202020204" pitchFamily="34" charset="0"/>
              </a:rPr>
              <a:t>Execution and output of stack operations</a:t>
            </a:r>
          </a:p>
        </p:txBody>
      </p:sp>
    </p:spTree>
    <p:extLst>
      <p:ext uri="{BB962C8B-B14F-4D97-AF65-F5344CB8AC3E}">
        <p14:creationId xmlns:p14="http://schemas.microsoft.com/office/powerpoint/2010/main" val="3868400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Queues and applications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Mr.</a:t>
            </a:r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2541760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Store elements that are not yet processed but need to be processed in a certain order.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First </a:t>
            </a:r>
            <a:r>
              <a:rPr lang="en" altLang="zh-CN" dirty="0">
                <a:latin typeface="Aptos Display" panose="020B0004020202020204" pitchFamily="34" charset="0"/>
              </a:rPr>
              <a:t>In First Out </a:t>
            </a:r>
            <a:r>
              <a:rPr lang="en" altLang="en-US" dirty="0">
                <a:latin typeface="Aptos Display" panose="020B0004020202020204" pitchFamily="34" charset="0"/>
              </a:rPr>
              <a:t>( </a:t>
            </a:r>
            <a:r>
              <a:rPr lang="en" altLang="zh-CN" dirty="0">
                <a:latin typeface="Aptos Display" panose="020B0004020202020204" pitchFamily="34" charset="0"/>
              </a:rPr>
              <a:t>FIFO </a:t>
            </a:r>
            <a:r>
              <a:rPr lang="en" altLang="en-US" dirty="0">
                <a:latin typeface="Aptos Display" panose="020B0004020202020204" pitchFamily="34" charset="0"/>
              </a:rPr>
              <a:t>)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Main operations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is_empty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is_full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size</a:t>
            </a: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enqueue</a:t>
            </a: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dequeue</a:t>
            </a:r>
          </a:p>
          <a:p>
            <a:r>
              <a:rPr lang="en-US" altLang="zh-CN" dirty="0">
                <a:latin typeface="Aptos Display" panose="020B0004020202020204" pitchFamily="34" charset="0"/>
              </a:rPr>
              <a:t>Implementation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Sequential list (array)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q[m]</a:t>
            </a:r>
          </a:p>
          <a:p>
            <a:pPr lvl="1"/>
            <a:r>
              <a:rPr lang="en" altLang="zh-CN" dirty="0">
                <a:latin typeface="Aptos Display" panose="020B0004020202020204" pitchFamily="34" charset="0"/>
              </a:rPr>
              <a:t>front </a:t>
            </a:r>
            <a:r>
              <a:rPr lang="en" altLang="en-US" dirty="0">
                <a:latin typeface="Aptos Display" panose="020B0004020202020204" pitchFamily="34" charset="0"/>
              </a:rPr>
              <a:t>pointer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front</a:t>
            </a:r>
            <a:endParaRPr lang="e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Aptos Display" panose="020B0004020202020204" pitchFamily="34" charset="0"/>
              </a:rPr>
              <a:t>rear</a:t>
            </a:r>
            <a:r>
              <a:rPr lang="en" altLang="en-US" dirty="0">
                <a:latin typeface="Aptos Display" panose="020B0004020202020204" pitchFamily="34" charset="0"/>
              </a:rPr>
              <a:t> pointer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rear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255FE6-3D15-4F2E-BAF5-A2E544DFC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36" y="3429000"/>
            <a:ext cx="6176473" cy="19428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2291D3-DB59-2294-4D31-F3878D5C3EDE}"/>
              </a:ext>
            </a:extLst>
          </p:cNvPr>
          <p:cNvSpPr txBox="1"/>
          <p:nvPr/>
        </p:nvSpPr>
        <p:spPr>
          <a:xfrm>
            <a:off x="5233090" y="3578037"/>
            <a:ext cx="107072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A4FC8-E7CC-EA99-ECD4-DBFFB9E0FA89}"/>
              </a:ext>
            </a:extLst>
          </p:cNvPr>
          <p:cNvSpPr txBox="1"/>
          <p:nvPr/>
        </p:nvSpPr>
        <p:spPr>
          <a:xfrm>
            <a:off x="9976683" y="3573487"/>
            <a:ext cx="107072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4F72C-2A94-B104-D861-DDC27061070E}"/>
              </a:ext>
            </a:extLst>
          </p:cNvPr>
          <p:cNvSpPr txBox="1"/>
          <p:nvPr/>
        </p:nvSpPr>
        <p:spPr>
          <a:xfrm>
            <a:off x="6303818" y="5002558"/>
            <a:ext cx="107072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1D034-A8D2-8062-E409-D9D73819F403}"/>
              </a:ext>
            </a:extLst>
          </p:cNvPr>
          <p:cNvSpPr txBox="1"/>
          <p:nvPr/>
        </p:nvSpPr>
        <p:spPr>
          <a:xfrm>
            <a:off x="8502763" y="5002558"/>
            <a:ext cx="107072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en-A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5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queue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7CA8C0-949D-4F35-9E3A-68C7F6A1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227" y="1937843"/>
            <a:ext cx="8725546" cy="29823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A23E85D-E93E-4E9F-B912-306E69D70562}"/>
                  </a:ext>
                </a:extLst>
              </p14:cNvPr>
              <p14:cNvContentPartPr/>
              <p14:nvPr/>
            </p14:nvContentPartPr>
            <p14:xfrm>
              <a:off x="9180720" y="2741040"/>
              <a:ext cx="48600" cy="270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A23E85D-E93E-4E9F-B912-306E69D705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1360" y="2731680"/>
                <a:ext cx="67320" cy="45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0380979-EA0B-DA08-49EC-151440EC53B4}"/>
              </a:ext>
            </a:extLst>
          </p:cNvPr>
          <p:cNvSpPr txBox="1"/>
          <p:nvPr/>
        </p:nvSpPr>
        <p:spPr>
          <a:xfrm>
            <a:off x="2244441" y="4523114"/>
            <a:ext cx="1201814" cy="318924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initialise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7A0AB-13C2-CCCD-F540-AD658B74A08C}"/>
              </a:ext>
            </a:extLst>
          </p:cNvPr>
          <p:cNvSpPr txBox="1"/>
          <p:nvPr/>
        </p:nvSpPr>
        <p:spPr>
          <a:xfrm>
            <a:off x="4491405" y="4515792"/>
            <a:ext cx="1201813" cy="584775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2B9BA-E7BF-05A3-5E3C-27F89D0AFD11}"/>
              </a:ext>
            </a:extLst>
          </p:cNvPr>
          <p:cNvSpPr txBox="1"/>
          <p:nvPr/>
        </p:nvSpPr>
        <p:spPr>
          <a:xfrm>
            <a:off x="6526622" y="4515791"/>
            <a:ext cx="900336" cy="584775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twice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D11E1-918E-75CF-B807-3ADE22E2798B}"/>
              </a:ext>
            </a:extLst>
          </p:cNvPr>
          <p:cNvSpPr txBox="1"/>
          <p:nvPr/>
        </p:nvSpPr>
        <p:spPr>
          <a:xfrm>
            <a:off x="8645230" y="4515790"/>
            <a:ext cx="900336" cy="584775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Queue code implementation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521E55-E059-844D-BFEA-ED9FFBFDB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09"/>
            <a:ext cx="4470166" cy="38038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73DFFF4-8CA6-2747-8641-0A8A17BE5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78" y="1486107"/>
            <a:ext cx="6222584" cy="2185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1A851E-59D4-5D86-55CF-FB965ED8D9DA}"/>
              </a:ext>
            </a:extLst>
          </p:cNvPr>
          <p:cNvSpPr txBox="1"/>
          <p:nvPr/>
        </p:nvSpPr>
        <p:spPr>
          <a:xfrm>
            <a:off x="9548745" y="1444543"/>
            <a:ext cx="2511065" cy="461665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</a:t>
            </a:r>
            <a:endParaRPr lang="en-AU" sz="2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7D58F-5ED1-B5CB-7791-1A117BDF019F}"/>
              </a:ext>
            </a:extLst>
          </p:cNvPr>
          <p:cNvSpPr txBox="1"/>
          <p:nvPr/>
        </p:nvSpPr>
        <p:spPr>
          <a:xfrm>
            <a:off x="8487180" y="2448730"/>
            <a:ext cx="2511065" cy="461665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endParaRPr lang="en-AU" sz="2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718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Queue code implementation (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STL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)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16560C-C033-3A4F-94CD-8B91271EF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09" y="1879600"/>
            <a:ext cx="3372886" cy="37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16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Circular queues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Make full use of array space and avoid waste.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Problem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𝑓𝑟𝑜𝑛𝑡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waste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d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Solution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When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rear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let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</a:rPr>
                      <m:t>rear</m:t>
                    </m:r>
                    <m:r>
                      <a:rPr lang="en-US" altLang="zh-CN" b="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reuse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space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Pay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attention</a:t>
                </a: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How to determine if a queue is full?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F217D6F-36DE-4032-8D8F-BD88950E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632" y="2238811"/>
            <a:ext cx="4600075" cy="34386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4EFC3-7B46-4D95-7F7E-A3027E4FF625}"/>
              </a:ext>
            </a:extLst>
          </p:cNvPr>
          <p:cNvSpPr txBox="1"/>
          <p:nvPr/>
        </p:nvSpPr>
        <p:spPr>
          <a:xfrm>
            <a:off x="7848346" y="5338927"/>
            <a:ext cx="800523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6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Circular queue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48A20A-FBA5-48D4-9A7C-6F973D346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928" y="1656594"/>
            <a:ext cx="7842143" cy="4114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C43913-27EA-D01B-B82C-751C1910CF8C}"/>
              </a:ext>
            </a:extLst>
          </p:cNvPr>
          <p:cNvSpPr txBox="1"/>
          <p:nvPr/>
        </p:nvSpPr>
        <p:spPr>
          <a:xfrm>
            <a:off x="3036677" y="5233511"/>
            <a:ext cx="1330039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6D05D-C1F6-DE02-3949-76659C7EEF8C}"/>
              </a:ext>
            </a:extLst>
          </p:cNvPr>
          <p:cNvSpPr txBox="1"/>
          <p:nvPr/>
        </p:nvSpPr>
        <p:spPr>
          <a:xfrm>
            <a:off x="7345442" y="5330496"/>
            <a:ext cx="159074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</a:t>
            </a:r>
          </a:p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53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Code implementation of circular queue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4CD11D4-CE7C-E143-BCEF-7642BCCFC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09" y="1486109"/>
            <a:ext cx="4876800" cy="3225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55C18F-F34B-E64D-ACCD-1FE67720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09" y="1486109"/>
            <a:ext cx="5676900" cy="2921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1FE6F0-46E8-0FCB-4238-AA9E8B400FFF}"/>
              </a:ext>
            </a:extLst>
          </p:cNvPr>
          <p:cNvSpPr txBox="1"/>
          <p:nvPr/>
        </p:nvSpPr>
        <p:spPr>
          <a:xfrm>
            <a:off x="9368636" y="1402979"/>
            <a:ext cx="2511065" cy="430887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full</a:t>
            </a:r>
            <a:endParaRPr lang="en-AU" sz="22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C3B4E-40CF-2837-F344-D43F52F6199F}"/>
              </a:ext>
            </a:extLst>
          </p:cNvPr>
          <p:cNvSpPr txBox="1"/>
          <p:nvPr/>
        </p:nvSpPr>
        <p:spPr>
          <a:xfrm>
            <a:off x="8417905" y="2656555"/>
            <a:ext cx="2511065" cy="430887"/>
          </a:xfrm>
          <a:prstGeom prst="rect">
            <a:avLst/>
          </a:prstGeom>
          <a:solidFill>
            <a:srgbClr val="F9FBFB"/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//Not</a:t>
            </a:r>
            <a:r>
              <a:rPr lang="zh-CN" altLang="en-US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endParaRPr lang="en-AU" sz="22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68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Connected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Given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grid,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calculate the number of connected components.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endParaRPr lang="zh-CN" altLang="en-US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58D71E5E-CC83-440A-ACBD-0300283FD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4" t="-17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084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Queue operations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en-US" dirty="0">
                <a:latin typeface="Aptos Display" panose="020B0004020202020204" pitchFamily="34" charset="0"/>
              </a:rPr>
              <a:t>Execute queue operations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and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output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results</a:t>
            </a:r>
            <a:endParaRPr lang="en" alt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44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Queue Operations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- 2</a:t>
            </a:r>
            <a:endParaRPr lang="zh-C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D71E5E-CC83-440A-ACBD-0300283FD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ptos Display" panose="020B0004020202020204" pitchFamily="34" charset="0"/>
              </a:rPr>
              <a:t>E</a:t>
            </a:r>
            <a:r>
              <a:rPr lang="en" altLang="en-US" dirty="0" err="1">
                <a:latin typeface="Aptos Display" panose="020B0004020202020204" pitchFamily="34" charset="0"/>
              </a:rPr>
              <a:t>xecut</a:t>
            </a:r>
            <a:r>
              <a:rPr lang="en-US" altLang="zh-CN" dirty="0">
                <a:latin typeface="Aptos Display" panose="020B0004020202020204" pitchFamily="34" charset="0"/>
              </a:rPr>
              <a:t>e</a:t>
            </a:r>
            <a:r>
              <a:rPr lang="en" altLang="en-US" dirty="0">
                <a:latin typeface="Aptos Display" panose="020B0004020202020204" pitchFamily="34" charset="0"/>
              </a:rPr>
              <a:t> queue operations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and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output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results</a:t>
            </a:r>
            <a:r>
              <a:rPr lang="en" altLang="en-US" dirty="0">
                <a:latin typeface="Aptos Display" panose="020B0004020202020204" pitchFamily="34" charset="0"/>
              </a:rPr>
              <a:t>, </a:t>
            </a:r>
            <a:r>
              <a:rPr lang="en-US" altLang="zh-CN" dirty="0">
                <a:latin typeface="Aptos Display" panose="020B0004020202020204" pitchFamily="34" charset="0"/>
              </a:rPr>
              <a:t>must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use</a:t>
            </a:r>
            <a:r>
              <a:rPr lang="en" altLang="en-US" dirty="0">
                <a:latin typeface="Aptos Display" panose="020B0004020202020204" pitchFamily="34" charset="0"/>
              </a:rPr>
              <a:t> circular queues.</a:t>
            </a:r>
          </a:p>
        </p:txBody>
      </p:sp>
    </p:spTree>
    <p:extLst>
      <p:ext uri="{BB962C8B-B14F-4D97-AF65-F5344CB8AC3E}">
        <p14:creationId xmlns:p14="http://schemas.microsoft.com/office/powerpoint/2010/main" val="2705048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93442</TotalTime>
  <Words>1077</Words>
  <Application>Microsoft Macintosh PowerPoint</Application>
  <PresentationFormat>Widescreen</PresentationFormat>
  <Paragraphs>173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等线</vt:lpstr>
      <vt:lpstr>华文楷体</vt:lpstr>
      <vt:lpstr>Aptos Display</vt:lpstr>
      <vt:lpstr>Arial</vt:lpstr>
      <vt:lpstr>Cambria Math</vt:lpstr>
      <vt:lpstr>Consolas</vt:lpstr>
      <vt:lpstr>Times New Roman</vt:lpstr>
      <vt:lpstr>Tw Cen MT</vt:lpstr>
      <vt:lpstr>电路</vt:lpstr>
      <vt:lpstr>Linear lists and their applications</vt:lpstr>
      <vt:lpstr>linear list</vt:lpstr>
      <vt:lpstr>Sequential list</vt:lpstr>
      <vt:lpstr>Singly linked list</vt:lpstr>
      <vt:lpstr>Singly linked list</vt:lpstr>
      <vt:lpstr>Implement a singly linked list using an array.</vt:lpstr>
      <vt:lpstr>insert</vt:lpstr>
      <vt:lpstr>delete</vt:lpstr>
      <vt:lpstr>Circular linked list</vt:lpstr>
      <vt:lpstr>Doubly linked list</vt:lpstr>
      <vt:lpstr>Insertion of a doubly linked list</vt:lpstr>
      <vt:lpstr>Deletion of a doubly linked list</vt:lpstr>
      <vt:lpstr>Applications of linear lists</vt:lpstr>
      <vt:lpstr>Delete an element from an array (using a linked list).</vt:lpstr>
      <vt:lpstr>Compile student information (using a linked list).</vt:lpstr>
      <vt:lpstr>Josephus Problem (Solved using linked lists)</vt:lpstr>
      <vt:lpstr>Stacks and applications</vt:lpstr>
      <vt:lpstr>stacks</vt:lpstr>
      <vt:lpstr>stacks</vt:lpstr>
      <vt:lpstr>Stacks code implementation</vt:lpstr>
      <vt:lpstr>Stack code implementation ( STL )</vt:lpstr>
      <vt:lpstr>Amazing stack</vt:lpstr>
      <vt:lpstr>Parentheses matching</vt:lpstr>
      <vt:lpstr>Reverse Polish Notation</vt:lpstr>
      <vt:lpstr>stack operations</vt:lpstr>
      <vt:lpstr>Queues and applications</vt:lpstr>
      <vt:lpstr>queues</vt:lpstr>
      <vt:lpstr>queue</vt:lpstr>
      <vt:lpstr>Queue code implementation</vt:lpstr>
      <vt:lpstr>Queue code implementation ( STL )</vt:lpstr>
      <vt:lpstr>Circular queues</vt:lpstr>
      <vt:lpstr>Circular queues</vt:lpstr>
      <vt:lpstr>Code implementation of circular queues</vt:lpstr>
      <vt:lpstr>Connected components</vt:lpstr>
      <vt:lpstr>Queue operations</vt:lpstr>
      <vt:lpstr>Queue Operations - 2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zoom 15</cp:lastModifiedBy>
  <cp:revision>247</cp:revision>
  <dcterms:created xsi:type="dcterms:W3CDTF">2018-08-09T00:16:20Z</dcterms:created>
  <dcterms:modified xsi:type="dcterms:W3CDTF">2026-05-23T12:01:04Z</dcterms:modified>
</cp:coreProperties>
</file>